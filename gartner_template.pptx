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4"/>
    <p:sldMasterId id="2147483952" r:id="rId5"/>
    <p:sldMasterId id="2147483969" r:id="rId6"/>
  </p:sldMasterIdLst>
  <p:notesMasterIdLst>
    <p:notesMasterId r:id="rId25"/>
  </p:notesMasterIdLst>
  <p:handoutMasterIdLst>
    <p:handoutMasterId r:id="rId26"/>
  </p:handoutMasterIdLst>
  <p:sldIdLst>
    <p:sldId id="256" r:id="rId7"/>
    <p:sldId id="2147481683" r:id="rId8"/>
    <p:sldId id="258" r:id="rId9"/>
    <p:sldId id="280" r:id="rId10"/>
    <p:sldId id="272" r:id="rId11"/>
    <p:sldId id="278" r:id="rId12"/>
    <p:sldId id="1007" r:id="rId13"/>
    <p:sldId id="274" r:id="rId14"/>
    <p:sldId id="263" r:id="rId15"/>
    <p:sldId id="2147481728" r:id="rId16"/>
    <p:sldId id="276" r:id="rId17"/>
    <p:sldId id="2147481712" r:id="rId18"/>
    <p:sldId id="2147481680" r:id="rId19"/>
    <p:sldId id="5112" r:id="rId20"/>
    <p:sldId id="2147481672" r:id="rId21"/>
    <p:sldId id="2147481681" r:id="rId22"/>
    <p:sldId id="1008" r:id="rId23"/>
    <p:sldId id="257" r:id="rId24"/>
  </p:sldIdLst>
  <p:sldSz cx="12192000" cy="6858000"/>
  <p:notesSz cx="6858000" cy="9144000"/>
  <p:embeddedFontLst>
    <p:embeddedFont>
      <p:font typeface="Gartner Sans" panose="020B0504030402040204" pitchFamily="34" charset="77"/>
      <p:regular r:id="rId27"/>
      <p:bold r:id="rId28"/>
      <p:italic r:id="rId29"/>
      <p:boldItalic r:id="rId30"/>
    </p:embeddedFont>
    <p:embeddedFont>
      <p:font typeface="Gartner Sans Semibold" panose="020B0504030402040204" pitchFamily="34" charset="77"/>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1683"/>
            <p14:sldId id="258"/>
            <p14:sldId id="280"/>
            <p14:sldId id="272"/>
            <p14:sldId id="278"/>
            <p14:sldId id="1007"/>
            <p14:sldId id="274"/>
            <p14:sldId id="263"/>
            <p14:sldId id="2147481728"/>
            <p14:sldId id="276"/>
            <p14:sldId id="2147481712"/>
            <p14:sldId id="2147481680"/>
            <p14:sldId id="5112"/>
            <p14:sldId id="2147481672"/>
            <p14:sldId id="2147481681"/>
            <p14:sldId id="1008"/>
            <p14:sldId id="2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DEA66DC4-FA32-A0B9-6798-C07B7D483537}" name="Tracie Valentino" initials="TV" userId="S::tracie.valentino@gartner.com::d210d26e-81a2-450b-9bda-2e853d352f6a" providerId="AD"/>
  <p188:author id="{69356CCF-29D1-70B7-FE65-53C4050E74F1}" name="Maureen Johnson" initials="MJ" userId="S::Maureen.Johnson@gartner.com::90dbf711-2323-48c6-8fab-a608b913e366"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font" Target="fonts/font8.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6.fntdata"/><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19120589174755254"/>
          <c:y val="3.0864197530864196E-2"/>
          <c:w val="0.74618033166590969"/>
          <c:h val="0.83170176355539804"/>
        </c:manualLayout>
      </c:layout>
      <c:barChart>
        <c:barDir val="bar"/>
        <c:grouping val="clustered"/>
        <c:varyColors val="0"/>
        <c:ser>
          <c:idx val="0"/>
          <c:order val="0"/>
          <c:tx>
            <c:strRef>
              <c:f>Sheet1!$A$2</c:f>
              <c:strCache>
                <c:ptCount val="1"/>
                <c:pt idx="0">
                  <c:v>Series 1</c:v>
                </c:pt>
              </c:strCache>
            </c:strRef>
          </c:tx>
          <c:spPr>
            <a:solidFill>
              <a:srgbClr val="002869"/>
            </a:solidFill>
            <a:ln w="12700">
              <a:noFill/>
            </a:ln>
          </c:spPr>
          <c:invertIfNegative val="0"/>
          <c:dPt>
            <c:idx val="0"/>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C15C-497C-8632-5DE9B2719A56}"/>
              </c:ext>
            </c:extLst>
          </c:dPt>
          <c:dPt>
            <c:idx val="1"/>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C15C-497C-8632-5DE9B2719A56}"/>
              </c:ext>
            </c:extLst>
          </c:dPt>
          <c:dPt>
            <c:idx val="2"/>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C15C-497C-8632-5DE9B2719A56}"/>
              </c:ext>
            </c:extLst>
          </c:dPt>
          <c:dPt>
            <c:idx val="3"/>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C15C-497C-8632-5DE9B2719A56}"/>
              </c:ext>
            </c:extLst>
          </c:dPt>
          <c:dPt>
            <c:idx val="4"/>
            <c:invertIfNegative val="0"/>
            <c:bubble3D val="0"/>
            <c:spPr>
              <a:solidFill>
                <a:srgbClr val="0057AF"/>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9-C15C-497C-8632-5DE9B2719A56}"/>
              </c:ext>
            </c:extLst>
          </c:dPt>
          <c:dPt>
            <c:idx val="5"/>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B-C15C-497C-8632-5DE9B2719A56}"/>
              </c:ext>
            </c:extLst>
          </c:dPt>
          <c:dPt>
            <c:idx val="6"/>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D-C15C-497C-8632-5DE9B2719A56}"/>
              </c:ext>
            </c:extLst>
          </c:dPt>
          <c:dPt>
            <c:idx val="7"/>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F-C15C-497C-8632-5DE9B2719A56}"/>
              </c:ext>
            </c:extLst>
          </c:dPt>
          <c:dPt>
            <c:idx val="8"/>
            <c:invertIfNegative val="0"/>
            <c:bubble3D val="0"/>
            <c:spPr>
              <a:solidFill>
                <a:srgbClr val="002869"/>
              </a:solidFill>
              <a:ln w="12700">
                <a:noFill/>
              </a:ln>
              <a:effectLst/>
            </c:spPr>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11-C15C-497C-8632-5DE9B2719A56}"/>
              </c:ext>
            </c:extLst>
          </c:dPt>
          <c:dLbls>
            <c:numFmt formatCode="0%" sourceLinked="0"/>
            <c:spPr>
              <a:noFill/>
              <a:ln>
                <a:noFill/>
              </a:ln>
              <a:effectLst/>
            </c:spPr>
            <c:dLblPos val="outEnd"/>
            <c:showLegendKey val="0"/>
            <c:showVal val="1"/>
            <c:showCatName val="0"/>
            <c:showSerName val="0"/>
            <c:showPercent val="0"/>
            <c:showBubbleSize val="0"/>
            <c:showLeaderLines val="0"/>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12700">
                      <a:solidFill>
                        <a:srgbClr val="002869"/>
                      </a:solidFill>
                    </a:ln>
                  </c:spPr>
                </c15:leaderLines>
              </c:ext>
            </c:extLst>
          </c:dLbls>
          <c:cat>
            <c:strRef>
              <c:f>Sheet1!$B$1:$J$1</c:f>
              <c:strCache>
                <c:ptCount val="9"/>
                <c:pt idx="0">
                  <c:v>Group 1</c:v>
                </c:pt>
                <c:pt idx="1">
                  <c:v>Group 2</c:v>
                </c:pt>
                <c:pt idx="2">
                  <c:v>Group 3</c:v>
                </c:pt>
                <c:pt idx="3">
                  <c:v>Group 4</c:v>
                </c:pt>
                <c:pt idx="4">
                  <c:v>Group 5</c:v>
                </c:pt>
                <c:pt idx="5">
                  <c:v>Group 6</c:v>
                </c:pt>
                <c:pt idx="6">
                  <c:v>Group 7</c:v>
                </c:pt>
                <c:pt idx="7">
                  <c:v>Group 8</c:v>
                </c:pt>
                <c:pt idx="8">
                  <c:v>Group 9</c:v>
                </c:pt>
              </c:strCache>
            </c:strRef>
          </c:cat>
          <c:val>
            <c:numRef>
              <c:f>Sheet1!$B$2:$J$2</c:f>
              <c:numCache>
                <c:formatCode>0%</c:formatCode>
                <c:ptCount val="9"/>
                <c:pt idx="0">
                  <c:v>1.117318E-2</c:v>
                </c:pt>
                <c:pt idx="1">
                  <c:v>0.11173184</c:v>
                </c:pt>
                <c:pt idx="2">
                  <c:v>9.4972069999999992E-2</c:v>
                </c:pt>
                <c:pt idx="3">
                  <c:v>7.8212290000000004E-2</c:v>
                </c:pt>
                <c:pt idx="4">
                  <c:v>0.17877095000000001</c:v>
                </c:pt>
                <c:pt idx="5">
                  <c:v>0.10055865999999999</c:v>
                </c:pt>
                <c:pt idx="6">
                  <c:v>0.1452514</c:v>
                </c:pt>
                <c:pt idx="7">
                  <c:v>0.10614525</c:v>
                </c:pt>
                <c:pt idx="8">
                  <c:v>0.16201117000000001</c:v>
                </c:pt>
              </c:numCache>
            </c:numRef>
          </c:val>
          <c:extLst xmlns:a14="http://schemas.microsoft.com/office/drawing/2010/main"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14-C15C-497C-8632-5DE9B2719A56}"/>
            </c:ext>
          </c:extLst>
        </c:ser>
        <c:dLbls>
          <c:dLblPos val="outEnd"/>
          <c:showLegendKey val="0"/>
          <c:showVal val="1"/>
          <c:showCatName val="0"/>
          <c:showSerName val="0"/>
          <c:showPercent val="0"/>
          <c:showBubbleSize val="0"/>
        </c:dLbls>
        <c:gapWidth val="100"/>
        <c:axId val="608107176"/>
        <c:axId val="605581384"/>
      </c:barChart>
      <c:catAx>
        <c:axId val="608107176"/>
        <c:scaling>
          <c:orientation val="maxMin"/>
        </c:scaling>
        <c:delete val="0"/>
        <c:axPos val="l"/>
        <c:numFmt formatCode="General" sourceLinked="1"/>
        <c:majorTickMark val="none"/>
        <c:minorTickMark val="none"/>
        <c:tickLblPos val="nextTo"/>
        <c:spPr>
          <a:noFill/>
          <a:ln w="19050" cap="flat" cmpd="sng" algn="ctr">
            <a:solidFill>
              <a:srgbClr val="707996"/>
            </a:solidFill>
            <a:prstDash val="solid"/>
            <a:round/>
          </a:ln>
          <a:effectLst/>
        </c:spPr>
        <c:txPr>
          <a:bodyPr/>
          <a:lstStyle/>
          <a:p>
            <a:pPr algn="r">
              <a:defRPr b="0"/>
            </a:pPr>
            <a:endParaRPr lang="en-US"/>
          </a:p>
        </c:txPr>
        <c:crossAx val="605581384"/>
        <c:crosses val="autoZero"/>
        <c:auto val="1"/>
        <c:lblAlgn val="ctr"/>
        <c:lblOffset val="100"/>
        <c:noMultiLvlLbl val="0"/>
      </c:catAx>
      <c:valAx>
        <c:axId val="605581384"/>
        <c:scaling>
          <c:orientation val="minMax"/>
        </c:scaling>
        <c:delete val="0"/>
        <c:axPos val="b"/>
        <c:title>
          <c:overlay val="0"/>
          <c:txPr>
            <a:bodyPr/>
            <a:lstStyle/>
            <a:p>
              <a:pPr>
                <a:defRPr b="0"/>
              </a:pPr>
              <a:endParaRPr lang="en-US"/>
            </a:p>
          </c:txPr>
        </c:title>
        <c:numFmt formatCode="0%" sourceLinked="0"/>
        <c:majorTickMark val="none"/>
        <c:minorTickMark val="none"/>
        <c:tickLblPos val="nextTo"/>
        <c:spPr>
          <a:noFill/>
          <a:ln w="19050" cap="flat" cmpd="sng" algn="ctr">
            <a:solidFill>
              <a:srgbClr val="707996"/>
            </a:solidFill>
            <a:prstDash val="solid"/>
            <a:round/>
          </a:ln>
          <a:effectLst/>
        </c:spPr>
        <c:txPr>
          <a:bodyPr/>
          <a:lstStyle/>
          <a:p>
            <a:pPr>
              <a:defRPr b="0"/>
            </a:pPr>
            <a:endParaRPr lang="en-US"/>
          </a:p>
        </c:txPr>
        <c:crossAx val="608107176"/>
        <c:crosses val="max"/>
        <c:crossBetween val="between"/>
        <c:majorUnit val="0.1"/>
      </c:valAx>
      <c:spPr>
        <a:noFill/>
        <a:extLst>
          <a:ext uri="{909E8E84-426E-40DD-AFC4-6F175D3DCCD1}">
            <a14:hiddenFill xmlns:a14="http://schemas.microsoft.com/office/drawing/2010/main">
              <a:noFill/>
            </a14:hiddenFill>
          </a:ext>
        </a:extLst>
      </c:spPr>
    </c:plotArea>
    <c:plotVisOnly val="1"/>
    <c:dispBlanksAs val="gap"/>
    <c:showDLblsOverMax val="0"/>
  </c:chart>
  <c:spPr>
    <a:solidFill>
      <a:srgbClr val="FFFFFF"/>
    </a:solidFill>
    <a:ln w="6350" cap="flat" cmpd="sng" algn="ctr">
      <a:noFill/>
      <a:prstDash val="solid"/>
      <a:miter lim="800000"/>
    </a:ln>
    <a:effectLst/>
    <a:extLst>
      <a:ext uri="{91240B29-F687-4F45-9708-019B960494DF}">
        <a14:hiddenLine xmlns:a14="http://schemas.microsoft.com/office/drawing/2010/main" w="6350" cap="flat" cmpd="sng" algn="ctr">
          <a:noFill/>
          <a:prstDash val="solid"/>
          <a:miter lim="800000"/>
        </a14:hiddenLine>
      </a:ext>
    </a:extLst>
  </c:spPr>
  <c:txPr>
    <a:bodyPr/>
    <a:lstStyle/>
    <a:p>
      <a:pPr>
        <a:defRPr sz="1400" b="1">
          <a:solidFill>
            <a:schemeClr val="tx1"/>
          </a:solidFill>
          <a:latin typeface="+mn-lt"/>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0.69092</cdr:x>
      <cdr:y>0.11735</cdr:y>
    </cdr:from>
    <cdr:to>
      <cdr:x>0.98779</cdr:x>
      <cdr:y>0.40497</cdr:y>
    </cdr:to>
    <cdr:grpSp>
      <cdr:nvGrpSpPr>
        <cdr:cNvPr id="12" name="Group 11">
          <a:extLst xmlns:a="http://schemas.openxmlformats.org/drawingml/2006/main">
            <a:ext uri="{FF2B5EF4-FFF2-40B4-BE49-F238E27FC236}">
              <a16:creationId xmlns:a16="http://schemas.microsoft.com/office/drawing/2014/main" id="{C0951BF0-3DFE-B901-2030-8EC0EEB52AB4}"/>
            </a:ext>
          </a:extLst>
        </cdr:cNvPr>
        <cdr:cNvGrpSpPr/>
      </cdr:nvGrpSpPr>
      <cdr:grpSpPr>
        <a:xfrm xmlns:a="http://schemas.openxmlformats.org/drawingml/2006/main">
          <a:off x="3798429" y="524043"/>
          <a:ext cx="1632084" cy="1284406"/>
          <a:chOff x="3865519" y="524055"/>
          <a:chExt cx="1632120" cy="1284388"/>
        </a:xfrm>
      </cdr:grpSpPr>
      <cdr:cxnSp macro="">
        <cdr:nvCxnSpPr>
          <cdr:cNvPr id="2" name="Shape 22">
            <a:extLst xmlns:a="http://schemas.openxmlformats.org/drawingml/2006/main">
              <a:ext uri="{FF2B5EF4-FFF2-40B4-BE49-F238E27FC236}">
                <a16:creationId xmlns:a16="http://schemas.microsoft.com/office/drawing/2014/main" id="{DCC5EACF-BE73-770D-3230-CA2B376D37F6}"/>
              </a:ext>
            </a:extLst>
          </cdr:cNvPr>
          <cdr:cNvCxnSpPr/>
        </cdr:nvCxnSpPr>
        <cdr:spPr>
          <a:xfrm xmlns:a="http://schemas.openxmlformats.org/drawingml/2006/main">
            <a:off x="4182854" y="1416084"/>
            <a:ext cx="0" cy="392359"/>
          </a:xfrm>
          <a:prstGeom xmlns:a="http://schemas.openxmlformats.org/drawingml/2006/main" prst="straightConnector1">
            <a:avLst/>
          </a:prstGeom>
          <a:noFill xmlns:a="http://schemas.openxmlformats.org/drawingml/2006/main"/>
          <a:ln xmlns:a="http://schemas.openxmlformats.org/drawingml/2006/main" w="19050" cap="flat" cmpd="sng">
            <a:solidFill>
              <a:srgbClr val="E36135"/>
            </a:solidFill>
            <a:prstDash val="solid"/>
            <a:round/>
            <a:headEnd type="none" w="lg" len="med"/>
            <a:tailEnd type="triangle" w="lg" len="med"/>
          </a:ln>
        </cdr:spPr>
      </cdr:cxnSp>
      <cdr:sp macro="" textlink="">
        <cdr:nvSpPr>
          <cdr:cNvPr id="3" name="TextBox 76">
            <a:extLst xmlns:a="http://schemas.openxmlformats.org/drawingml/2006/main">
              <a:ext uri="{FF2B5EF4-FFF2-40B4-BE49-F238E27FC236}">
                <a16:creationId xmlns:a16="http://schemas.microsoft.com/office/drawing/2014/main" id="{CAD051C7-198F-B19B-4CB3-A2CE4F910F1F}"/>
              </a:ext>
            </a:extLst>
          </cdr:cNvPr>
          <cdr:cNvSpPr txBox="1"/>
        </cdr:nvSpPr>
        <cdr:spPr>
          <a:xfrm xmlns:a="http://schemas.openxmlformats.org/drawingml/2006/main">
            <a:off x="3865519" y="524055"/>
            <a:ext cx="1632120" cy="923330"/>
          </a:xfrm>
          <a:prstGeom xmlns:a="http://schemas.openxmlformats.org/drawingml/2006/main" prst="rect">
            <a:avLst/>
          </a:prstGeom>
          <a:solidFill xmlns:a="http://schemas.openxmlformats.org/drawingml/2006/main">
            <a:srgbClr val="FFFFFF"/>
          </a:solidFill>
          <a:ln xmlns:a="http://schemas.openxmlformats.org/drawingml/2006/main" w="19050">
            <a:solidFill>
              <a:srgbClr val="E36135"/>
            </a:solidFill>
          </a:ln>
        </cdr:spPr>
        <cdr:txBody>
          <a:bodyPr xmlns:a="http://schemas.openxmlformats.org/drawingml/2006/main" wrap="square" lIns="91440" tIns="91440" rIns="91440" bIns="91440" rtlCol="0" anchor="ctr" anchorCtr="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l">
              <a:spcBef>
                <a:spcPts val="600"/>
              </a:spcBef>
            </a:pPr>
            <a:r>
              <a:rPr lang="en-US" sz="1200" dirty="0"/>
              <a:t>Use a sunstone outlined callout box to highlight your key take-away.</a:t>
            </a:r>
          </a:p>
        </cdr:txBody>
      </cdr:sp>
    </cdr:grp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8/17/26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a:t>Ver 2026-0331</a:t>
            </a:r>
            <a:endParaRPr lang="en-US" dirty="0"/>
          </a:p>
          <a:p>
            <a:endParaRPr lang="en-US" dirty="0"/>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100605"/>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nvPr>
        </p:nvSpPr>
        <p:spPr>
          <a:xfrm>
            <a:off x="1333500" y="658813"/>
            <a:ext cx="41910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E98F14E-8ABA-4B92-C23A-0F4FB3CEA937}"/>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5187EE2D-05B0-0CCB-08B9-2E7C477368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078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10E19-F8FF-61D2-518A-C680AE32A078}"/>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5AB28775-894D-6A13-B751-CD4F28DC829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7810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99752-5848-2A22-3452-79C520C34030}"/>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C2D773FD-54D6-FD4F-5D7D-5E6B0FAC317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97504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264180A-087F-8111-F03A-D67B00E66F32}"/>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92F363C1-5566-EBEF-5106-D8BC027D5A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93849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8AAAC4-64C0-CC95-EC1C-9A6069628CBC}"/>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32E792EC-2788-7169-8B25-DC9003BD0D6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32157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4AEA5-72BF-F7CE-44A1-D107B4004FB7}"/>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45545284-7AE0-C169-7089-4CA589C30A4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48647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BC42E-980C-E591-F9A2-5F8EB58B418B}"/>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D8ADFFD4-F47B-FA47-4D56-3115A612049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44978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17246-3C8F-4369-10F6-3FFCBDF3E849}"/>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481D37A5-BD0B-7923-35B0-98C9A431A6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0813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9DFEC-727C-66B2-1DE4-535C0BDF5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2F309-E50F-C70E-B1D6-199362C36D01}"/>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235FA2B0-7CDF-7BEB-8709-B59DD35DA59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2679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7C57E-FB3F-D095-C907-84F844C79A09}"/>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F6AAB3E0-C190-0438-4D8F-FDE6178CBA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90848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B310FC5-34C6-5133-3525-B95D4F008AFD}"/>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37390EAB-75B3-7EBB-674C-89106447CF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75817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4C7F6-7B88-A8AA-D024-CCCE71E7E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753C3-0DE1-3DFA-284C-81D068985D93}"/>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E6684E61-2453-42DE-7B69-6453485881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12044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031D023-AE71-4071-3A8E-9A877BE14CC9}"/>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58808273-1497-469D-1421-48F81EDC0D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83414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8F723F9-C1A9-89B3-5E2F-CBACF8A97E04}"/>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6CFC0A83-A1B4-7B75-65DF-6C54F56BEE4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3819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9298097-17D8-19E0-39FF-F2E0DB340D66}"/>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27D68342-8CF3-D4BF-240D-0C8C49A4845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13182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6E32-6511-9A67-5D4E-248D936D6745}"/>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7DA3BD92-7D1F-B52F-27BC-555817B1C4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16445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3D75D-27A3-1036-A913-34C55D053B80}"/>
              </a:ext>
            </a:extLst>
          </p:cNvPr>
          <p:cNvSpPr>
            <a:spLocks noGrp="1" noRot="1" noChangeAspect="1"/>
          </p:cNvSpPr>
          <p:nvPr>
            <p:ph type="sldImg"/>
          </p:nvPr>
        </p:nvSpPr>
        <p:spPr>
          <a:xfrm>
            <a:off x="1333500" y="658813"/>
            <a:ext cx="4191000" cy="2357437"/>
          </a:xfrm>
        </p:spPr>
      </p:sp>
      <p:sp>
        <p:nvSpPr>
          <p:cNvPr id="3" name="Notes Placeholder 2">
            <a:extLst>
              <a:ext uri="{FF2B5EF4-FFF2-40B4-BE49-F238E27FC236}">
                <a16:creationId xmlns:a16="http://schemas.microsoft.com/office/drawing/2014/main" id="{EBF65CBF-2EDB-A9BA-B1BD-53C8C4F3999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07108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dirty="0"/>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wrap="square"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36028393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4047E553-9C10-4250-83E7-926707F4C9B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9C7C6CD-321D-A3C9-38AD-E041A27197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6E4411D4-0E67-5435-14D5-254139745768}"/>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04569A21-AACA-ECE0-9455-DBA748FB7A62}"/>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21784C-48D5-8D03-3431-F3D3EE8E099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8F615C7-825E-6714-071A-8D8043F1B80F}"/>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3.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52" r:id="rId1"/>
    <p:sldLayoutId id="2147483929" r:id="rId2"/>
    <p:sldLayoutId id="2147483854" r:id="rId3"/>
    <p:sldLayoutId id="2147483855" r:id="rId4"/>
    <p:sldLayoutId id="2147483856" r:id="rId5"/>
    <p:sldLayoutId id="2147483857" r:id="rId6"/>
    <p:sldLayoutId id="2147483858" r:id="rId7"/>
    <p:sldLayoutId id="2147483859" r:id="rId8"/>
    <p:sldLayoutId id="2147483860" r:id="rId9"/>
    <p:sldLayoutId id="2147483943" r:id="rId10"/>
    <p:sldLayoutId id="2147483944" r:id="rId11"/>
    <p:sldLayoutId id="2147483948" r:id="rId12"/>
    <p:sldLayoutId id="2147483947" r:id="rId13"/>
    <p:sldLayoutId id="2147483867" r:id="rId14"/>
    <p:sldLayoutId id="2147483941" r:id="rId15"/>
    <p:sldLayoutId id="2147483949"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tnr.it/2LenQ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inside.gartner.com/Interact/Pages/Content/Document.aspx?id=2908&amp;SearchId=30415203"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brand.gartner.com/content/index/guid/image_library?parent=10"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hyperlink" Target="https://gartner365.sharepoint.com/sites/Launchpad/SitePages/Graphics-Library.aspx" TargetMode="External"/><Relationship Id="rId4" Type="http://schemas.openxmlformats.org/officeDocument/2006/relationships/hyperlink" Target="https://brand.gartner.com/content/index/guid/corporate_powerpoint_3?parent=34"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gtnr.it/2OVO6b5"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gtnr.it/36b7y9y"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gtnr.it/2rlmZgI"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chart" Target="../charts/chart1.xml"/><Relationship Id="rId4" Type="http://schemas.openxmlformats.org/officeDocument/2006/relationships/hyperlink" Target="https://gartner365.sharepoint.com/sites/Launchpad/SitePages/Graphics-Library.aspx"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brand.gartner.com/content/index/guid/icons_2?parent=35&amp;list_size=24&amp;assettag%5b587%5d%5b%5d=653&amp;sort_order=most_recent"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brand.gartner.com/content/index/guid/icons_2?parent=35&amp;list_size=24&amp;assettag%5b587%5d%5b%5d=653&amp;sort_order=most_recent"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AD108D-BB58-724B-E16A-E24ECD77937C}"/>
              </a:ext>
            </a:extLst>
          </p:cNvPr>
          <p:cNvSpPr>
            <a:spLocks noGrp="1"/>
          </p:cNvSpPr>
          <p:nvPr>
            <p:ph type="ctrTitle"/>
          </p:nvPr>
        </p:nvSpPr>
        <p:spPr>
          <a:xfrm>
            <a:off x="1371600" y="2149713"/>
            <a:ext cx="8426918" cy="2185214"/>
          </a:xfrm>
        </p:spPr>
        <p:txBody>
          <a:bodyPr/>
          <a:lstStyle/>
          <a:p>
            <a:endParaRPr lang="en-US" dirty="0"/>
          </a:p>
        </p:txBody>
      </p:sp>
      <p:sp>
        <p:nvSpPr>
          <p:cNvPr id="11" name="Subtitle 10">
            <a:extLst>
              <a:ext uri="{FF2B5EF4-FFF2-40B4-BE49-F238E27FC236}">
                <a16:creationId xmlns:a16="http://schemas.microsoft.com/office/drawing/2014/main" id="{4EC3D150-5641-23F2-B13B-CD41FB7E5972}"/>
              </a:ext>
            </a:extLst>
          </p:cNvPr>
          <p:cNvSpPr>
            <a:spLocks noGrp="1"/>
          </p:cNvSpPr>
          <p:nvPr>
            <p:ph type="subTitle" idx="1"/>
          </p:nvPr>
        </p:nvSpPr>
        <p:spPr/>
        <p:txBody>
          <a:bodyPr/>
          <a:lstStyle/>
          <a:p>
            <a:endParaRPr lang="en-US" dirty="0"/>
          </a:p>
        </p:txBody>
      </p:sp>
      <p:grpSp>
        <p:nvGrpSpPr>
          <p:cNvPr id="10" name="Group 9" hidden="1">
            <a:extLst>
              <a:ext uri="{FF2B5EF4-FFF2-40B4-BE49-F238E27FC236}">
                <a16:creationId xmlns:a16="http://schemas.microsoft.com/office/drawing/2014/main" id="{E8B14D26-73D5-7724-3AAF-CFDBCDAE0C20}"/>
              </a:ext>
            </a:extLst>
          </p:cNvPr>
          <p:cNvGrpSpPr/>
          <p:nvPr/>
        </p:nvGrpSpPr>
        <p:grpSpPr>
          <a:xfrm>
            <a:off x="-839787" y="2254488"/>
            <a:ext cx="628650" cy="638175"/>
            <a:chOff x="1524000" y="1892538"/>
            <a:chExt cx="628650" cy="638175"/>
          </a:xfrm>
        </p:grpSpPr>
        <p:cxnSp>
          <p:nvCxnSpPr>
            <p:cNvPr id="7" name="Straight Connector 6">
              <a:extLst>
                <a:ext uri="{FF2B5EF4-FFF2-40B4-BE49-F238E27FC236}">
                  <a16:creationId xmlns:a16="http://schemas.microsoft.com/office/drawing/2014/main" id="{11E3F0AD-1321-4D63-D89E-A2C2A0167524}"/>
                </a:ext>
              </a:extLst>
            </p:cNvPr>
            <p:cNvCxnSpPr/>
            <p:nvPr/>
          </p:nvCxnSpPr>
          <p:spPr>
            <a:xfrm>
              <a:off x="1524000" y="1892538"/>
              <a:ext cx="0" cy="638175"/>
            </a:xfrm>
            <a:prstGeom prst="line">
              <a:avLst/>
            </a:prstGeom>
            <a:noFill/>
            <a:ln w="190500" cap="flat" cmpd="sng">
              <a:solidFill>
                <a:srgbClr val="707996"/>
              </a:solidFill>
              <a:prstDash val="solid"/>
              <a:round/>
              <a:headEnd type="none" w="lg" len="med"/>
              <a:tailEnd type="none" w="lg" len="med"/>
            </a:ln>
          </p:spPr>
        </p:cxnSp>
        <p:cxnSp>
          <p:nvCxnSpPr>
            <p:cNvPr id="9" name="Straight Connector 8">
              <a:extLst>
                <a:ext uri="{FF2B5EF4-FFF2-40B4-BE49-F238E27FC236}">
                  <a16:creationId xmlns:a16="http://schemas.microsoft.com/office/drawing/2014/main" id="{D80AA33C-716C-4A0B-9E8F-6880972D80E8}"/>
                </a:ext>
              </a:extLst>
            </p:cNvPr>
            <p:cNvCxnSpPr/>
            <p:nvPr/>
          </p:nvCxnSpPr>
          <p:spPr>
            <a:xfrm>
              <a:off x="1584325" y="1892538"/>
              <a:ext cx="568325" cy="0"/>
            </a:xfrm>
            <a:prstGeom prst="line">
              <a:avLst/>
            </a:prstGeom>
            <a:noFill/>
            <a:ln w="190500" cap="flat" cmpd="sng">
              <a:solidFill>
                <a:srgbClr val="707996"/>
              </a:solidFill>
              <a:prstDash val="solid"/>
              <a:round/>
              <a:headEnd type="none" w="lg" len="med"/>
              <a:tailEnd type="none" w="lg" len="med"/>
            </a:ln>
          </p:spPr>
        </p:cxnSp>
      </p:grpSp>
      <p:sp>
        <p:nvSpPr>
          <p:cNvPr id="5" name="Shape 1">
            <a:extLst>
              <a:ext uri="{FF2B5EF4-FFF2-40B4-BE49-F238E27FC236}">
                <a16:creationId xmlns:a16="http://schemas.microsoft.com/office/drawing/2014/main" id="{C62AB024-BD02-8743-5915-742DD4AA9533}"/>
              </a:ext>
            </a:extLst>
          </p:cNvPr>
          <p:cNvSpPr/>
          <p:nvPr/>
        </p:nvSpPr>
        <p:spPr>
          <a:xfrm>
            <a:off x="12264485" y="312762"/>
            <a:ext cx="2118837" cy="6140142"/>
          </a:xfrm>
          <a:prstGeom prst="rect">
            <a:avLst/>
          </a:prstGeom>
          <a:solidFill>
            <a:srgbClr val="FFFFFF"/>
          </a:solidFill>
          <a:ln>
            <a:solidFill>
              <a:srgbClr val="DE0A0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pPr>
            <a:r>
              <a:rPr lang="en-US" sz="1400" b="1" dirty="0">
                <a:solidFill>
                  <a:srgbClr val="DE0A01"/>
                </a:solidFill>
              </a:rPr>
              <a:t>Read and delete box. </a:t>
            </a:r>
            <a:endParaRPr lang="en-US" sz="1100" dirty="0">
              <a:solidFill>
                <a:srgbClr val="DE0A01"/>
              </a:solidFill>
            </a:endParaRPr>
          </a:p>
          <a:p>
            <a:pPr>
              <a:spcBef>
                <a:spcPts val="1200"/>
              </a:spcBef>
            </a:pPr>
            <a:r>
              <a:rPr lang="en-US" sz="1100" b="1" dirty="0">
                <a:solidFill>
                  <a:srgbClr val="DE0A01"/>
                </a:solidFill>
              </a:rPr>
              <a:t>Focus Frames are attached </a:t>
            </a:r>
            <a:r>
              <a:rPr lang="en-US" sz="1100" dirty="0">
                <a:solidFill>
                  <a:srgbClr val="DE0A01"/>
                </a:solidFill>
              </a:rPr>
              <a:t>to the Title text. When the width or height of the text box changes, the Focus Frames move with it.</a:t>
            </a:r>
          </a:p>
          <a:p>
            <a:pPr>
              <a:spcBef>
                <a:spcPts val="1200"/>
              </a:spcBef>
            </a:pPr>
            <a:r>
              <a:rPr lang="en-US" sz="1100" b="1" dirty="0">
                <a:solidFill>
                  <a:srgbClr val="DE0A01"/>
                </a:solidFill>
              </a:rPr>
              <a:t>If your title is too long or short</a:t>
            </a:r>
            <a:r>
              <a:rPr lang="en-US" sz="1100" dirty="0">
                <a:solidFill>
                  <a:srgbClr val="DE0A01"/>
                </a:solidFill>
              </a:rPr>
              <a:t>, increase of decrease the width of the title text box to fit the slide area. If the text still doesn't fit, decrease the font size appropriately.</a:t>
            </a:r>
          </a:p>
          <a:p>
            <a:pPr>
              <a:spcBef>
                <a:spcPts val="1200"/>
              </a:spcBef>
            </a:pPr>
            <a:r>
              <a:rPr lang="en-US" sz="1100" b="1" dirty="0">
                <a:solidFill>
                  <a:srgbClr val="DE0A01"/>
                </a:solidFill>
              </a:rPr>
              <a:t>Move the Presenter Name text box</a:t>
            </a:r>
            <a:r>
              <a:rPr lang="en-US" sz="1100" dirty="0">
                <a:solidFill>
                  <a:srgbClr val="DE0A01"/>
                </a:solidFill>
              </a:rPr>
              <a:t>, up or down using the Shift key, to stay within the Focus Frame area.</a:t>
            </a:r>
          </a:p>
          <a:p>
            <a:pPr>
              <a:spcBef>
                <a:spcPts val="1200"/>
              </a:spcBef>
            </a:pPr>
            <a:r>
              <a:rPr lang="en-US" sz="1100" b="1" dirty="0">
                <a:solidFill>
                  <a:srgbClr val="DE0A01"/>
                </a:solidFill>
              </a:rPr>
              <a:t>For PowerPoint resources</a:t>
            </a:r>
            <a:r>
              <a:rPr lang="en-US" sz="1100" dirty="0">
                <a:solidFill>
                  <a:srgbClr val="DE0A01"/>
                </a:solidFill>
              </a:rPr>
              <a:t>: </a:t>
            </a:r>
            <a:r>
              <a:rPr lang="en-US" sz="1100" dirty="0">
                <a:solidFill>
                  <a:srgbClr val="DE0A01"/>
                </a:solidFill>
                <a:hlinkClick r:id="rId3"/>
              </a:rPr>
              <a:t>https://gtnr.it</a:t>
            </a:r>
            <a:r>
              <a:rPr lang="en-US" sz="1100">
                <a:solidFill>
                  <a:srgbClr val="DE0A01"/>
                </a:solidFill>
                <a:hlinkClick r:id="rId3"/>
              </a:rPr>
              <a:t>/2LenQIT</a:t>
            </a:r>
            <a:br>
              <a:rPr lang="en-US" sz="1100">
                <a:solidFill>
                  <a:srgbClr val="DE0A01"/>
                </a:solidFill>
              </a:rPr>
            </a:br>
            <a:r>
              <a:rPr lang="en-US" sz="1100">
                <a:solidFill>
                  <a:srgbClr val="DE0A01"/>
                </a:solidFill>
              </a:rPr>
              <a:t>You’ll </a:t>
            </a:r>
            <a:r>
              <a:rPr lang="en-US" sz="1100" dirty="0">
                <a:solidFill>
                  <a:srgbClr val="DE0A01"/>
                </a:solidFill>
              </a:rPr>
              <a:t>find a partial set of starter graphs, icons, etc. to download. The full image library is on the Brand Center in the Resources menu.</a:t>
            </a:r>
          </a:p>
          <a:p>
            <a:pPr>
              <a:spcBef>
                <a:spcPts val="1200"/>
              </a:spcBef>
            </a:pPr>
            <a:r>
              <a:rPr lang="en-US" sz="1100" b="1" dirty="0">
                <a:solidFill>
                  <a:srgbClr val="DE0A01"/>
                </a:solidFill>
              </a:rPr>
              <a:t>Note all slide layouts are available with either a dark (for on-screen) or light (for printing) background</a:t>
            </a:r>
            <a:r>
              <a:rPr lang="en-US" sz="1100" dirty="0">
                <a:solidFill>
                  <a:srgbClr val="DE0A01"/>
                </a:solidFill>
              </a:rPr>
              <a:t>. Additional options are available via the “New Slide” or “Layout” menus in the toolbar.</a:t>
            </a: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ahyp="http://schemas.microsoft.com/office/drawing/2018/hyperlinkcolor" xmlns:a16="http://schemas.microsoft.com/office/drawing/2014/main"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ABABC-8BA9-9182-6787-1A4A51635566}"/>
              </a:ext>
            </a:extLst>
          </p:cNvPr>
          <p:cNvSpPr>
            <a:spLocks noGrp="1"/>
          </p:cNvSpPr>
          <p:nvPr>
            <p:ph type="title"/>
          </p:nvPr>
        </p:nvSpPr>
        <p:spPr/>
        <p:txBody>
          <a:bodyPr/>
          <a:lstStyle/>
          <a:p>
            <a:r>
              <a:rPr lang="en-US" dirty="0"/>
              <a:t>Adjusting The Title Slide Text Boxes</a:t>
            </a:r>
          </a:p>
        </p:txBody>
      </p:sp>
      <p:sp>
        <p:nvSpPr>
          <p:cNvPr id="5" name="TextBox 4">
            <a:extLst>
              <a:ext uri="{FF2B5EF4-FFF2-40B4-BE49-F238E27FC236}">
                <a16:creationId xmlns:a16="http://schemas.microsoft.com/office/drawing/2014/main" id="{4267472F-5C84-6DEA-C3E4-A3664062040B}"/>
              </a:ext>
            </a:extLst>
          </p:cNvPr>
          <p:cNvSpPr txBox="1"/>
          <p:nvPr/>
        </p:nvSpPr>
        <p:spPr>
          <a:xfrm>
            <a:off x="457200" y="4026183"/>
            <a:ext cx="3505200" cy="923330"/>
          </a:xfrm>
          <a:prstGeom prst="rect">
            <a:avLst/>
          </a:prstGeom>
          <a:noFill/>
        </p:spPr>
        <p:txBody>
          <a:bodyPr wrap="square" lIns="0" tIns="45720" rIns="0" bIns="45720" rtlCol="0" anchor="t">
            <a:spAutoFit/>
          </a:bodyPr>
          <a:lstStyle/>
          <a:p>
            <a:pPr algn="l">
              <a:spcBef>
                <a:spcPts val="600"/>
              </a:spcBef>
            </a:pPr>
            <a:r>
              <a:rPr lang="en-US"/>
              <a:t>Widen the Title text box if the Title text overlaps the Presenter Name text box.</a:t>
            </a:r>
          </a:p>
        </p:txBody>
      </p:sp>
      <p:sp>
        <p:nvSpPr>
          <p:cNvPr id="10" name="TextBox 9">
            <a:extLst>
              <a:ext uri="{FF2B5EF4-FFF2-40B4-BE49-F238E27FC236}">
                <a16:creationId xmlns:a16="http://schemas.microsoft.com/office/drawing/2014/main" id="{BF49ADDA-5E2C-054F-EF3B-D9B5237CA435}"/>
              </a:ext>
            </a:extLst>
          </p:cNvPr>
          <p:cNvSpPr txBox="1"/>
          <p:nvPr/>
        </p:nvSpPr>
        <p:spPr>
          <a:xfrm>
            <a:off x="4298697" y="4026183"/>
            <a:ext cx="3597780" cy="923330"/>
          </a:xfrm>
          <a:prstGeom prst="rect">
            <a:avLst/>
          </a:prstGeom>
          <a:noFill/>
        </p:spPr>
        <p:txBody>
          <a:bodyPr wrap="square" lIns="0" rIns="0" rtlCol="0">
            <a:spAutoFit/>
          </a:bodyPr>
          <a:lstStyle/>
          <a:p>
            <a:pPr>
              <a:spcBef>
                <a:spcPts val="600"/>
              </a:spcBef>
            </a:pPr>
            <a:r>
              <a:rPr lang="en-US"/>
              <a:t>Add an extra text space if the Focus Frame extends too far down. This action resets the text box size.</a:t>
            </a:r>
          </a:p>
        </p:txBody>
      </p:sp>
      <p:sp>
        <p:nvSpPr>
          <p:cNvPr id="16" name="TextBox 15">
            <a:extLst>
              <a:ext uri="{FF2B5EF4-FFF2-40B4-BE49-F238E27FC236}">
                <a16:creationId xmlns:a16="http://schemas.microsoft.com/office/drawing/2014/main" id="{992277A1-0642-6D89-B7AB-8274405D2B2B}"/>
              </a:ext>
            </a:extLst>
          </p:cNvPr>
          <p:cNvSpPr txBox="1"/>
          <p:nvPr/>
        </p:nvSpPr>
        <p:spPr>
          <a:xfrm>
            <a:off x="8140196" y="4026183"/>
            <a:ext cx="3591556" cy="1200329"/>
          </a:xfrm>
          <a:prstGeom prst="rect">
            <a:avLst/>
          </a:prstGeom>
          <a:noFill/>
        </p:spPr>
        <p:txBody>
          <a:bodyPr wrap="square" lIns="0" tIns="45720" rIns="0" bIns="45720" rtlCol="0" anchor="t">
            <a:spAutoFit/>
          </a:bodyPr>
          <a:lstStyle/>
          <a:p>
            <a:pPr>
              <a:spcBef>
                <a:spcPts val="600"/>
              </a:spcBef>
            </a:pPr>
            <a:r>
              <a:rPr lang="en-US"/>
              <a:t>PowerPoint automatically resizes the Focus Frame and text box. The extra text space is no longer needed.</a:t>
            </a:r>
          </a:p>
        </p:txBody>
      </p:sp>
      <p:sp>
        <p:nvSpPr>
          <p:cNvPr id="19" name="TextBox 18">
            <a:extLst>
              <a:ext uri="{FF2B5EF4-FFF2-40B4-BE49-F238E27FC236}">
                <a16:creationId xmlns:a16="http://schemas.microsoft.com/office/drawing/2014/main" id="{FA86F656-E6AE-0414-D8AE-5FC246F452E0}"/>
              </a:ext>
            </a:extLst>
          </p:cNvPr>
          <p:cNvSpPr txBox="1"/>
          <p:nvPr/>
        </p:nvSpPr>
        <p:spPr>
          <a:xfrm>
            <a:off x="463423" y="868680"/>
            <a:ext cx="11274552" cy="307777"/>
          </a:xfrm>
          <a:prstGeom prst="rect">
            <a:avLst/>
          </a:prstGeom>
          <a:noFill/>
        </p:spPr>
        <p:txBody>
          <a:bodyPr wrap="square" lIns="0" tIns="0" rIns="0" bIns="0" anchor="t">
            <a:spAutoFit/>
          </a:bodyPr>
          <a:lstStyle/>
          <a:p>
            <a:r>
              <a:rPr lang="en-US" sz="2000">
                <a:solidFill>
                  <a:srgbClr val="0057AF"/>
                </a:solidFill>
              </a:rPr>
              <a:t>Focus Frames are attached to the Title text placeholder and will adjust size accordingly.</a:t>
            </a:r>
          </a:p>
        </p:txBody>
      </p:sp>
      <p:grpSp>
        <p:nvGrpSpPr>
          <p:cNvPr id="36" name="Group 35">
            <a:extLst>
              <a:ext uri="{FF2B5EF4-FFF2-40B4-BE49-F238E27FC236}">
                <a16:creationId xmlns:a16="http://schemas.microsoft.com/office/drawing/2014/main" id="{6852F605-1068-C3C7-214F-2E5110B9C494}"/>
              </a:ext>
            </a:extLst>
          </p:cNvPr>
          <p:cNvGrpSpPr/>
          <p:nvPr/>
        </p:nvGrpSpPr>
        <p:grpSpPr>
          <a:xfrm>
            <a:off x="8140196" y="1714739"/>
            <a:ext cx="3597780" cy="2023751"/>
            <a:chOff x="8140196" y="1993106"/>
            <a:chExt cx="3597780" cy="2023751"/>
          </a:xfrm>
        </p:grpSpPr>
        <p:pic>
          <p:nvPicPr>
            <p:cNvPr id="31" name="Picture 30">
              <a:extLst>
                <a:ext uri="{FF2B5EF4-FFF2-40B4-BE49-F238E27FC236}">
                  <a16:creationId xmlns:a16="http://schemas.microsoft.com/office/drawing/2014/main" id="{9445B0F9-CAB3-6EB4-E7CD-BF67B187D719}"/>
                </a:ext>
              </a:extLst>
            </p:cNvPr>
            <p:cNvPicPr>
              <a:picLocks noChangeAspect="1"/>
            </p:cNvPicPr>
            <p:nvPr/>
          </p:nvPicPr>
          <p:blipFill>
            <a:blip r:embed="rId3"/>
            <a:stretch>
              <a:fillRect/>
            </a:stretch>
          </p:blipFill>
          <p:spPr>
            <a:xfrm>
              <a:off x="8140196" y="1993106"/>
              <a:ext cx="3597780" cy="2023751"/>
            </a:xfrm>
            <a:prstGeom prst="rect">
              <a:avLst/>
            </a:prstGeom>
          </p:spPr>
        </p:pic>
        <p:sp>
          <p:nvSpPr>
            <p:cNvPr id="32" name="Oval 31">
              <a:extLst>
                <a:ext uri="{FF2B5EF4-FFF2-40B4-BE49-F238E27FC236}">
                  <a16:creationId xmlns:a16="http://schemas.microsoft.com/office/drawing/2014/main" id="{F6009E25-795C-7B6D-475F-F00DDBB57A11}"/>
                </a:ext>
              </a:extLst>
            </p:cNvPr>
            <p:cNvSpPr/>
            <p:nvPr/>
          </p:nvSpPr>
          <p:spPr>
            <a:xfrm>
              <a:off x="10708827" y="2794000"/>
              <a:ext cx="328612" cy="328612"/>
            </a:xfrm>
            <a:prstGeom prst="ellipse">
              <a:avLst/>
            </a:prstGeom>
            <a:noFill/>
            <a:ln w="19050">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39" name="Group 38">
            <a:extLst>
              <a:ext uri="{FF2B5EF4-FFF2-40B4-BE49-F238E27FC236}">
                <a16:creationId xmlns:a16="http://schemas.microsoft.com/office/drawing/2014/main" id="{64285B00-BA03-6282-8B0A-7C23D7D2572A}"/>
              </a:ext>
            </a:extLst>
          </p:cNvPr>
          <p:cNvGrpSpPr/>
          <p:nvPr/>
        </p:nvGrpSpPr>
        <p:grpSpPr>
          <a:xfrm>
            <a:off x="457199" y="1714739"/>
            <a:ext cx="3597780" cy="2023751"/>
            <a:chOff x="457199" y="1993106"/>
            <a:chExt cx="3597780" cy="2023751"/>
          </a:xfrm>
        </p:grpSpPr>
        <p:pic>
          <p:nvPicPr>
            <p:cNvPr id="27" name="Picture 26">
              <a:extLst>
                <a:ext uri="{FF2B5EF4-FFF2-40B4-BE49-F238E27FC236}">
                  <a16:creationId xmlns:a16="http://schemas.microsoft.com/office/drawing/2014/main" id="{68C7635F-EDE1-5C84-88F9-8DBA0486DAF6}"/>
                </a:ext>
              </a:extLst>
            </p:cNvPr>
            <p:cNvPicPr>
              <a:picLocks noChangeAspect="1"/>
            </p:cNvPicPr>
            <p:nvPr/>
          </p:nvPicPr>
          <p:blipFill>
            <a:blip r:embed="rId4"/>
            <a:stretch>
              <a:fillRect/>
            </a:stretch>
          </p:blipFill>
          <p:spPr>
            <a:xfrm>
              <a:off x="457199" y="1993106"/>
              <a:ext cx="3597780" cy="2023751"/>
            </a:xfrm>
            <a:prstGeom prst="rect">
              <a:avLst/>
            </a:prstGeom>
          </p:spPr>
        </p:pic>
        <p:sp>
          <p:nvSpPr>
            <p:cNvPr id="22" name="Oval 21">
              <a:extLst>
                <a:ext uri="{FF2B5EF4-FFF2-40B4-BE49-F238E27FC236}">
                  <a16:creationId xmlns:a16="http://schemas.microsoft.com/office/drawing/2014/main" id="{687B4FC0-2B31-4C92-D0C4-73287B5DE5F4}"/>
                </a:ext>
              </a:extLst>
            </p:cNvPr>
            <p:cNvSpPr/>
            <p:nvPr/>
          </p:nvSpPr>
          <p:spPr>
            <a:xfrm>
              <a:off x="3152775" y="2960687"/>
              <a:ext cx="177800" cy="177800"/>
            </a:xfrm>
            <a:prstGeom prst="ellipse">
              <a:avLst/>
            </a:prstGeom>
            <a:noFill/>
            <a:ln w="19050">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4" name="Straight Arrow Connector 33">
              <a:extLst>
                <a:ext uri="{FF2B5EF4-FFF2-40B4-BE49-F238E27FC236}">
                  <a16:creationId xmlns:a16="http://schemas.microsoft.com/office/drawing/2014/main" id="{30C3A2E3-F5D3-6D70-2556-67F9A9DECA58}"/>
                </a:ext>
              </a:extLst>
            </p:cNvPr>
            <p:cNvCxnSpPr>
              <a:cxnSpLocks/>
              <a:stCxn id="22" idx="6"/>
            </p:cNvCxnSpPr>
            <p:nvPr/>
          </p:nvCxnSpPr>
          <p:spPr>
            <a:xfrm>
              <a:off x="3330575" y="3049587"/>
              <a:ext cx="187325" cy="0"/>
            </a:xfrm>
            <a:prstGeom prst="straightConnector1">
              <a:avLst/>
            </a:prstGeom>
            <a:noFill/>
            <a:ln w="19050" cap="flat" cmpd="sng">
              <a:solidFill>
                <a:srgbClr val="E36135"/>
              </a:solidFill>
              <a:prstDash val="solid"/>
              <a:round/>
              <a:headEnd type="none" w="lg" len="med"/>
              <a:tailEnd type="triangle"/>
            </a:ln>
          </p:spPr>
        </p:cxnSp>
      </p:grpSp>
      <p:grpSp>
        <p:nvGrpSpPr>
          <p:cNvPr id="40" name="Group 39">
            <a:extLst>
              <a:ext uri="{FF2B5EF4-FFF2-40B4-BE49-F238E27FC236}">
                <a16:creationId xmlns:a16="http://schemas.microsoft.com/office/drawing/2014/main" id="{EDB4BBD0-F9F5-A62D-E609-1F7A7B9B2C15}"/>
              </a:ext>
            </a:extLst>
          </p:cNvPr>
          <p:cNvGrpSpPr/>
          <p:nvPr/>
        </p:nvGrpSpPr>
        <p:grpSpPr>
          <a:xfrm>
            <a:off x="4298697" y="1714739"/>
            <a:ext cx="3597780" cy="2023751"/>
            <a:chOff x="4298697" y="1993106"/>
            <a:chExt cx="3597780" cy="2023751"/>
          </a:xfrm>
        </p:grpSpPr>
        <p:pic>
          <p:nvPicPr>
            <p:cNvPr id="29" name="Picture 28">
              <a:extLst>
                <a:ext uri="{FF2B5EF4-FFF2-40B4-BE49-F238E27FC236}">
                  <a16:creationId xmlns:a16="http://schemas.microsoft.com/office/drawing/2014/main" id="{962ED273-926C-029A-8089-9AC874BD83B5}"/>
                </a:ext>
              </a:extLst>
            </p:cNvPr>
            <p:cNvPicPr>
              <a:picLocks noChangeAspect="1"/>
            </p:cNvPicPr>
            <p:nvPr/>
          </p:nvPicPr>
          <p:blipFill>
            <a:blip r:embed="rId5"/>
            <a:stretch>
              <a:fillRect/>
            </a:stretch>
          </p:blipFill>
          <p:spPr>
            <a:xfrm>
              <a:off x="4298697" y="1993106"/>
              <a:ext cx="3597780" cy="2023751"/>
            </a:xfrm>
            <a:prstGeom prst="rect">
              <a:avLst/>
            </a:prstGeom>
          </p:spPr>
        </p:pic>
        <p:sp>
          <p:nvSpPr>
            <p:cNvPr id="37" name="Rectangle 36">
              <a:extLst>
                <a:ext uri="{FF2B5EF4-FFF2-40B4-BE49-F238E27FC236}">
                  <a16:creationId xmlns:a16="http://schemas.microsoft.com/office/drawing/2014/main" id="{F816A813-F497-3F4F-0607-CD3DA3969A5F}"/>
                </a:ext>
              </a:extLst>
            </p:cNvPr>
            <p:cNvSpPr/>
            <p:nvPr/>
          </p:nvSpPr>
          <p:spPr>
            <a:xfrm>
              <a:off x="4758690" y="3281363"/>
              <a:ext cx="45720" cy="202406"/>
            </a:xfrm>
            <a:custGeom>
              <a:avLst/>
              <a:gdLst>
                <a:gd name="connsiteX0" fmla="*/ 0 w 100012"/>
                <a:gd name="connsiteY0" fmla="*/ 0 h 202406"/>
                <a:gd name="connsiteX1" fmla="*/ 100012 w 100012"/>
                <a:gd name="connsiteY1" fmla="*/ 0 h 202406"/>
                <a:gd name="connsiteX2" fmla="*/ 100012 w 100012"/>
                <a:gd name="connsiteY2" fmla="*/ 202406 h 202406"/>
                <a:gd name="connsiteX3" fmla="*/ 0 w 100012"/>
                <a:gd name="connsiteY3" fmla="*/ 202406 h 202406"/>
                <a:gd name="connsiteX4" fmla="*/ 0 w 100012"/>
                <a:gd name="connsiteY4" fmla="*/ 0 h 202406"/>
                <a:gd name="connsiteX0" fmla="*/ 0 w 100012"/>
                <a:gd name="connsiteY0" fmla="*/ 0 h 202406"/>
                <a:gd name="connsiteX1" fmla="*/ 100012 w 100012"/>
                <a:gd name="connsiteY1" fmla="*/ 0 h 202406"/>
                <a:gd name="connsiteX2" fmla="*/ 100012 w 100012"/>
                <a:gd name="connsiteY2" fmla="*/ 202406 h 202406"/>
                <a:gd name="connsiteX3" fmla="*/ 0 w 100012"/>
                <a:gd name="connsiteY3" fmla="*/ 202406 h 202406"/>
                <a:gd name="connsiteX4" fmla="*/ 91440 w 100012"/>
                <a:gd name="connsiteY4" fmla="*/ 91440 h 202406"/>
                <a:gd name="connsiteX0" fmla="*/ 0 w 100012"/>
                <a:gd name="connsiteY0" fmla="*/ 0 h 202406"/>
                <a:gd name="connsiteX1" fmla="*/ 100012 w 100012"/>
                <a:gd name="connsiteY1" fmla="*/ 0 h 202406"/>
                <a:gd name="connsiteX2" fmla="*/ 100012 w 100012"/>
                <a:gd name="connsiteY2" fmla="*/ 202406 h 202406"/>
                <a:gd name="connsiteX3" fmla="*/ 0 w 100012"/>
                <a:gd name="connsiteY3" fmla="*/ 202406 h 202406"/>
              </a:gdLst>
              <a:ahLst/>
              <a:cxnLst>
                <a:cxn ang="0">
                  <a:pos x="connsiteX0" y="connsiteY0"/>
                </a:cxn>
                <a:cxn ang="0">
                  <a:pos x="connsiteX1" y="connsiteY1"/>
                </a:cxn>
                <a:cxn ang="0">
                  <a:pos x="connsiteX2" y="connsiteY2"/>
                </a:cxn>
                <a:cxn ang="0">
                  <a:pos x="connsiteX3" y="connsiteY3"/>
                </a:cxn>
              </a:cxnLst>
              <a:rect l="l" t="t" r="r" b="b"/>
              <a:pathLst>
                <a:path w="100012" h="202406">
                  <a:moveTo>
                    <a:pt x="0" y="0"/>
                  </a:moveTo>
                  <a:lnTo>
                    <a:pt x="100012" y="0"/>
                  </a:lnTo>
                  <a:lnTo>
                    <a:pt x="100012" y="202406"/>
                  </a:lnTo>
                  <a:lnTo>
                    <a:pt x="0" y="202406"/>
                  </a:lnTo>
                </a:path>
              </a:pathLst>
            </a:custGeom>
            <a:noFill/>
            <a:ln w="19050">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38" name="TextBox 37">
            <a:extLst>
              <a:ext uri="{FF2B5EF4-FFF2-40B4-BE49-F238E27FC236}">
                <a16:creationId xmlns:a16="http://schemas.microsoft.com/office/drawing/2014/main" id="{B2DC051F-3394-6A06-87D9-113CC4E314FE}"/>
              </a:ext>
            </a:extLst>
          </p:cNvPr>
          <p:cNvSpPr txBox="1"/>
          <p:nvPr/>
        </p:nvSpPr>
        <p:spPr>
          <a:xfrm>
            <a:off x="463423" y="5250974"/>
            <a:ext cx="11268330" cy="738664"/>
          </a:xfrm>
          <a:prstGeom prst="rect">
            <a:avLst/>
          </a:prstGeom>
          <a:solidFill>
            <a:srgbClr val="E0F1FF"/>
          </a:solidFill>
        </p:spPr>
        <p:txBody>
          <a:bodyPr wrap="square" lIns="182880" tIns="91440" rIns="274320" bIns="91440" rtlCol="0" anchor="t">
            <a:spAutoFit/>
          </a:bodyPr>
          <a:lstStyle/>
          <a:p>
            <a:pPr algn="l">
              <a:spcBef>
                <a:spcPts val="600"/>
              </a:spcBef>
            </a:pPr>
            <a:r>
              <a:rPr lang="en-US"/>
              <a:t>If titles are more than two lines, the Presenter Name text box will need to be moved down so it doesn't overlap with the Title text.</a:t>
            </a:r>
          </a:p>
        </p:txBody>
      </p:sp>
    </p:spTree>
    <p:extLst>
      <p:ext uri="{BB962C8B-B14F-4D97-AF65-F5344CB8AC3E}">
        <p14:creationId xmlns:p14="http://schemas.microsoft.com/office/powerpoint/2010/main" val="2938272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7EC0F2E-411C-4146-8050-7238295158DD}"/>
              </a:ext>
            </a:extLst>
          </p:cNvPr>
          <p:cNvSpPr>
            <a:spLocks noGrp="1"/>
          </p:cNvSpPr>
          <p:nvPr>
            <p:ph type="title"/>
          </p:nvPr>
        </p:nvSpPr>
        <p:spPr/>
        <p:txBody>
          <a:bodyPr/>
          <a:lstStyle/>
          <a:p>
            <a:r>
              <a:rPr lang="en-US"/>
              <a:t>Comply With the Information Classification Policy</a:t>
            </a:r>
          </a:p>
        </p:txBody>
      </p:sp>
      <p:sp>
        <p:nvSpPr>
          <p:cNvPr id="5" name="TextBox 1">
            <a:extLst>
              <a:ext uri="{FF2B5EF4-FFF2-40B4-BE49-F238E27FC236}">
                <a16:creationId xmlns:a16="http://schemas.microsoft.com/office/drawing/2014/main" id="{15EC78F6-3B82-457E-8BF1-59533ABB6C78}"/>
              </a:ext>
            </a:extLst>
          </p:cNvPr>
          <p:cNvSpPr txBox="1">
            <a:spLocks/>
          </p:cNvSpPr>
          <p:nvPr/>
        </p:nvSpPr>
        <p:spPr>
          <a:xfrm>
            <a:off x="457200" y="1527048"/>
            <a:ext cx="5314950" cy="4462272"/>
          </a:xfrm>
          <a:prstGeom prst="rect">
            <a:avLst/>
          </a:prstGeom>
        </p:spPr>
        <p:txBody>
          <a:bodyPr lIns="0" tIns="0" rIns="91440" bIns="45720" anchor="t"/>
          <a:lstStyle>
            <a:lvl1pPr marL="228600" indent="-228600" algn="l" defTabSz="914400" rtl="0" eaLnBrk="1" latinLnBrk="0" hangingPunct="1">
              <a:lnSpc>
                <a:spcPct val="100000"/>
              </a:lnSpc>
              <a:spcBef>
                <a:spcPts val="0"/>
              </a:spcBef>
              <a:spcAft>
                <a:spcPts val="1200"/>
              </a:spcAft>
              <a:buSzPct val="100000"/>
              <a:buFont typeface="Arial" panose="020B0604020202020204" pitchFamily="34" charset="0"/>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100000"/>
              <a:buFont typeface="Arial" panose="020B0604020202020204" pitchFamily="34" charset="0"/>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Per our </a:t>
            </a:r>
            <a:r>
              <a:rPr lang="en-US" sz="1800" dirty="0">
                <a:hlinkClick r:id="rId3"/>
              </a:rPr>
              <a:t>Information Classification Policy</a:t>
            </a:r>
            <a:r>
              <a:rPr lang="en-US" sz="1800" dirty="0"/>
              <a:t>, modify the footer in the following cases:</a:t>
            </a:r>
          </a:p>
          <a:p>
            <a:pPr marL="502920" lvl="1" indent="-274320">
              <a:buFont typeface="+mj-lt"/>
              <a:buAutoNum type="arabicPeriod"/>
            </a:pPr>
            <a:r>
              <a:rPr lang="en-US" sz="1800" dirty="0"/>
              <a:t>Add further detail to the default </a:t>
            </a:r>
            <a:r>
              <a:rPr lang="en-US" sz="1800" b="1" dirty="0"/>
              <a:t>RESTRICTED</a:t>
            </a:r>
            <a:r>
              <a:rPr lang="en-US" sz="1800" dirty="0"/>
              <a:t> classification when necessary (e.g., to specify the appropriate audience).</a:t>
            </a:r>
          </a:p>
          <a:p>
            <a:pPr marL="502920" lvl="1" indent="-274320">
              <a:buFont typeface="+mj-lt"/>
              <a:buAutoNum type="arabicPeriod"/>
            </a:pPr>
            <a:r>
              <a:rPr lang="en-US" sz="1800" dirty="0"/>
              <a:t>Change the classification to </a:t>
            </a:r>
            <a:r>
              <a:rPr lang="en-US" sz="1800" b="1" dirty="0"/>
              <a:t>INTERNAL</a:t>
            </a:r>
            <a:r>
              <a:rPr lang="en-US" sz="1800" dirty="0"/>
              <a:t> if the content is appropriate for all Gartner associates.</a:t>
            </a:r>
          </a:p>
          <a:p>
            <a:pPr marL="502920" lvl="1" indent="-274320">
              <a:buFont typeface="+mj-lt"/>
              <a:buAutoNum type="arabicPeriod"/>
            </a:pPr>
            <a:r>
              <a:rPr lang="en-US" sz="1800" dirty="0"/>
              <a:t>If (and </a:t>
            </a:r>
            <a:r>
              <a:rPr lang="en-US" sz="1800" b="1" u="sng" dirty="0"/>
              <a:t>only if</a:t>
            </a:r>
            <a:r>
              <a:rPr lang="en-US" sz="1800" dirty="0"/>
              <a:t>) the content is </a:t>
            </a:r>
            <a:r>
              <a:rPr lang="en-US" sz="1800" b="1" dirty="0"/>
              <a:t>PUBLIC</a:t>
            </a:r>
            <a:r>
              <a:rPr lang="en-US" sz="1800" dirty="0"/>
              <a:t>, delete the classification label.</a:t>
            </a:r>
          </a:p>
        </p:txBody>
      </p:sp>
      <p:sp>
        <p:nvSpPr>
          <p:cNvPr id="7" name="Shape 1">
            <a:extLst>
              <a:ext uri="{FF2B5EF4-FFF2-40B4-BE49-F238E27FC236}">
                <a16:creationId xmlns:a16="http://schemas.microsoft.com/office/drawing/2014/main" id="{CB812783-EF89-471C-B05B-0C45413EA02E}"/>
              </a:ext>
            </a:extLst>
          </p:cNvPr>
          <p:cNvSpPr/>
          <p:nvPr/>
        </p:nvSpPr>
        <p:spPr>
          <a:xfrm>
            <a:off x="6234112" y="1527048"/>
            <a:ext cx="5495544" cy="44622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91440" bIns="45720" numCol="1" spcCol="0" rtlCol="0" fromWordArt="0" anchor="t" anchorCtr="0" forceAA="0" compatLnSpc="1">
            <a:prstTxWarp prst="textNoShape">
              <a:avLst/>
            </a:prstTxWarp>
            <a:noAutofit/>
          </a:bodyPr>
          <a:lstStyle/>
          <a:p>
            <a:pPr>
              <a:spcAft>
                <a:spcPts val="1200"/>
              </a:spcAft>
            </a:pPr>
            <a:r>
              <a:rPr lang="en-US" sz="1600" b="1">
                <a:solidFill>
                  <a:schemeClr val="tx1"/>
                </a:solidFill>
              </a:rPr>
              <a:t>To modify the footer:</a:t>
            </a:r>
          </a:p>
          <a:p>
            <a:pPr marL="502920" lvl="1" indent="-274320">
              <a:spcAft>
                <a:spcPts val="600"/>
              </a:spcAft>
              <a:buFont typeface="+mj-lt"/>
              <a:buAutoNum type="arabicPeriod"/>
            </a:pPr>
            <a:r>
              <a:rPr lang="en-US" sz="1400">
                <a:solidFill>
                  <a:schemeClr val="tx1"/>
                </a:solidFill>
              </a:rPr>
              <a:t>Press </a:t>
            </a:r>
            <a:r>
              <a:rPr lang="en-US" sz="1400" b="1">
                <a:solidFill>
                  <a:schemeClr val="tx1"/>
                </a:solidFill>
              </a:rPr>
              <a:t>Ctrl + H </a:t>
            </a:r>
            <a:r>
              <a:rPr lang="en-US" sz="1400">
                <a:solidFill>
                  <a:schemeClr val="tx1"/>
                </a:solidFill>
              </a:rPr>
              <a:t>keys to open the </a:t>
            </a:r>
            <a:r>
              <a:rPr lang="en-US" sz="1400" b="1">
                <a:solidFill>
                  <a:schemeClr val="tx1"/>
                </a:solidFill>
              </a:rPr>
              <a:t>Replace Tool</a:t>
            </a:r>
            <a:endParaRPr lang="en-US" sz="1400">
              <a:solidFill>
                <a:schemeClr val="tx1"/>
              </a:solidFill>
            </a:endParaRPr>
          </a:p>
          <a:p>
            <a:pPr marL="502920" lvl="1" indent="-274320">
              <a:spcAft>
                <a:spcPts val="600"/>
              </a:spcAft>
              <a:buFont typeface="+mj-lt"/>
              <a:buAutoNum type="arabicPeriod"/>
            </a:pPr>
            <a:r>
              <a:rPr lang="en-US" sz="1400">
                <a:solidFill>
                  <a:schemeClr val="tx1"/>
                </a:solidFill>
              </a:rPr>
              <a:t>In the </a:t>
            </a:r>
            <a:r>
              <a:rPr lang="en-US" sz="1400" b="1">
                <a:solidFill>
                  <a:schemeClr val="tx1"/>
                </a:solidFill>
              </a:rPr>
              <a:t>Find </a:t>
            </a:r>
            <a:r>
              <a:rPr lang="en-US" sz="1400">
                <a:solidFill>
                  <a:schemeClr val="tx1"/>
                </a:solidFill>
              </a:rPr>
              <a:t>box,</a:t>
            </a:r>
            <a:r>
              <a:rPr lang="en-US" sz="1400" b="1">
                <a:solidFill>
                  <a:schemeClr val="tx1"/>
                </a:solidFill>
              </a:rPr>
              <a:t> </a:t>
            </a:r>
            <a:r>
              <a:rPr lang="en-US" sz="1400">
                <a:solidFill>
                  <a:schemeClr val="tx1"/>
                </a:solidFill>
              </a:rPr>
              <a:t>enter </a:t>
            </a:r>
            <a:r>
              <a:rPr lang="en-US" sz="1400" b="1">
                <a:solidFill>
                  <a:srgbClr val="E36135"/>
                </a:solidFill>
              </a:rPr>
              <a:t>RESTRICTED</a:t>
            </a:r>
          </a:p>
          <a:p>
            <a:pPr marL="502920" lvl="1" indent="-274320">
              <a:spcAft>
                <a:spcPts val="600"/>
              </a:spcAft>
              <a:buFont typeface="+mj-lt"/>
              <a:buAutoNum type="arabicPeriod"/>
            </a:pPr>
            <a:r>
              <a:rPr lang="en-US" sz="1400">
                <a:solidFill>
                  <a:schemeClr val="tx1"/>
                </a:solidFill>
              </a:rPr>
              <a:t>Ensure </a:t>
            </a:r>
            <a:r>
              <a:rPr lang="en-US" sz="1400" b="1">
                <a:solidFill>
                  <a:schemeClr val="tx1"/>
                </a:solidFill>
              </a:rPr>
              <a:t>Match case </a:t>
            </a:r>
            <a:r>
              <a:rPr lang="en-US" sz="1400">
                <a:solidFill>
                  <a:schemeClr val="tx1"/>
                </a:solidFill>
              </a:rPr>
              <a:t>is checked</a:t>
            </a:r>
          </a:p>
          <a:p>
            <a:pPr marL="502920" lvl="1" indent="-274320">
              <a:spcAft>
                <a:spcPts val="600"/>
              </a:spcAft>
              <a:buFont typeface="+mj-lt"/>
              <a:buAutoNum type="arabicPeriod"/>
            </a:pPr>
            <a:r>
              <a:rPr lang="en-US" sz="1400">
                <a:solidFill>
                  <a:schemeClr val="tx1"/>
                </a:solidFill>
              </a:rPr>
              <a:t>In the </a:t>
            </a:r>
            <a:r>
              <a:rPr lang="en-US" sz="1400" b="1">
                <a:solidFill>
                  <a:schemeClr val="tx1"/>
                </a:solidFill>
              </a:rPr>
              <a:t>Replace </a:t>
            </a:r>
            <a:r>
              <a:rPr lang="en-US" sz="1400">
                <a:solidFill>
                  <a:schemeClr val="tx1"/>
                </a:solidFill>
              </a:rPr>
              <a:t>box, enter the appropriate classification </a:t>
            </a:r>
            <a:br>
              <a:rPr lang="en-US" sz="1400"/>
            </a:br>
            <a:r>
              <a:rPr lang="en-US" sz="1400">
                <a:solidFill>
                  <a:schemeClr val="tx1"/>
                </a:solidFill>
              </a:rPr>
              <a:t>per guidance to the left</a:t>
            </a:r>
          </a:p>
          <a:p>
            <a:pPr marL="502920" lvl="1" indent="-274320">
              <a:spcAft>
                <a:spcPts val="600"/>
              </a:spcAft>
              <a:buFont typeface="+mj-lt"/>
              <a:buAutoNum type="arabicPeriod"/>
            </a:pPr>
            <a:r>
              <a:rPr lang="en-US" sz="1400">
                <a:solidFill>
                  <a:schemeClr val="tx1"/>
                </a:solidFill>
              </a:rPr>
              <a:t>Choose </a:t>
            </a:r>
            <a:r>
              <a:rPr lang="en-US" sz="1400" b="1">
                <a:solidFill>
                  <a:schemeClr val="tx1"/>
                </a:solidFill>
              </a:rPr>
              <a:t>Replace All </a:t>
            </a:r>
            <a:r>
              <a:rPr lang="en-US" sz="1400">
                <a:solidFill>
                  <a:schemeClr val="tx1"/>
                </a:solidFill>
              </a:rPr>
              <a:t>to replace text</a:t>
            </a:r>
          </a:p>
          <a:p>
            <a:pPr marL="502920" lvl="1" indent="-274320">
              <a:spcAft>
                <a:spcPts val="600"/>
              </a:spcAft>
              <a:buFont typeface="+mj-lt"/>
              <a:buAutoNum type="arabicPeriod"/>
            </a:pPr>
            <a:r>
              <a:rPr lang="en-US" sz="1400">
                <a:solidFill>
                  <a:schemeClr val="tx1"/>
                </a:solidFill>
              </a:rPr>
              <a:t>Press </a:t>
            </a:r>
            <a:r>
              <a:rPr lang="en-US" sz="1400" b="1">
                <a:solidFill>
                  <a:schemeClr val="tx1"/>
                </a:solidFill>
              </a:rPr>
              <a:t>Ctrl + S </a:t>
            </a:r>
            <a:r>
              <a:rPr lang="en-US" sz="1400">
                <a:solidFill>
                  <a:schemeClr val="tx1"/>
                </a:solidFill>
              </a:rPr>
              <a:t>to save presentation</a:t>
            </a:r>
          </a:p>
          <a:p>
            <a:pPr>
              <a:spcBef>
                <a:spcPts val="1200"/>
              </a:spcBef>
            </a:pPr>
            <a:r>
              <a:rPr lang="en-US" sz="1400" b="1">
                <a:solidFill>
                  <a:schemeClr val="tx1"/>
                </a:solidFill>
              </a:rPr>
              <a:t>Example:</a:t>
            </a:r>
          </a:p>
        </p:txBody>
      </p:sp>
      <p:sp>
        <p:nvSpPr>
          <p:cNvPr id="4" name="TextBox 3">
            <a:extLst>
              <a:ext uri="{FF2B5EF4-FFF2-40B4-BE49-F238E27FC236}">
                <a16:creationId xmlns:a16="http://schemas.microsoft.com/office/drawing/2014/main" id="{D1566E05-A707-1E7C-B7AC-D0D5E266B20B}"/>
              </a:ext>
            </a:extLst>
          </p:cNvPr>
          <p:cNvSpPr txBox="1"/>
          <p:nvPr/>
        </p:nvSpPr>
        <p:spPr>
          <a:xfrm>
            <a:off x="463423" y="868680"/>
            <a:ext cx="11274552" cy="307777"/>
          </a:xfrm>
          <a:prstGeom prst="rect">
            <a:avLst/>
          </a:prstGeom>
          <a:noFill/>
        </p:spPr>
        <p:txBody>
          <a:bodyPr wrap="square" lIns="0" tIns="0" rIns="0" bIns="0" anchor="t">
            <a:spAutoFit/>
          </a:bodyPr>
          <a:lstStyle/>
          <a:p>
            <a:r>
              <a:rPr lang="en-US" sz="2000">
                <a:solidFill>
                  <a:srgbClr val="0057AF"/>
                </a:solidFill>
              </a:rPr>
              <a:t>This document footer defaults to Gartner’s highest information classification.</a:t>
            </a:r>
          </a:p>
        </p:txBody>
      </p:sp>
      <p:pic>
        <p:nvPicPr>
          <p:cNvPr id="8" name="Picture 7">
            <a:extLst>
              <a:ext uri="{FF2B5EF4-FFF2-40B4-BE49-F238E27FC236}">
                <a16:creationId xmlns:a16="http://schemas.microsoft.com/office/drawing/2014/main" id="{E9FB3E6B-AD58-53F2-FF01-033A22A46087}"/>
              </a:ext>
            </a:extLst>
          </p:cNvPr>
          <p:cNvPicPr>
            <a:picLocks noChangeAspect="1"/>
          </p:cNvPicPr>
          <p:nvPr/>
        </p:nvPicPr>
        <p:blipFill>
          <a:blip r:embed="rId4"/>
          <a:stretch>
            <a:fillRect/>
          </a:stretch>
        </p:blipFill>
        <p:spPr>
          <a:xfrm>
            <a:off x="7150074" y="4043501"/>
            <a:ext cx="2610214" cy="1867161"/>
          </a:xfrm>
          <a:prstGeom prst="rect">
            <a:avLst/>
          </a:prstGeom>
          <a:ln w="12700">
            <a:solidFill>
              <a:srgbClr val="707996"/>
            </a:solidFill>
          </a:ln>
        </p:spPr>
      </p:pic>
    </p:spTree>
    <p:extLst>
      <p:ext uri="{BB962C8B-B14F-4D97-AF65-F5344CB8AC3E}">
        <p14:creationId xmlns:p14="http://schemas.microsoft.com/office/powerpoint/2010/main" val="3824769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FCF1CC0-B129-4AE5-A300-7A1CA3597535}"/>
              </a:ext>
            </a:extLst>
          </p:cNvPr>
          <p:cNvPicPr>
            <a:picLocks noChangeAspect="1"/>
          </p:cNvPicPr>
          <p:nvPr/>
        </p:nvPicPr>
        <p:blipFill>
          <a:blip r:embed="rId3"/>
          <a:stretch>
            <a:fillRect/>
          </a:stretch>
        </p:blipFill>
        <p:spPr>
          <a:xfrm>
            <a:off x="6094477" y="1769981"/>
            <a:ext cx="4012026" cy="4776926"/>
          </a:xfrm>
          <a:prstGeom prst="rect">
            <a:avLst/>
          </a:prstGeom>
          <a:ln w="12700">
            <a:solidFill>
              <a:srgbClr val="707996"/>
            </a:solidFill>
          </a:ln>
        </p:spPr>
      </p:pic>
      <p:sp>
        <p:nvSpPr>
          <p:cNvPr id="7" name="Title">
            <a:extLst>
              <a:ext uri="{FF2B5EF4-FFF2-40B4-BE49-F238E27FC236}">
                <a16:creationId xmlns:a16="http://schemas.microsoft.com/office/drawing/2014/main" id="{BB4BBAFF-1FE9-4B2A-80FF-45592F72ECA0}"/>
              </a:ext>
            </a:extLst>
          </p:cNvPr>
          <p:cNvSpPr>
            <a:spLocks noGrp="1"/>
          </p:cNvSpPr>
          <p:nvPr>
            <p:ph type="title"/>
          </p:nvPr>
        </p:nvSpPr>
        <p:spPr/>
        <p:txBody>
          <a:bodyPr/>
          <a:lstStyle/>
          <a:p>
            <a:r>
              <a:rPr lang="en-US"/>
              <a:t>Slide Layouts</a:t>
            </a:r>
          </a:p>
        </p:txBody>
      </p:sp>
      <p:sp>
        <p:nvSpPr>
          <p:cNvPr id="2" name="Content Placeholder">
            <a:extLst>
              <a:ext uri="{FF2B5EF4-FFF2-40B4-BE49-F238E27FC236}">
                <a16:creationId xmlns:a16="http://schemas.microsoft.com/office/drawing/2014/main" id="{7EE377CE-8B2F-46B3-B8FB-825920BC02AD}"/>
              </a:ext>
            </a:extLst>
          </p:cNvPr>
          <p:cNvSpPr>
            <a:spLocks noGrp="1"/>
          </p:cNvSpPr>
          <p:nvPr>
            <p:ph sz="half" idx="1"/>
          </p:nvPr>
        </p:nvSpPr>
        <p:spPr>
          <a:xfrm>
            <a:off x="457200" y="1117600"/>
            <a:ext cx="5495544" cy="4871719"/>
          </a:xfrm>
        </p:spPr>
        <p:txBody>
          <a:bodyPr vert="horz" lIns="0" tIns="0" rIns="0" bIns="0" rtlCol="0" anchor="t">
            <a:noAutofit/>
          </a:bodyPr>
          <a:lstStyle/>
          <a:p>
            <a:pPr marL="0" indent="0">
              <a:buNone/>
            </a:pPr>
            <a:r>
              <a:rPr lang="en-US" sz="2000"/>
              <a:t>Select your slide layout by clicking </a:t>
            </a:r>
            <a:br>
              <a:rPr lang="en-US" sz="2000"/>
            </a:br>
            <a:r>
              <a:rPr lang="en-US" sz="2000"/>
              <a:t>the </a:t>
            </a:r>
            <a:r>
              <a:rPr lang="en-US" sz="2000" b="1"/>
              <a:t>New Slide</a:t>
            </a:r>
            <a:r>
              <a:rPr lang="en-US" sz="2000"/>
              <a:t> or </a:t>
            </a:r>
            <a:r>
              <a:rPr lang="en-US" sz="2000" b="1"/>
              <a:t>Layout</a:t>
            </a:r>
            <a:r>
              <a:rPr lang="en-US" sz="2000"/>
              <a:t> dropdown </a:t>
            </a:r>
            <a:br>
              <a:rPr lang="en-US" sz="2000"/>
            </a:br>
            <a:r>
              <a:rPr lang="en-US" sz="2000"/>
              <a:t>from PowerPoint’s Slides tools under </a:t>
            </a:r>
            <a:br>
              <a:rPr lang="en-US" sz="2000"/>
            </a:br>
            <a:r>
              <a:rPr lang="en-US" sz="2000"/>
              <a:t>the </a:t>
            </a:r>
            <a:r>
              <a:rPr lang="en-US" sz="2000" b="1"/>
              <a:t>Home</a:t>
            </a:r>
            <a:r>
              <a:rPr lang="en-US" sz="2000"/>
              <a:t> tab. </a:t>
            </a:r>
          </a:p>
          <a:p>
            <a:pPr marL="0" indent="0">
              <a:buNone/>
            </a:pPr>
            <a:endParaRPr lang="en-US" sz="2000"/>
          </a:p>
          <a:p>
            <a:pPr marL="0" indent="0">
              <a:buNone/>
            </a:pPr>
            <a:r>
              <a:rPr lang="en-US" sz="2000"/>
              <a:t>Then, scroll to see all three sets of layouts:</a:t>
            </a:r>
          </a:p>
          <a:p>
            <a:pPr marL="502920" lvl="1" indent="-274320">
              <a:buFont typeface="+mj-lt"/>
              <a:buAutoNum type="arabicPeriod"/>
            </a:pPr>
            <a:r>
              <a:rPr lang="en-US" sz="2000"/>
              <a:t>White </a:t>
            </a:r>
            <a:r>
              <a:rPr lang="en-US" sz="2000" err="1"/>
              <a:t>bkgrnd</a:t>
            </a:r>
            <a:endParaRPr lang="en-US" sz="2000"/>
          </a:p>
          <a:p>
            <a:pPr marL="502920" lvl="1" indent="-274320">
              <a:buFont typeface="+mj-lt"/>
              <a:buAutoNum type="arabicPeriod"/>
            </a:pPr>
            <a:r>
              <a:rPr lang="en-US" sz="2000"/>
              <a:t>Blue </a:t>
            </a:r>
            <a:r>
              <a:rPr lang="en-US" sz="2000" err="1"/>
              <a:t>bkgrnd</a:t>
            </a:r>
            <a:endParaRPr lang="en-US" sz="2000"/>
          </a:p>
          <a:p>
            <a:pPr marL="502920" lvl="1" indent="-274320">
              <a:buFont typeface="+mj-lt"/>
              <a:buAutoNum type="arabicPeriod"/>
            </a:pPr>
            <a:r>
              <a:rPr lang="en-US"/>
              <a:t>Crystal </a:t>
            </a:r>
            <a:r>
              <a:rPr lang="en-US" err="1"/>
              <a:t>bkgrnd</a:t>
            </a:r>
            <a:endParaRPr lang="en-US" sz="2000"/>
          </a:p>
        </p:txBody>
      </p:sp>
      <p:grpSp>
        <p:nvGrpSpPr>
          <p:cNvPr id="20" name="Group 19">
            <a:extLst>
              <a:ext uri="{FF2B5EF4-FFF2-40B4-BE49-F238E27FC236}">
                <a16:creationId xmlns:a16="http://schemas.microsoft.com/office/drawing/2014/main" id="{E125B6E8-9912-19FA-B84D-6F44549B75E5}"/>
              </a:ext>
            </a:extLst>
          </p:cNvPr>
          <p:cNvGrpSpPr/>
          <p:nvPr/>
        </p:nvGrpSpPr>
        <p:grpSpPr>
          <a:xfrm>
            <a:off x="6094477" y="505352"/>
            <a:ext cx="4012026" cy="1176252"/>
            <a:chOff x="6413223" y="586202"/>
            <a:chExt cx="3736255" cy="1095401"/>
          </a:xfrm>
        </p:grpSpPr>
        <p:pic>
          <p:nvPicPr>
            <p:cNvPr id="16" name="Picture 15">
              <a:extLst>
                <a:ext uri="{FF2B5EF4-FFF2-40B4-BE49-F238E27FC236}">
                  <a16:creationId xmlns:a16="http://schemas.microsoft.com/office/drawing/2014/main" id="{BA6E5079-54DC-C6C9-7B2D-F6ACF5774E6D}"/>
                </a:ext>
              </a:extLst>
            </p:cNvPr>
            <p:cNvPicPr>
              <a:picLocks noChangeAspect="1"/>
            </p:cNvPicPr>
            <p:nvPr/>
          </p:nvPicPr>
          <p:blipFill>
            <a:blip r:embed="rId4"/>
            <a:stretch>
              <a:fillRect/>
            </a:stretch>
          </p:blipFill>
          <p:spPr>
            <a:xfrm>
              <a:off x="6413223" y="586202"/>
              <a:ext cx="3736255" cy="1095401"/>
            </a:xfrm>
            <a:prstGeom prst="rect">
              <a:avLst/>
            </a:prstGeom>
            <a:ln w="12700">
              <a:solidFill>
                <a:srgbClr val="707996"/>
              </a:solidFill>
            </a:ln>
          </p:spPr>
        </p:pic>
        <p:sp>
          <p:nvSpPr>
            <p:cNvPr id="5" name="Shape 1">
              <a:extLst>
                <a:ext uri="{FF2B5EF4-FFF2-40B4-BE49-F238E27FC236}">
                  <a16:creationId xmlns:a16="http://schemas.microsoft.com/office/drawing/2014/main" id="{5D914025-A6DE-4C8D-B6ED-66386E00F2CF}"/>
                </a:ext>
              </a:extLst>
            </p:cNvPr>
            <p:cNvSpPr/>
            <p:nvPr/>
          </p:nvSpPr>
          <p:spPr>
            <a:xfrm>
              <a:off x="7462837" y="862013"/>
              <a:ext cx="1103313" cy="809625"/>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9" name="Shape 2">
            <a:extLst>
              <a:ext uri="{FF2B5EF4-FFF2-40B4-BE49-F238E27FC236}">
                <a16:creationId xmlns:a16="http://schemas.microsoft.com/office/drawing/2014/main" id="{F12CD847-ED10-4AF8-B0D6-50E5F4EF1F1E}"/>
              </a:ext>
            </a:extLst>
          </p:cNvPr>
          <p:cNvCxnSpPr>
            <a:cxnSpLocks/>
          </p:cNvCxnSpPr>
          <p:nvPr/>
        </p:nvCxnSpPr>
        <p:spPr>
          <a:xfrm>
            <a:off x="4856569" y="1258430"/>
            <a:ext cx="1094419" cy="0"/>
          </a:xfrm>
          <a:prstGeom prst="straightConnector1">
            <a:avLst/>
          </a:prstGeom>
          <a:ln w="19050">
            <a:solidFill>
              <a:srgbClr val="70799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B831BA-FFCA-DF44-B85C-726788CCD602}"/>
              </a:ext>
            </a:extLst>
          </p:cNvPr>
          <p:cNvCxnSpPr>
            <a:cxnSpLocks/>
          </p:cNvCxnSpPr>
          <p:nvPr/>
        </p:nvCxnSpPr>
        <p:spPr>
          <a:xfrm flipV="1">
            <a:off x="6018389" y="1769981"/>
            <a:ext cx="0" cy="1505711"/>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59544CA0-92E9-D20D-5172-5C12849E32C4}"/>
              </a:ext>
            </a:extLst>
          </p:cNvPr>
          <p:cNvGrpSpPr/>
          <p:nvPr/>
        </p:nvGrpSpPr>
        <p:grpSpPr>
          <a:xfrm>
            <a:off x="5522730" y="2385676"/>
            <a:ext cx="489202" cy="274320"/>
            <a:chOff x="5988957" y="2787595"/>
            <a:chExt cx="489202" cy="274320"/>
          </a:xfrm>
        </p:grpSpPr>
        <p:cxnSp>
          <p:nvCxnSpPr>
            <p:cNvPr id="17" name="Straight Connector 16">
              <a:extLst>
                <a:ext uri="{FF2B5EF4-FFF2-40B4-BE49-F238E27FC236}">
                  <a16:creationId xmlns:a16="http://schemas.microsoft.com/office/drawing/2014/main" id="{B0B91D1C-F5D3-314A-8791-1B9D3F53C0CB}"/>
                </a:ext>
              </a:extLst>
            </p:cNvPr>
            <p:cNvCxnSpPr>
              <a:cxnSpLocks/>
            </p:cNvCxnSpPr>
            <p:nvPr/>
          </p:nvCxnSpPr>
          <p:spPr>
            <a:xfrm flipH="1">
              <a:off x="6192409" y="2924755"/>
              <a:ext cx="285750"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21" name="Shape 3">
              <a:extLst>
                <a:ext uri="{FF2B5EF4-FFF2-40B4-BE49-F238E27FC236}">
                  <a16:creationId xmlns:a16="http://schemas.microsoft.com/office/drawing/2014/main" id="{16C077E0-3BA0-9A4D-A150-98AC13AE18F3}"/>
                </a:ext>
              </a:extLst>
            </p:cNvPr>
            <p:cNvSpPr>
              <a:spLocks noChangeAspect="1"/>
            </p:cNvSpPr>
            <p:nvPr/>
          </p:nvSpPr>
          <p:spPr>
            <a:xfrm>
              <a:off x="5988957" y="2787595"/>
              <a:ext cx="274320" cy="27432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chemeClr val="bg1"/>
                  </a:solidFill>
                </a:rPr>
                <a:t>1</a:t>
              </a:r>
            </a:p>
          </p:txBody>
        </p:sp>
      </p:grpSp>
      <p:cxnSp>
        <p:nvCxnSpPr>
          <p:cNvPr id="13" name="Straight Connector 12">
            <a:extLst>
              <a:ext uri="{FF2B5EF4-FFF2-40B4-BE49-F238E27FC236}">
                <a16:creationId xmlns:a16="http://schemas.microsoft.com/office/drawing/2014/main" id="{ED6858DC-6B4F-1B49-8AD9-36D59C391CFC}"/>
              </a:ext>
            </a:extLst>
          </p:cNvPr>
          <p:cNvCxnSpPr>
            <a:cxnSpLocks/>
          </p:cNvCxnSpPr>
          <p:nvPr/>
        </p:nvCxnSpPr>
        <p:spPr>
          <a:xfrm flipV="1">
            <a:off x="6018389" y="3390658"/>
            <a:ext cx="0" cy="150876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F7F4FBD-2D7C-A282-EE6C-B6F082FFB22D}"/>
              </a:ext>
            </a:extLst>
          </p:cNvPr>
          <p:cNvGrpSpPr/>
          <p:nvPr/>
        </p:nvGrpSpPr>
        <p:grpSpPr>
          <a:xfrm>
            <a:off x="5529187" y="4007878"/>
            <a:ext cx="489202" cy="274320"/>
            <a:chOff x="5995414" y="3714652"/>
            <a:chExt cx="489202" cy="274320"/>
          </a:xfrm>
        </p:grpSpPr>
        <p:cxnSp>
          <p:nvCxnSpPr>
            <p:cNvPr id="18" name="Straight Connector 17">
              <a:extLst>
                <a:ext uri="{FF2B5EF4-FFF2-40B4-BE49-F238E27FC236}">
                  <a16:creationId xmlns:a16="http://schemas.microsoft.com/office/drawing/2014/main" id="{F914C0AE-B06E-FD48-BB17-2FE75842483A}"/>
                </a:ext>
              </a:extLst>
            </p:cNvPr>
            <p:cNvCxnSpPr>
              <a:cxnSpLocks/>
            </p:cNvCxnSpPr>
            <p:nvPr/>
          </p:nvCxnSpPr>
          <p:spPr>
            <a:xfrm flipH="1">
              <a:off x="6198866" y="3851812"/>
              <a:ext cx="285750"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22" name="Shape 4">
              <a:extLst>
                <a:ext uri="{FF2B5EF4-FFF2-40B4-BE49-F238E27FC236}">
                  <a16:creationId xmlns:a16="http://schemas.microsoft.com/office/drawing/2014/main" id="{EA3AE360-D9EA-BB42-876D-586FA9D77102}"/>
                </a:ext>
              </a:extLst>
            </p:cNvPr>
            <p:cNvSpPr>
              <a:spLocks noChangeAspect="1"/>
            </p:cNvSpPr>
            <p:nvPr/>
          </p:nvSpPr>
          <p:spPr>
            <a:xfrm>
              <a:off x="5995414" y="3714652"/>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chemeClr val="bg1"/>
                  </a:solidFill>
                </a:rPr>
                <a:t>2</a:t>
              </a:r>
            </a:p>
          </p:txBody>
        </p:sp>
      </p:grpSp>
      <p:cxnSp>
        <p:nvCxnSpPr>
          <p:cNvPr id="15" name="Straight Connector 14">
            <a:extLst>
              <a:ext uri="{FF2B5EF4-FFF2-40B4-BE49-F238E27FC236}">
                <a16:creationId xmlns:a16="http://schemas.microsoft.com/office/drawing/2014/main" id="{4560EBA3-6EFE-1841-80C0-8BD5B8D7FB69}"/>
              </a:ext>
            </a:extLst>
          </p:cNvPr>
          <p:cNvCxnSpPr>
            <a:cxnSpLocks/>
          </p:cNvCxnSpPr>
          <p:nvPr/>
        </p:nvCxnSpPr>
        <p:spPr>
          <a:xfrm flipV="1">
            <a:off x="6018389" y="5014384"/>
            <a:ext cx="0" cy="150876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7DCA5379-AF17-C0C9-0D1F-5CF694741C25}"/>
              </a:ext>
            </a:extLst>
          </p:cNvPr>
          <p:cNvGrpSpPr/>
          <p:nvPr/>
        </p:nvGrpSpPr>
        <p:grpSpPr>
          <a:xfrm>
            <a:off x="5522730" y="5631604"/>
            <a:ext cx="489202" cy="274320"/>
            <a:chOff x="5988957" y="4641709"/>
            <a:chExt cx="489202" cy="274320"/>
          </a:xfrm>
        </p:grpSpPr>
        <p:cxnSp>
          <p:nvCxnSpPr>
            <p:cNvPr id="19" name="Straight Connector 18">
              <a:extLst>
                <a:ext uri="{FF2B5EF4-FFF2-40B4-BE49-F238E27FC236}">
                  <a16:creationId xmlns:a16="http://schemas.microsoft.com/office/drawing/2014/main" id="{10B427EF-F0DC-F944-82F5-525528B7390E}"/>
                </a:ext>
              </a:extLst>
            </p:cNvPr>
            <p:cNvCxnSpPr>
              <a:cxnSpLocks/>
            </p:cNvCxnSpPr>
            <p:nvPr/>
          </p:nvCxnSpPr>
          <p:spPr>
            <a:xfrm flipH="1">
              <a:off x="6192409" y="4778869"/>
              <a:ext cx="285750"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23" name="Shape 5">
              <a:extLst>
                <a:ext uri="{FF2B5EF4-FFF2-40B4-BE49-F238E27FC236}">
                  <a16:creationId xmlns:a16="http://schemas.microsoft.com/office/drawing/2014/main" id="{B3ABA407-4FF1-F24D-9C43-317AF9F95A90}"/>
                </a:ext>
              </a:extLst>
            </p:cNvPr>
            <p:cNvSpPr>
              <a:spLocks noChangeAspect="1"/>
            </p:cNvSpPr>
            <p:nvPr/>
          </p:nvSpPr>
          <p:spPr>
            <a:xfrm>
              <a:off x="5988957" y="464170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chemeClr val="bg1"/>
                  </a:solidFill>
                </a:rPr>
                <a:t>3</a:t>
              </a:r>
            </a:p>
          </p:txBody>
        </p:sp>
      </p:grpSp>
    </p:spTree>
    <p:extLst>
      <p:ext uri="{BB962C8B-B14F-4D97-AF65-F5344CB8AC3E}">
        <p14:creationId xmlns:p14="http://schemas.microsoft.com/office/powerpoint/2010/main" val="4270604034"/>
      </p:ext>
    </p:extLst>
  </p:cSld>
  <p:clrMapOvr>
    <a:masterClrMapping/>
  </p:clrMapOvr>
  <mc:AlternateContent xmlns:mc="http://schemas.openxmlformats.org/markup-compatibility/2006" xmlns:p14="http://schemas.microsoft.com/office/powerpoint/2010/main">
    <mc:Choice Requires="p14">
      <p:transition p14:dur="0"/>
    </mc:Choice>
    <mc:Fallback xmlns:a16="http://schemas.microsoft.com/office/drawing/2014/main"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50C0AD-A60D-55AB-0363-A1518AE45AC4}"/>
              </a:ext>
            </a:extLst>
          </p:cNvPr>
          <p:cNvSpPr>
            <a:spLocks noGrp="1"/>
          </p:cNvSpPr>
          <p:nvPr>
            <p:ph type="title"/>
          </p:nvPr>
        </p:nvSpPr>
        <p:spPr/>
        <p:txBody>
          <a:bodyPr/>
          <a:lstStyle/>
          <a:p>
            <a:endParaRPr lang="en-US"/>
          </a:p>
        </p:txBody>
      </p:sp>
      <p:sp>
        <p:nvSpPr>
          <p:cNvPr id="2" name="Shape 1">
            <a:extLst>
              <a:ext uri="{FF2B5EF4-FFF2-40B4-BE49-F238E27FC236}">
                <a16:creationId xmlns:a16="http://schemas.microsoft.com/office/drawing/2014/main" id="{069F12AC-991E-77DA-CBF6-6CCCD49BBF95}"/>
              </a:ext>
            </a:extLst>
          </p:cNvPr>
          <p:cNvSpPr/>
          <p:nvPr/>
        </p:nvSpPr>
        <p:spPr>
          <a:xfrm>
            <a:off x="12264485" y="312762"/>
            <a:ext cx="2118837" cy="2139047"/>
          </a:xfrm>
          <a:prstGeom prst="rect">
            <a:avLst/>
          </a:prstGeom>
          <a:solidFill>
            <a:srgbClr val="FFFFFF"/>
          </a:solidFill>
          <a:ln>
            <a:solidFill>
              <a:srgbClr val="DE0A0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pPr>
            <a:r>
              <a:rPr lang="en-US" sz="1400" b="1">
                <a:solidFill>
                  <a:srgbClr val="DE0A01"/>
                </a:solidFill>
              </a:rPr>
              <a:t>Read and delete box. </a:t>
            </a:r>
            <a:endParaRPr lang="en-US" sz="1100">
              <a:solidFill>
                <a:srgbClr val="DE0A01"/>
              </a:solidFill>
            </a:endParaRPr>
          </a:p>
          <a:p>
            <a:pPr>
              <a:spcBef>
                <a:spcPts val="1200"/>
              </a:spcBef>
            </a:pPr>
            <a:r>
              <a:rPr lang="en-US" sz="1100" b="1">
                <a:solidFill>
                  <a:srgbClr val="DE0A01"/>
                </a:solidFill>
              </a:rPr>
              <a:t>Focus Frames are attached </a:t>
            </a:r>
            <a:r>
              <a:rPr lang="en-US" sz="1100">
                <a:solidFill>
                  <a:srgbClr val="DE0A01"/>
                </a:solidFill>
              </a:rPr>
              <a:t>to the Title text. When the width or height of the text box changes, the Focus Frames move with it.</a:t>
            </a:r>
          </a:p>
          <a:p>
            <a:pPr>
              <a:spcBef>
                <a:spcPts val="1200"/>
              </a:spcBef>
            </a:pPr>
            <a:r>
              <a:rPr lang="en-US" sz="1100" b="1">
                <a:solidFill>
                  <a:srgbClr val="DE0A01"/>
                </a:solidFill>
              </a:rPr>
              <a:t>If your title is too long or short</a:t>
            </a:r>
            <a:r>
              <a:rPr lang="en-US" sz="1100">
                <a:solidFill>
                  <a:srgbClr val="DE0A01"/>
                </a:solidFill>
              </a:rPr>
              <a:t>, increase or decrease the width of the title text box to fit the slide area.</a:t>
            </a:r>
          </a:p>
        </p:txBody>
      </p:sp>
    </p:spTree>
    <p:extLst>
      <p:ext uri="{BB962C8B-B14F-4D97-AF65-F5344CB8AC3E}">
        <p14:creationId xmlns:p14="http://schemas.microsoft.com/office/powerpoint/2010/main" val="3807739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90E85BA-CD78-4516-894C-767C98372AB6}"/>
              </a:ext>
            </a:extLst>
          </p:cNvPr>
          <p:cNvSpPr>
            <a:spLocks noGrp="1"/>
          </p:cNvSpPr>
          <p:nvPr>
            <p:ph type="title"/>
          </p:nvPr>
        </p:nvSpPr>
        <p:spPr>
          <a:xfrm>
            <a:off x="457200" y="361950"/>
            <a:ext cx="11274552" cy="451231"/>
          </a:xfrm>
        </p:spPr>
        <p:txBody>
          <a:bodyPr/>
          <a:lstStyle/>
          <a:p>
            <a:r>
              <a:rPr lang="en-US"/>
              <a:t>Gartner Sans Semibold (Heading), 28-Point Size, Two Lines Maximum  </a:t>
            </a:r>
            <a:r>
              <a:rPr lang="en-US" err="1"/>
              <a:t>Consectetur</a:t>
            </a:r>
            <a:r>
              <a:rPr lang="en-US"/>
              <a:t> </a:t>
            </a:r>
            <a:r>
              <a:rPr lang="en-US" err="1"/>
              <a:t>Adipiscing</a:t>
            </a:r>
            <a:r>
              <a:rPr lang="en-US"/>
              <a:t> Elit Nam Mollis Lacus Id </a:t>
            </a:r>
            <a:r>
              <a:rPr lang="en-US" err="1"/>
              <a:t>Risus</a:t>
            </a:r>
            <a:endParaRPr lang="en-US"/>
          </a:p>
        </p:txBody>
      </p:sp>
      <p:sp>
        <p:nvSpPr>
          <p:cNvPr id="2" name="Content Placeholder">
            <a:extLst>
              <a:ext uri="{FF2B5EF4-FFF2-40B4-BE49-F238E27FC236}">
                <a16:creationId xmlns:a16="http://schemas.microsoft.com/office/drawing/2014/main" id="{E56408A0-B90C-40F9-89DA-01A225DF987F}"/>
              </a:ext>
            </a:extLst>
          </p:cNvPr>
          <p:cNvSpPr>
            <a:spLocks noGrp="1"/>
          </p:cNvSpPr>
          <p:nvPr>
            <p:ph idx="1"/>
          </p:nvPr>
        </p:nvSpPr>
        <p:spPr>
          <a:xfrm>
            <a:off x="457200" y="1527048"/>
            <a:ext cx="11274552" cy="4462272"/>
          </a:xfrm>
        </p:spPr>
        <p:txBody>
          <a:bodyPr vert="horz" lIns="0" tIns="0" rIns="0" bIns="0" rtlCol="0" anchor="t">
            <a:noAutofit/>
          </a:bodyPr>
          <a:lstStyle/>
          <a:p>
            <a:r>
              <a:rPr lang="en-US"/>
              <a:t>Gartner Sans (Body) font, 20-point.</a:t>
            </a:r>
          </a:p>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a:p>
            <a:r>
              <a:rPr lang="en-US"/>
              <a:t>Nunc at </a:t>
            </a:r>
            <a:r>
              <a:rPr lang="en-US" err="1"/>
              <a:t>erat</a:t>
            </a:r>
            <a:r>
              <a:rPr lang="en-US"/>
              <a:t> </a:t>
            </a:r>
            <a:r>
              <a:rPr lang="en-US" err="1"/>
              <a:t>hendrerit</a:t>
            </a:r>
            <a:r>
              <a:rPr lang="en-US"/>
              <a:t>, </a:t>
            </a:r>
            <a:r>
              <a:rPr lang="en-US" err="1"/>
              <a:t>facilisis</a:t>
            </a:r>
            <a:r>
              <a:rPr lang="en-US"/>
              <a:t> </a:t>
            </a:r>
            <a:r>
              <a:rPr lang="en-US" err="1"/>
              <a:t>augue</a:t>
            </a:r>
            <a:r>
              <a:rPr lang="en-US"/>
              <a:t> </a:t>
            </a:r>
            <a:r>
              <a:rPr lang="en-US" err="1"/>
              <a:t>eget</a:t>
            </a:r>
            <a:r>
              <a:rPr lang="en-US"/>
              <a:t>, </a:t>
            </a:r>
            <a:r>
              <a:rPr lang="en-US" err="1"/>
              <a:t>accumsan</a:t>
            </a:r>
            <a:r>
              <a:rPr lang="en-US"/>
              <a:t> </a:t>
            </a:r>
            <a:r>
              <a:rPr lang="en-US" err="1"/>
              <a:t>urna</a:t>
            </a:r>
            <a:r>
              <a:rPr lang="en-US"/>
              <a:t>.</a:t>
            </a:r>
          </a:p>
          <a:p>
            <a:pPr marL="630555" lvl="1" indent="-292100"/>
            <a:r>
              <a:rPr lang="en-US" err="1"/>
              <a:t>Vivamus</a:t>
            </a:r>
            <a:r>
              <a:rPr lang="en-US"/>
              <a:t> </a:t>
            </a:r>
            <a:r>
              <a:rPr lang="en-US" err="1"/>
              <a:t>ultricies</a:t>
            </a:r>
            <a:r>
              <a:rPr lang="en-US"/>
              <a:t>, ipsum sed </a:t>
            </a:r>
            <a:r>
              <a:rPr lang="en-US" err="1"/>
              <a:t>sollicitudin</a:t>
            </a:r>
            <a:r>
              <a:rPr lang="en-US"/>
              <a:t> maximus, eros </a:t>
            </a:r>
            <a:r>
              <a:rPr lang="en-US" err="1"/>
              <a:t>felis</a:t>
            </a:r>
            <a:r>
              <a:rPr lang="en-US"/>
              <a:t> semper </a:t>
            </a:r>
            <a:r>
              <a:rPr lang="en-US" err="1"/>
              <a:t>tellus</a:t>
            </a:r>
            <a:r>
              <a:rPr lang="en-US"/>
              <a:t>, </a:t>
            </a:r>
            <a:r>
              <a:rPr lang="en-US" err="1"/>
              <a:t>eu</a:t>
            </a:r>
            <a:r>
              <a:rPr lang="en-US"/>
              <a:t> </a:t>
            </a:r>
            <a:r>
              <a:rPr lang="en-US" err="1"/>
              <a:t>bibendum</a:t>
            </a:r>
            <a:r>
              <a:rPr lang="en-US"/>
              <a:t> </a:t>
            </a:r>
            <a:r>
              <a:rPr lang="en-US" err="1"/>
              <a:t>enim</a:t>
            </a:r>
            <a:r>
              <a:rPr lang="en-US"/>
              <a:t> </a:t>
            </a:r>
            <a:r>
              <a:rPr lang="en-US" err="1"/>
              <a:t>risus</a:t>
            </a:r>
            <a:r>
              <a:rPr lang="en-US"/>
              <a:t> ac </a:t>
            </a:r>
            <a:r>
              <a:rPr lang="en-US" err="1"/>
              <a:t>turpis</a:t>
            </a:r>
            <a:r>
              <a:rPr lang="en-US"/>
              <a:t>. </a:t>
            </a:r>
          </a:p>
          <a:p>
            <a:pPr marL="977900" lvl="2"/>
            <a:r>
              <a:rPr lang="en-US" err="1"/>
              <a:t>Curabitur</a:t>
            </a:r>
            <a:r>
              <a:rPr lang="en-US"/>
              <a:t> at </a:t>
            </a:r>
            <a:r>
              <a:rPr lang="en-US" err="1"/>
              <a:t>orci</a:t>
            </a:r>
            <a:r>
              <a:rPr lang="en-US"/>
              <a:t> ac </a:t>
            </a:r>
            <a:r>
              <a:rPr lang="en-US" err="1"/>
              <a:t>erat</a:t>
            </a:r>
            <a:r>
              <a:rPr lang="en-US"/>
              <a:t> porta pharetra. </a:t>
            </a:r>
          </a:p>
          <a:p>
            <a:pPr marL="1380490" lvl="3" indent="-292100"/>
            <a:r>
              <a:rPr lang="en-US" err="1"/>
              <a:t>Suspendisse</a:t>
            </a:r>
            <a:r>
              <a:rPr lang="en-US"/>
              <a:t> </a:t>
            </a:r>
            <a:r>
              <a:rPr lang="en-US" err="1"/>
              <a:t>tristique</a:t>
            </a:r>
            <a:r>
              <a:rPr lang="en-US"/>
              <a:t> </a:t>
            </a:r>
            <a:r>
              <a:rPr lang="en-US" err="1"/>
              <a:t>euismod</a:t>
            </a:r>
            <a:r>
              <a:rPr lang="en-US"/>
              <a:t> </a:t>
            </a:r>
            <a:r>
              <a:rPr lang="en-US" err="1"/>
              <a:t>felis</a:t>
            </a:r>
            <a:r>
              <a:rPr lang="en-US"/>
              <a:t> </a:t>
            </a:r>
            <a:r>
              <a:rPr lang="en-US" err="1"/>
              <a:t>ut</a:t>
            </a:r>
            <a:r>
              <a:rPr lang="en-US"/>
              <a:t> auctor. </a:t>
            </a:r>
          </a:p>
          <a:p>
            <a:pPr marL="1380490" lvl="3" indent="-292100"/>
            <a:r>
              <a:rPr lang="en-US"/>
              <a:t>Mauris sit </a:t>
            </a:r>
            <a:r>
              <a:rPr lang="en-US" err="1"/>
              <a:t>amet</a:t>
            </a:r>
            <a:r>
              <a:rPr lang="en-US"/>
              <a:t> diam </a:t>
            </a:r>
            <a:r>
              <a:rPr lang="en-US" err="1"/>
              <a:t>luctus</a:t>
            </a:r>
            <a:r>
              <a:rPr lang="en-US"/>
              <a:t>, semper nunc </a:t>
            </a:r>
            <a:r>
              <a:rPr lang="en-US" err="1"/>
              <a:t>eu</a:t>
            </a:r>
            <a:r>
              <a:rPr lang="en-US"/>
              <a:t>, </a:t>
            </a:r>
            <a:r>
              <a:rPr lang="en-US" err="1"/>
              <a:t>viverra</a:t>
            </a:r>
            <a:r>
              <a:rPr lang="en-US"/>
              <a:t> </a:t>
            </a:r>
            <a:r>
              <a:rPr lang="en-US" err="1"/>
              <a:t>augue</a:t>
            </a:r>
            <a:r>
              <a:rPr lang="en-US"/>
              <a:t>.</a:t>
            </a:r>
          </a:p>
        </p:txBody>
      </p:sp>
      <p:sp>
        <p:nvSpPr>
          <p:cNvPr id="4" name="Shape 1">
            <a:extLst>
              <a:ext uri="{FF2B5EF4-FFF2-40B4-BE49-F238E27FC236}">
                <a16:creationId xmlns:a16="http://schemas.microsoft.com/office/drawing/2014/main" id="{582AC1F4-D84D-4D61-851D-A9D97103935B}"/>
              </a:ext>
            </a:extLst>
          </p:cNvPr>
          <p:cNvSpPr/>
          <p:nvPr/>
        </p:nvSpPr>
        <p:spPr>
          <a:xfrm>
            <a:off x="12264485" y="312762"/>
            <a:ext cx="2118838" cy="1138773"/>
          </a:xfrm>
          <a:prstGeom prst="rect">
            <a:avLst/>
          </a:prstGeom>
          <a:solidFill>
            <a:srgbClr val="FFFFFF"/>
          </a:solidFill>
          <a:ln>
            <a:solidFill>
              <a:srgbClr val="DE0A0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pPr>
            <a:r>
              <a:rPr lang="en-US" sz="1400" b="1">
                <a:solidFill>
                  <a:srgbClr val="DE0A01"/>
                </a:solidFill>
              </a:rPr>
              <a:t>Read and delete box. </a:t>
            </a:r>
          </a:p>
          <a:p>
            <a:pPr>
              <a:spcBef>
                <a:spcPts val="1200"/>
              </a:spcBef>
            </a:pPr>
            <a:r>
              <a:rPr lang="en-US" sz="1100">
                <a:solidFill>
                  <a:srgbClr val="DE0A01"/>
                </a:solidFill>
              </a:rPr>
              <a:t>For consistency, follow text styling and specified sizes on this slide throughout your presentation.</a:t>
            </a:r>
          </a:p>
        </p:txBody>
      </p:sp>
    </p:spTree>
    <p:extLst>
      <p:ext uri="{BB962C8B-B14F-4D97-AF65-F5344CB8AC3E}">
        <p14:creationId xmlns:p14="http://schemas.microsoft.com/office/powerpoint/2010/main" val="2405230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13A877-DE90-524E-8250-D791F7EB624F}"/>
              </a:ext>
            </a:extLst>
          </p:cNvPr>
          <p:cNvSpPr>
            <a:spLocks noGrp="1"/>
          </p:cNvSpPr>
          <p:nvPr>
            <p:ph type="title"/>
          </p:nvPr>
        </p:nvSpPr>
        <p:spPr/>
        <p:txBody>
          <a:bodyPr/>
          <a:lstStyle/>
          <a:p>
            <a:r>
              <a:rPr lang="en-US"/>
              <a:t>Additional Resources</a:t>
            </a:r>
          </a:p>
        </p:txBody>
      </p:sp>
      <p:sp>
        <p:nvSpPr>
          <p:cNvPr id="27" name="Content Placeholder 26">
            <a:extLst>
              <a:ext uri="{FF2B5EF4-FFF2-40B4-BE49-F238E27FC236}">
                <a16:creationId xmlns:a16="http://schemas.microsoft.com/office/drawing/2014/main" id="{2B4595FC-5176-DCE1-062F-549789C7C466}"/>
              </a:ext>
            </a:extLst>
          </p:cNvPr>
          <p:cNvSpPr>
            <a:spLocks noGrp="1"/>
          </p:cNvSpPr>
          <p:nvPr>
            <p:ph idx="1"/>
          </p:nvPr>
        </p:nvSpPr>
        <p:spPr/>
        <p:txBody>
          <a:bodyPr vert="horz" lIns="0" tIns="0" rIns="0" bIns="0" rtlCol="0" anchor="t">
            <a:noAutofit/>
          </a:bodyPr>
          <a:lstStyle/>
          <a:p>
            <a:pPr marL="0" indent="0">
              <a:buNone/>
            </a:pPr>
            <a:r>
              <a:rPr lang="en-US"/>
              <a:t>Find the tools, templates and assets that you need to create graphics and presentations. Ensure quality and consistency by taking advantage of branded icons and design elements from the libraries below.</a:t>
            </a:r>
          </a:p>
          <a:p>
            <a:pPr marL="0" indent="0">
              <a:buNone/>
            </a:pPr>
            <a:r>
              <a:rPr lang="en-US"/>
              <a:t>The libraries are constantly expanding and improving. Check often to see what's new.</a:t>
            </a:r>
          </a:p>
        </p:txBody>
      </p:sp>
      <p:sp>
        <p:nvSpPr>
          <p:cNvPr id="5" name="TextBox 4">
            <a:extLst>
              <a:ext uri="{FF2B5EF4-FFF2-40B4-BE49-F238E27FC236}">
                <a16:creationId xmlns:a16="http://schemas.microsoft.com/office/drawing/2014/main" id="{D1B2AF43-D288-0A2D-AE6D-241469D3DC83}"/>
              </a:ext>
            </a:extLst>
          </p:cNvPr>
          <p:cNvSpPr txBox="1"/>
          <p:nvPr/>
        </p:nvSpPr>
        <p:spPr>
          <a:xfrm>
            <a:off x="463423" y="868680"/>
            <a:ext cx="11274552" cy="307777"/>
          </a:xfrm>
          <a:prstGeom prst="rect">
            <a:avLst/>
          </a:prstGeom>
          <a:noFill/>
        </p:spPr>
        <p:txBody>
          <a:bodyPr wrap="square" lIns="0" tIns="0" rIns="0" bIns="0">
            <a:spAutoFit/>
          </a:bodyPr>
          <a:lstStyle/>
          <a:p>
            <a:r>
              <a:rPr lang="en-US" sz="2000">
                <a:solidFill>
                  <a:srgbClr val="0057AF"/>
                </a:solidFill>
              </a:rPr>
              <a:t>Copy the Brand Center URLs into your browser to access:</a:t>
            </a:r>
          </a:p>
        </p:txBody>
      </p:sp>
      <p:sp>
        <p:nvSpPr>
          <p:cNvPr id="23" name="TextBox 5">
            <a:extLst>
              <a:ext uri="{FF2B5EF4-FFF2-40B4-BE49-F238E27FC236}">
                <a16:creationId xmlns:a16="http://schemas.microsoft.com/office/drawing/2014/main" id="{8F74A4D1-A8DE-95B3-AF61-5A4417B03F94}"/>
              </a:ext>
            </a:extLst>
          </p:cNvPr>
          <p:cNvSpPr txBox="1"/>
          <p:nvPr/>
        </p:nvSpPr>
        <p:spPr>
          <a:xfrm>
            <a:off x="457200" y="3230522"/>
            <a:ext cx="11274552" cy="1938992"/>
          </a:xfrm>
          <a:prstGeom prst="rect">
            <a:avLst/>
          </a:prstGeom>
          <a:solidFill>
            <a:srgbClr val="E0F1FF"/>
          </a:solidFill>
          <a:ln w="19050">
            <a:noFill/>
          </a:ln>
        </p:spPr>
        <p:txBody>
          <a:bodyPr wrap="square" lIns="731520" tIns="182880" rIns="0" bIns="182880" rtlCol="0" anchor="t" anchorCtr="0">
            <a:spAutoFit/>
          </a:bodyPr>
          <a:lstStyle/>
          <a:p>
            <a:pPr>
              <a:spcBef>
                <a:spcPts val="3600"/>
              </a:spcBef>
            </a:pPr>
            <a:r>
              <a:rPr lang="en-US" sz="1400" b="1" dirty="0">
                <a:solidFill>
                  <a:srgbClr val="000000"/>
                </a:solidFill>
              </a:rPr>
              <a:t>Download image assets and learn about our styles on the </a:t>
            </a:r>
            <a:r>
              <a:rPr lang="en-US" sz="1400" b="1" dirty="0">
                <a:solidFill>
                  <a:srgbClr val="000000"/>
                </a:solidFill>
                <a:hlinkClick r:id="rId3"/>
              </a:rPr>
              <a:t>Brand Center &gt; Resources &gt; Image Libraries</a:t>
            </a:r>
            <a:endParaRPr lang="en-US" sz="1200" dirty="0">
              <a:solidFill>
                <a:srgbClr val="000000"/>
              </a:solidFill>
            </a:endParaRPr>
          </a:p>
          <a:p>
            <a:pPr>
              <a:spcBef>
                <a:spcPts val="3600"/>
              </a:spcBef>
            </a:pPr>
            <a:r>
              <a:rPr lang="en-US" sz="1400" b="1" dirty="0">
                <a:solidFill>
                  <a:srgbClr val="000000"/>
                </a:solidFill>
              </a:rPr>
              <a:t>Find cover slides with images on the </a:t>
            </a:r>
            <a:r>
              <a:rPr lang="en-US" sz="1400" b="1" dirty="0">
                <a:solidFill>
                  <a:srgbClr val="000000"/>
                </a:solidFill>
                <a:hlinkClick r:id="rId4"/>
              </a:rPr>
              <a:t>Brand Center &gt; Resources &gt; Template Library &gt; Corporate PowerPoint</a:t>
            </a:r>
            <a:endParaRPr lang="en-US" sz="1400" dirty="0">
              <a:solidFill>
                <a:srgbClr val="000000"/>
              </a:solidFill>
            </a:endParaRPr>
          </a:p>
          <a:p>
            <a:pPr>
              <a:spcBef>
                <a:spcPts val="3600"/>
              </a:spcBef>
            </a:pPr>
            <a:r>
              <a:rPr lang="en-US" sz="1400" b="1" dirty="0">
                <a:solidFill>
                  <a:srgbClr val="000000"/>
                </a:solidFill>
              </a:rPr>
              <a:t>Download </a:t>
            </a:r>
            <a:r>
              <a:rPr lang="en-US" sz="1400" b="1" dirty="0" err="1">
                <a:solidFill>
                  <a:srgbClr val="006AC7"/>
                </a:solidFill>
                <a:hlinkClick r:id="rId5">
                  <a:extLst>
                    <a:ext uri="{A12FA001-AC4F-418D-AE19-62706E023703}">
                      <ahyp:hlinkClr xmlns:ahyp="http://schemas.microsoft.com/office/drawing/2018/hyperlinkcolor" val="tx"/>
                    </a:ext>
                  </a:extLst>
                </a:hlinkClick>
              </a:rPr>
              <a:t>BTI</a:t>
            </a:r>
            <a:r>
              <a:rPr lang="en-US" sz="1400" b="1" dirty="0">
                <a:solidFill>
                  <a:srgbClr val="006AC7"/>
                </a:solidFill>
                <a:hlinkClick r:id="rId5">
                  <a:extLst>
                    <a:ext uri="{A12FA001-AC4F-418D-AE19-62706E023703}">
                      <ahyp:hlinkClr xmlns:ahyp="http://schemas.microsoft.com/office/drawing/2018/hyperlinkcolor" val="tx"/>
                    </a:ext>
                  </a:extLst>
                </a:hlinkClick>
              </a:rPr>
              <a:t> graphic starter files</a:t>
            </a:r>
            <a:r>
              <a:rPr lang="en-US" sz="1400" b="1" dirty="0">
                <a:solidFill>
                  <a:srgbClr val="006AC7"/>
                </a:solidFill>
              </a:rPr>
              <a:t> </a:t>
            </a:r>
            <a:r>
              <a:rPr lang="en-US" sz="1400" b="1" dirty="0">
                <a:solidFill>
                  <a:srgbClr val="000000"/>
                </a:solidFill>
              </a:rPr>
              <a:t>and resources, including quantitative and qualitative graphics, self-serve tools and more</a:t>
            </a:r>
          </a:p>
        </p:txBody>
      </p:sp>
      <p:sp>
        <p:nvSpPr>
          <p:cNvPr id="24" name="Graphic 43">
            <a:extLst>
              <a:ext uri="{FF2B5EF4-FFF2-40B4-BE49-F238E27FC236}">
                <a16:creationId xmlns:a16="http://schemas.microsoft.com/office/drawing/2014/main" id="{6BE241F0-3762-84B9-95BD-86B1BB2CE5FD}"/>
              </a:ext>
            </a:extLst>
          </p:cNvPr>
          <p:cNvSpPr/>
          <p:nvPr/>
        </p:nvSpPr>
        <p:spPr>
          <a:xfrm>
            <a:off x="621572" y="4065340"/>
            <a:ext cx="411099" cy="332042"/>
          </a:xfrm>
          <a:custGeom>
            <a:avLst/>
            <a:gdLst>
              <a:gd name="connsiteX0" fmla="*/ 355759 w 411099"/>
              <a:gd name="connsiteY0" fmla="*/ 23717 h 332042"/>
              <a:gd name="connsiteX1" fmla="*/ 332042 w 411099"/>
              <a:gd name="connsiteY1" fmla="*/ 39529 h 332042"/>
              <a:gd name="connsiteX2" fmla="*/ 227947 w 411099"/>
              <a:gd name="connsiteY2" fmla="*/ 39529 h 332042"/>
              <a:gd name="connsiteX3" fmla="*/ 227947 w 411099"/>
              <a:gd name="connsiteY3" fmla="*/ 0 h 332042"/>
              <a:gd name="connsiteX4" fmla="*/ 0 w 411099"/>
              <a:gd name="connsiteY4" fmla="*/ 0 h 332042"/>
              <a:gd name="connsiteX5" fmla="*/ 0 w 411099"/>
              <a:gd name="connsiteY5" fmla="*/ 110681 h 332042"/>
              <a:gd name="connsiteX6" fmla="*/ 227947 w 411099"/>
              <a:gd name="connsiteY6" fmla="*/ 110681 h 332042"/>
              <a:gd name="connsiteX7" fmla="*/ 227947 w 411099"/>
              <a:gd name="connsiteY7" fmla="*/ 71152 h 332042"/>
              <a:gd name="connsiteX8" fmla="*/ 332042 w 411099"/>
              <a:gd name="connsiteY8" fmla="*/ 71152 h 332042"/>
              <a:gd name="connsiteX9" fmla="*/ 355759 w 411099"/>
              <a:gd name="connsiteY9" fmla="*/ 86963 h 332042"/>
              <a:gd name="connsiteX10" fmla="*/ 411100 w 411099"/>
              <a:gd name="connsiteY10" fmla="*/ 71152 h 332042"/>
              <a:gd name="connsiteX11" fmla="*/ 411100 w 411099"/>
              <a:gd name="connsiteY11" fmla="*/ 39529 h 332042"/>
              <a:gd name="connsiteX12" fmla="*/ 355759 w 411099"/>
              <a:gd name="connsiteY12" fmla="*/ 23717 h 332042"/>
              <a:gd name="connsiteX13" fmla="*/ 196324 w 411099"/>
              <a:gd name="connsiteY13" fmla="*/ 79058 h 332042"/>
              <a:gd name="connsiteX14" fmla="*/ 31623 w 411099"/>
              <a:gd name="connsiteY14" fmla="*/ 79058 h 332042"/>
              <a:gd name="connsiteX15" fmla="*/ 31623 w 411099"/>
              <a:gd name="connsiteY15" fmla="*/ 31623 h 332042"/>
              <a:gd name="connsiteX16" fmla="*/ 196324 w 411099"/>
              <a:gd name="connsiteY16" fmla="*/ 31623 h 332042"/>
              <a:gd name="connsiteX17" fmla="*/ 196324 w 411099"/>
              <a:gd name="connsiteY17" fmla="*/ 79058 h 332042"/>
              <a:gd name="connsiteX18" fmla="*/ 94869 w 411099"/>
              <a:gd name="connsiteY18" fmla="*/ 142304 h 332042"/>
              <a:gd name="connsiteX19" fmla="*/ 0 w 411099"/>
              <a:gd name="connsiteY19" fmla="*/ 237173 h 332042"/>
              <a:gd name="connsiteX20" fmla="*/ 94869 w 411099"/>
              <a:gd name="connsiteY20" fmla="*/ 332042 h 332042"/>
              <a:gd name="connsiteX21" fmla="*/ 171816 w 411099"/>
              <a:gd name="connsiteY21" fmla="*/ 292513 h 332042"/>
              <a:gd name="connsiteX22" fmla="*/ 411100 w 411099"/>
              <a:gd name="connsiteY22" fmla="*/ 292513 h 332042"/>
              <a:gd name="connsiteX23" fmla="*/ 411100 w 411099"/>
              <a:gd name="connsiteY23" fmla="*/ 181833 h 332042"/>
              <a:gd name="connsiteX24" fmla="*/ 171816 w 411099"/>
              <a:gd name="connsiteY24" fmla="*/ 181833 h 332042"/>
              <a:gd name="connsiteX25" fmla="*/ 94869 w 411099"/>
              <a:gd name="connsiteY25" fmla="*/ 142304 h 332042"/>
              <a:gd name="connsiteX26" fmla="*/ 379477 w 411099"/>
              <a:gd name="connsiteY26" fmla="*/ 260890 h 332042"/>
              <a:gd name="connsiteX27" fmla="*/ 153475 w 411099"/>
              <a:gd name="connsiteY27" fmla="*/ 260890 h 332042"/>
              <a:gd name="connsiteX28" fmla="*/ 94869 w 411099"/>
              <a:gd name="connsiteY28" fmla="*/ 300419 h 332042"/>
              <a:gd name="connsiteX29" fmla="*/ 40153 w 411099"/>
              <a:gd name="connsiteY29" fmla="*/ 268796 h 332042"/>
              <a:gd name="connsiteX30" fmla="*/ 94869 w 411099"/>
              <a:gd name="connsiteY30" fmla="*/ 268796 h 332042"/>
              <a:gd name="connsiteX31" fmla="*/ 94869 w 411099"/>
              <a:gd name="connsiteY31" fmla="*/ 205550 h 332042"/>
              <a:gd name="connsiteX32" fmla="*/ 40153 w 411099"/>
              <a:gd name="connsiteY32" fmla="*/ 205550 h 332042"/>
              <a:gd name="connsiteX33" fmla="*/ 94869 w 411099"/>
              <a:gd name="connsiteY33" fmla="*/ 173927 h 332042"/>
              <a:gd name="connsiteX34" fmla="*/ 153475 w 411099"/>
              <a:gd name="connsiteY34" fmla="*/ 213456 h 332042"/>
              <a:gd name="connsiteX35" fmla="*/ 379477 w 411099"/>
              <a:gd name="connsiteY35" fmla="*/ 213456 h 332042"/>
              <a:gd name="connsiteX36" fmla="*/ 379477 w 411099"/>
              <a:gd name="connsiteY36" fmla="*/ 260890 h 33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11099" h="332042">
                <a:moveTo>
                  <a:pt x="355759" y="23717"/>
                </a:moveTo>
                <a:lnTo>
                  <a:pt x="332042" y="39529"/>
                </a:lnTo>
                <a:lnTo>
                  <a:pt x="227947" y="39529"/>
                </a:lnTo>
                <a:lnTo>
                  <a:pt x="227947" y="0"/>
                </a:lnTo>
                <a:lnTo>
                  <a:pt x="0" y="0"/>
                </a:lnTo>
                <a:lnTo>
                  <a:pt x="0" y="110681"/>
                </a:lnTo>
                <a:lnTo>
                  <a:pt x="227947" y="110681"/>
                </a:lnTo>
                <a:lnTo>
                  <a:pt x="227947" y="71152"/>
                </a:lnTo>
                <a:lnTo>
                  <a:pt x="332042" y="71152"/>
                </a:lnTo>
                <a:lnTo>
                  <a:pt x="355759" y="86963"/>
                </a:lnTo>
                <a:lnTo>
                  <a:pt x="411100" y="71152"/>
                </a:lnTo>
                <a:lnTo>
                  <a:pt x="411100" y="39529"/>
                </a:lnTo>
                <a:lnTo>
                  <a:pt x="355759" y="23717"/>
                </a:lnTo>
                <a:close/>
                <a:moveTo>
                  <a:pt x="196324" y="79058"/>
                </a:moveTo>
                <a:lnTo>
                  <a:pt x="31623" y="79058"/>
                </a:lnTo>
                <a:lnTo>
                  <a:pt x="31623" y="31623"/>
                </a:lnTo>
                <a:lnTo>
                  <a:pt x="196324" y="31623"/>
                </a:lnTo>
                <a:lnTo>
                  <a:pt x="196324" y="79058"/>
                </a:lnTo>
                <a:close/>
                <a:moveTo>
                  <a:pt x="94869" y="142304"/>
                </a:moveTo>
                <a:cubicBezTo>
                  <a:pt x="42478" y="142304"/>
                  <a:pt x="0" y="184782"/>
                  <a:pt x="0" y="237173"/>
                </a:cubicBezTo>
                <a:cubicBezTo>
                  <a:pt x="0" y="289565"/>
                  <a:pt x="42478" y="332042"/>
                  <a:pt x="94869" y="332042"/>
                </a:cubicBezTo>
                <a:cubicBezTo>
                  <a:pt x="126587" y="332042"/>
                  <a:pt x="154589" y="316420"/>
                  <a:pt x="171816" y="292513"/>
                </a:cubicBezTo>
                <a:lnTo>
                  <a:pt x="411100" y="292513"/>
                </a:lnTo>
                <a:lnTo>
                  <a:pt x="411100" y="181833"/>
                </a:lnTo>
                <a:lnTo>
                  <a:pt x="171816" y="181833"/>
                </a:lnTo>
                <a:cubicBezTo>
                  <a:pt x="154597" y="157926"/>
                  <a:pt x="126587" y="142304"/>
                  <a:pt x="94869" y="142304"/>
                </a:cubicBezTo>
                <a:close/>
                <a:moveTo>
                  <a:pt x="379477" y="260890"/>
                </a:moveTo>
                <a:lnTo>
                  <a:pt x="153475" y="260890"/>
                </a:lnTo>
                <a:cubicBezTo>
                  <a:pt x="144090" y="284062"/>
                  <a:pt x="121401" y="300419"/>
                  <a:pt x="94869" y="300419"/>
                </a:cubicBezTo>
                <a:cubicBezTo>
                  <a:pt x="71476" y="300419"/>
                  <a:pt x="51095" y="287683"/>
                  <a:pt x="40153" y="268796"/>
                </a:cubicBezTo>
                <a:lnTo>
                  <a:pt x="94869" y="268796"/>
                </a:lnTo>
                <a:lnTo>
                  <a:pt x="94869" y="205550"/>
                </a:lnTo>
                <a:lnTo>
                  <a:pt x="40153" y="205550"/>
                </a:lnTo>
                <a:cubicBezTo>
                  <a:pt x="51095" y="186663"/>
                  <a:pt x="71476" y="173927"/>
                  <a:pt x="94869" y="173927"/>
                </a:cubicBezTo>
                <a:cubicBezTo>
                  <a:pt x="121409" y="173927"/>
                  <a:pt x="144090" y="190284"/>
                  <a:pt x="153475" y="213456"/>
                </a:cubicBezTo>
                <a:lnTo>
                  <a:pt x="379477" y="213456"/>
                </a:lnTo>
                <a:lnTo>
                  <a:pt x="379477" y="260890"/>
                </a:lnTo>
                <a:close/>
              </a:path>
            </a:pathLst>
          </a:custGeom>
          <a:solidFill>
            <a:srgbClr val="002869"/>
          </a:solidFill>
          <a:ln w="7805" cap="flat">
            <a:noFill/>
            <a:prstDash val="solid"/>
            <a:miter/>
          </a:ln>
        </p:spPr>
        <p:txBody>
          <a:bodyPr rtlCol="0" anchor="ctr"/>
          <a:lstStyle/>
          <a:p>
            <a:endParaRPr lang="en-US"/>
          </a:p>
        </p:txBody>
      </p:sp>
      <p:sp>
        <p:nvSpPr>
          <p:cNvPr id="25" name="Graphic 44">
            <a:extLst>
              <a:ext uri="{FF2B5EF4-FFF2-40B4-BE49-F238E27FC236}">
                <a16:creationId xmlns:a16="http://schemas.microsoft.com/office/drawing/2014/main" id="{69846706-88CD-24A5-65E9-7A9B1D4BE977}"/>
              </a:ext>
            </a:extLst>
          </p:cNvPr>
          <p:cNvSpPr/>
          <p:nvPr/>
        </p:nvSpPr>
        <p:spPr>
          <a:xfrm>
            <a:off x="605760" y="3349802"/>
            <a:ext cx="442722" cy="316230"/>
          </a:xfrm>
          <a:custGeom>
            <a:avLst/>
            <a:gdLst>
              <a:gd name="connsiteX0" fmla="*/ 308578 w 442722"/>
              <a:gd name="connsiteY0" fmla="*/ 102901 h 316230"/>
              <a:gd name="connsiteX1" fmla="*/ 339197 w 442722"/>
              <a:gd name="connsiteY1" fmla="*/ 62993 h 316230"/>
              <a:gd name="connsiteX2" fmla="*/ 379105 w 442722"/>
              <a:gd name="connsiteY2" fmla="*/ 93612 h 316230"/>
              <a:gd name="connsiteX3" fmla="*/ 348486 w 442722"/>
              <a:gd name="connsiteY3" fmla="*/ 133521 h 316230"/>
              <a:gd name="connsiteX4" fmla="*/ 308578 w 442722"/>
              <a:gd name="connsiteY4" fmla="*/ 102901 h 316230"/>
              <a:gd name="connsiteX5" fmla="*/ 442723 w 442722"/>
              <a:gd name="connsiteY5" fmla="*/ 0 h 316230"/>
              <a:gd name="connsiteX6" fmla="*/ 442723 w 442722"/>
              <a:gd name="connsiteY6" fmla="*/ 316231 h 316230"/>
              <a:gd name="connsiteX7" fmla="*/ 0 w 442722"/>
              <a:gd name="connsiteY7" fmla="*/ 316231 h 316230"/>
              <a:gd name="connsiteX8" fmla="*/ 0 w 442722"/>
              <a:gd name="connsiteY8" fmla="*/ 0 h 316230"/>
              <a:gd name="connsiteX9" fmla="*/ 442723 w 442722"/>
              <a:gd name="connsiteY9" fmla="*/ 0 h 316230"/>
              <a:gd name="connsiteX10" fmla="*/ 31623 w 442722"/>
              <a:gd name="connsiteY10" fmla="*/ 284608 h 316230"/>
              <a:gd name="connsiteX11" fmla="*/ 349213 w 442722"/>
              <a:gd name="connsiteY11" fmla="*/ 284608 h 316230"/>
              <a:gd name="connsiteX12" fmla="*/ 256937 w 442722"/>
              <a:gd name="connsiteY12" fmla="*/ 192332 h 316230"/>
              <a:gd name="connsiteX13" fmla="*/ 201597 w 442722"/>
              <a:gd name="connsiteY13" fmla="*/ 247672 h 316230"/>
              <a:gd name="connsiteX14" fmla="*/ 114634 w 442722"/>
              <a:gd name="connsiteY14" fmla="*/ 160708 h 316230"/>
              <a:gd name="connsiteX15" fmla="*/ 31623 w 442722"/>
              <a:gd name="connsiteY15" fmla="*/ 243719 h 316230"/>
              <a:gd name="connsiteX16" fmla="*/ 31623 w 442722"/>
              <a:gd name="connsiteY16" fmla="*/ 284608 h 316230"/>
              <a:gd name="connsiteX17" fmla="*/ 411100 w 442722"/>
              <a:gd name="connsiteY17" fmla="*/ 31623 h 316230"/>
              <a:gd name="connsiteX18" fmla="*/ 31623 w 442722"/>
              <a:gd name="connsiteY18" fmla="*/ 31623 h 316230"/>
              <a:gd name="connsiteX19" fmla="*/ 31623 w 442722"/>
              <a:gd name="connsiteY19" fmla="*/ 199004 h 316230"/>
              <a:gd name="connsiteX20" fmla="*/ 114634 w 442722"/>
              <a:gd name="connsiteY20" fmla="*/ 115993 h 316230"/>
              <a:gd name="connsiteX21" fmla="*/ 201597 w 442722"/>
              <a:gd name="connsiteY21" fmla="*/ 202957 h 316230"/>
              <a:gd name="connsiteX22" fmla="*/ 256937 w 442722"/>
              <a:gd name="connsiteY22" fmla="*/ 147617 h 316230"/>
              <a:gd name="connsiteX23" fmla="*/ 393928 w 442722"/>
              <a:gd name="connsiteY23" fmla="*/ 284608 h 316230"/>
              <a:gd name="connsiteX24" fmla="*/ 411100 w 442722"/>
              <a:gd name="connsiteY24" fmla="*/ 284608 h 316230"/>
              <a:gd name="connsiteX25" fmla="*/ 411100 w 442722"/>
              <a:gd name="connsiteY25" fmla="*/ 31623 h 31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2722" h="316230">
                <a:moveTo>
                  <a:pt x="308578" y="102901"/>
                </a:moveTo>
                <a:cubicBezTo>
                  <a:pt x="306016" y="83430"/>
                  <a:pt x="319725" y="65563"/>
                  <a:pt x="339197" y="62993"/>
                </a:cubicBezTo>
                <a:cubicBezTo>
                  <a:pt x="358669" y="60432"/>
                  <a:pt x="376536" y="74140"/>
                  <a:pt x="379105" y="93612"/>
                </a:cubicBezTo>
                <a:cubicBezTo>
                  <a:pt x="381667" y="113084"/>
                  <a:pt x="367958" y="130951"/>
                  <a:pt x="348486" y="133521"/>
                </a:cubicBezTo>
                <a:cubicBezTo>
                  <a:pt x="329014" y="136082"/>
                  <a:pt x="311147" y="122373"/>
                  <a:pt x="308578" y="102901"/>
                </a:cubicBezTo>
                <a:close/>
                <a:moveTo>
                  <a:pt x="442723" y="0"/>
                </a:moveTo>
                <a:lnTo>
                  <a:pt x="442723" y="316231"/>
                </a:lnTo>
                <a:lnTo>
                  <a:pt x="0" y="316231"/>
                </a:lnTo>
                <a:lnTo>
                  <a:pt x="0" y="0"/>
                </a:lnTo>
                <a:lnTo>
                  <a:pt x="442723" y="0"/>
                </a:lnTo>
                <a:close/>
                <a:moveTo>
                  <a:pt x="31623" y="284608"/>
                </a:moveTo>
                <a:lnTo>
                  <a:pt x="349213" y="284608"/>
                </a:lnTo>
                <a:lnTo>
                  <a:pt x="256937" y="192332"/>
                </a:lnTo>
                <a:lnTo>
                  <a:pt x="201597" y="247672"/>
                </a:lnTo>
                <a:lnTo>
                  <a:pt x="114634" y="160708"/>
                </a:lnTo>
                <a:lnTo>
                  <a:pt x="31623" y="243719"/>
                </a:lnTo>
                <a:lnTo>
                  <a:pt x="31623" y="284608"/>
                </a:lnTo>
                <a:close/>
                <a:moveTo>
                  <a:pt x="411100" y="31623"/>
                </a:moveTo>
                <a:lnTo>
                  <a:pt x="31623" y="31623"/>
                </a:lnTo>
                <a:lnTo>
                  <a:pt x="31623" y="199004"/>
                </a:lnTo>
                <a:lnTo>
                  <a:pt x="114634" y="115993"/>
                </a:lnTo>
                <a:lnTo>
                  <a:pt x="201597" y="202957"/>
                </a:lnTo>
                <a:lnTo>
                  <a:pt x="256937" y="147617"/>
                </a:lnTo>
                <a:lnTo>
                  <a:pt x="393928" y="284608"/>
                </a:lnTo>
                <a:lnTo>
                  <a:pt x="411100" y="284608"/>
                </a:lnTo>
                <a:lnTo>
                  <a:pt x="411100" y="31623"/>
                </a:lnTo>
                <a:close/>
              </a:path>
            </a:pathLst>
          </a:custGeom>
          <a:solidFill>
            <a:srgbClr val="002869"/>
          </a:solidFill>
          <a:ln w="780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8CC0ACC5-E083-62C4-E970-B975D03851D3}"/>
              </a:ext>
            </a:extLst>
          </p:cNvPr>
          <p:cNvSpPr>
            <a:spLocks noChangeAspect="1"/>
          </p:cNvSpPr>
          <p:nvPr/>
        </p:nvSpPr>
        <p:spPr>
          <a:xfrm>
            <a:off x="630114" y="4664356"/>
            <a:ext cx="394015" cy="394012"/>
          </a:xfrm>
          <a:custGeom>
            <a:avLst/>
            <a:gdLst>
              <a:gd name="connsiteX0" fmla="*/ 455288 w 533404"/>
              <a:gd name="connsiteY0" fmla="*/ 78115 h 533400"/>
              <a:gd name="connsiteX1" fmla="*/ 266702 w 533404"/>
              <a:gd name="connsiteY1" fmla="*/ 0 h 533400"/>
              <a:gd name="connsiteX2" fmla="*/ 78117 w 533404"/>
              <a:gd name="connsiteY2" fmla="*/ 78115 h 533400"/>
              <a:gd name="connsiteX3" fmla="*/ 78117 w 533404"/>
              <a:gd name="connsiteY3" fmla="*/ 455285 h 533400"/>
              <a:gd name="connsiteX4" fmla="*/ 266702 w 533404"/>
              <a:gd name="connsiteY4" fmla="*/ 533400 h 533400"/>
              <a:gd name="connsiteX5" fmla="*/ 455288 w 533404"/>
              <a:gd name="connsiteY5" fmla="*/ 455285 h 533400"/>
              <a:gd name="connsiteX6" fmla="*/ 455288 w 533404"/>
              <a:gd name="connsiteY6" fmla="*/ 78115 h 533400"/>
              <a:gd name="connsiteX7" fmla="*/ 105054 w 533404"/>
              <a:gd name="connsiteY7" fmla="*/ 105051 h 533400"/>
              <a:gd name="connsiteX8" fmla="*/ 136305 w 533404"/>
              <a:gd name="connsiteY8" fmla="*/ 78943 h 533400"/>
              <a:gd name="connsiteX9" fmla="*/ 242899 w 533404"/>
              <a:gd name="connsiteY9" fmla="*/ 263566 h 533400"/>
              <a:gd name="connsiteX10" fmla="*/ 92271 w 533404"/>
              <a:gd name="connsiteY10" fmla="*/ 414195 h 533400"/>
              <a:gd name="connsiteX11" fmla="*/ 105054 w 533404"/>
              <a:gd name="connsiteY11" fmla="*/ 105051 h 533400"/>
              <a:gd name="connsiteX12" fmla="*/ 247652 w 533404"/>
              <a:gd name="connsiteY12" fmla="*/ 494462 h 533400"/>
              <a:gd name="connsiteX13" fmla="*/ 119122 w 533404"/>
              <a:gd name="connsiteY13" fmla="*/ 441217 h 533400"/>
              <a:gd name="connsiteX14" fmla="*/ 247652 w 533404"/>
              <a:gd name="connsiteY14" fmla="*/ 312687 h 533400"/>
              <a:gd name="connsiteX15" fmla="*/ 247652 w 533404"/>
              <a:gd name="connsiteY15" fmla="*/ 494462 h 533400"/>
              <a:gd name="connsiteX16" fmla="*/ 428351 w 533404"/>
              <a:gd name="connsiteY16" fmla="*/ 428349 h 533400"/>
              <a:gd name="connsiteX17" fmla="*/ 285752 w 533404"/>
              <a:gd name="connsiteY17" fmla="*/ 494462 h 533400"/>
              <a:gd name="connsiteX18" fmla="*/ 285752 w 533404"/>
              <a:gd name="connsiteY18" fmla="*/ 261595 h 533400"/>
              <a:gd name="connsiteX19" fmla="*/ 169243 w 533404"/>
              <a:gd name="connsiteY19" fmla="*/ 59788 h 533400"/>
              <a:gd name="connsiteX20" fmla="*/ 266702 w 533404"/>
              <a:gd name="connsiteY20" fmla="*/ 38100 h 533400"/>
              <a:gd name="connsiteX21" fmla="*/ 428351 w 533404"/>
              <a:gd name="connsiteY21" fmla="*/ 105051 h 533400"/>
              <a:gd name="connsiteX22" fmla="*/ 428351 w 533404"/>
              <a:gd name="connsiteY22" fmla="*/ 428349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3404" h="533400">
                <a:moveTo>
                  <a:pt x="455288" y="78115"/>
                </a:moveTo>
                <a:cubicBezTo>
                  <a:pt x="403215" y="26041"/>
                  <a:pt x="334959" y="0"/>
                  <a:pt x="266702" y="0"/>
                </a:cubicBezTo>
                <a:cubicBezTo>
                  <a:pt x="198446" y="0"/>
                  <a:pt x="130190" y="26041"/>
                  <a:pt x="78117" y="78115"/>
                </a:cubicBezTo>
                <a:cubicBezTo>
                  <a:pt x="-26039" y="182270"/>
                  <a:pt x="-26039" y="351130"/>
                  <a:pt x="78117" y="455285"/>
                </a:cubicBezTo>
                <a:cubicBezTo>
                  <a:pt x="130190" y="507359"/>
                  <a:pt x="198446" y="533400"/>
                  <a:pt x="266702" y="533400"/>
                </a:cubicBezTo>
                <a:cubicBezTo>
                  <a:pt x="334959" y="533400"/>
                  <a:pt x="403215" y="507359"/>
                  <a:pt x="455288" y="455285"/>
                </a:cubicBezTo>
                <a:cubicBezTo>
                  <a:pt x="559444" y="351130"/>
                  <a:pt x="559444" y="182270"/>
                  <a:pt x="455288" y="78115"/>
                </a:cubicBezTo>
                <a:close/>
                <a:moveTo>
                  <a:pt x="105054" y="105051"/>
                </a:moveTo>
                <a:cubicBezTo>
                  <a:pt x="114779" y="95326"/>
                  <a:pt x="125256" y="86649"/>
                  <a:pt x="136305" y="78943"/>
                </a:cubicBezTo>
                <a:lnTo>
                  <a:pt x="242899" y="263566"/>
                </a:lnTo>
                <a:lnTo>
                  <a:pt x="92271" y="414195"/>
                </a:lnTo>
                <a:cubicBezTo>
                  <a:pt x="16319" y="324469"/>
                  <a:pt x="20472" y="189643"/>
                  <a:pt x="105054" y="105051"/>
                </a:cubicBezTo>
                <a:close/>
                <a:moveTo>
                  <a:pt x="247652" y="494462"/>
                </a:moveTo>
                <a:cubicBezTo>
                  <a:pt x="200085" y="490557"/>
                  <a:pt x="155517" y="472097"/>
                  <a:pt x="119122" y="441217"/>
                </a:cubicBezTo>
                <a:lnTo>
                  <a:pt x="247652" y="312687"/>
                </a:lnTo>
                <a:lnTo>
                  <a:pt x="247652" y="494462"/>
                </a:lnTo>
                <a:close/>
                <a:moveTo>
                  <a:pt x="428351" y="428349"/>
                </a:moveTo>
                <a:cubicBezTo>
                  <a:pt x="389699" y="467001"/>
                  <a:pt x="339626" y="490052"/>
                  <a:pt x="285752" y="494462"/>
                </a:cubicBezTo>
                <a:lnTo>
                  <a:pt x="285752" y="261595"/>
                </a:lnTo>
                <a:lnTo>
                  <a:pt x="169243" y="59788"/>
                </a:lnTo>
                <a:cubicBezTo>
                  <a:pt x="199332" y="45587"/>
                  <a:pt x="232441" y="38100"/>
                  <a:pt x="266702" y="38100"/>
                </a:cubicBezTo>
                <a:cubicBezTo>
                  <a:pt x="327767" y="38100"/>
                  <a:pt x="385174" y="61874"/>
                  <a:pt x="428351" y="105051"/>
                </a:cubicBezTo>
                <a:cubicBezTo>
                  <a:pt x="517477" y="194186"/>
                  <a:pt x="517477" y="339214"/>
                  <a:pt x="428351" y="428349"/>
                </a:cubicBezTo>
                <a:close/>
              </a:path>
            </a:pathLst>
          </a:custGeom>
          <a:solidFill>
            <a:srgbClr val="002869"/>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55033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
            <a:extLst>
              <a:ext uri="{FF2B5EF4-FFF2-40B4-BE49-F238E27FC236}">
                <a16:creationId xmlns:a16="http://schemas.microsoft.com/office/drawing/2014/main" id="{9B0C4A3E-1A8A-4027-BFE9-C9B629972D4B}"/>
              </a:ext>
            </a:extLst>
          </p:cNvPr>
          <p:cNvPicPr>
            <a:picLocks noChangeAspect="1"/>
          </p:cNvPicPr>
          <p:nvPr/>
        </p:nvPicPr>
        <p:blipFill>
          <a:blip r:embed="rId3"/>
          <a:stretch>
            <a:fillRect/>
          </a:stretch>
        </p:blipFill>
        <p:spPr>
          <a:xfrm>
            <a:off x="707922" y="3897330"/>
            <a:ext cx="2835082" cy="1507259"/>
          </a:xfrm>
          <a:prstGeom prst="rect">
            <a:avLst/>
          </a:prstGeom>
          <a:ln w="19050">
            <a:solidFill>
              <a:srgbClr val="E36135"/>
            </a:solidFill>
          </a:ln>
        </p:spPr>
      </p:pic>
      <p:sp>
        <p:nvSpPr>
          <p:cNvPr id="2" name="Title">
            <a:extLst>
              <a:ext uri="{FF2B5EF4-FFF2-40B4-BE49-F238E27FC236}">
                <a16:creationId xmlns:a16="http://schemas.microsoft.com/office/drawing/2014/main" id="{23092BC6-AD4B-42B7-9260-4212B07A1A20}"/>
              </a:ext>
            </a:extLst>
          </p:cNvPr>
          <p:cNvSpPr>
            <a:spLocks noGrp="1"/>
          </p:cNvSpPr>
          <p:nvPr>
            <p:ph type="title"/>
          </p:nvPr>
        </p:nvSpPr>
        <p:spPr/>
        <p:txBody>
          <a:bodyPr/>
          <a:lstStyle/>
          <a:p>
            <a:r>
              <a:rPr lang="en-US"/>
              <a:t>New Template Formatting</a:t>
            </a:r>
          </a:p>
        </p:txBody>
      </p:sp>
      <p:sp>
        <p:nvSpPr>
          <p:cNvPr id="3" name="Content Placeholder">
            <a:extLst>
              <a:ext uri="{FF2B5EF4-FFF2-40B4-BE49-F238E27FC236}">
                <a16:creationId xmlns:a16="http://schemas.microsoft.com/office/drawing/2014/main" id="{639804C7-0366-439C-9F5E-8B5E01789694}"/>
              </a:ext>
            </a:extLst>
          </p:cNvPr>
          <p:cNvSpPr>
            <a:spLocks noGrp="1"/>
          </p:cNvSpPr>
          <p:nvPr>
            <p:ph sz="half" idx="1"/>
          </p:nvPr>
        </p:nvSpPr>
        <p:spPr>
          <a:xfrm>
            <a:off x="457200" y="2014059"/>
            <a:ext cx="5495544" cy="3975579"/>
          </a:xfrm>
        </p:spPr>
        <p:txBody>
          <a:bodyPr vert="horz" lIns="0" tIns="0" rIns="0" bIns="0" rtlCol="0" anchor="t">
            <a:noAutofit/>
          </a:bodyPr>
          <a:lstStyle/>
          <a:p>
            <a:r>
              <a:rPr lang="en-US" sz="1800"/>
              <a:t>You may link to a training video or read the instructions on these slides. Copy this URL into your browser to access the video: </a:t>
            </a:r>
            <a:r>
              <a:rPr lang="en-US" sz="1800">
                <a:hlinkClick r:id="rId4"/>
              </a:rPr>
              <a:t>https://gtnr.it/2OVO6b5 </a:t>
            </a:r>
            <a:r>
              <a:rPr lang="en-US" sz="1800"/>
              <a:t>	</a:t>
            </a:r>
          </a:p>
          <a:p>
            <a:r>
              <a:rPr lang="en-US" sz="1800"/>
              <a:t>First, turn on PowerPoint’s Guides, located under </a:t>
            </a:r>
            <a:r>
              <a:rPr lang="en-US" sz="1800" b="1"/>
              <a:t>View</a:t>
            </a:r>
            <a:r>
              <a:rPr lang="en-US" sz="1800"/>
              <a:t> &gt; </a:t>
            </a:r>
            <a:r>
              <a:rPr lang="en-US" sz="1800" b="1"/>
              <a:t>Guides</a:t>
            </a:r>
            <a:r>
              <a:rPr lang="en-US" sz="1800"/>
              <a:t>:</a:t>
            </a:r>
          </a:p>
        </p:txBody>
      </p:sp>
      <p:sp>
        <p:nvSpPr>
          <p:cNvPr id="4" name="Content Placeholder">
            <a:extLst>
              <a:ext uri="{FF2B5EF4-FFF2-40B4-BE49-F238E27FC236}">
                <a16:creationId xmlns:a16="http://schemas.microsoft.com/office/drawing/2014/main" id="{46A04036-8078-4871-A51A-0A103669A545}"/>
              </a:ext>
            </a:extLst>
          </p:cNvPr>
          <p:cNvSpPr>
            <a:spLocks noGrp="1"/>
          </p:cNvSpPr>
          <p:nvPr>
            <p:ph sz="half" idx="2"/>
          </p:nvPr>
        </p:nvSpPr>
        <p:spPr>
          <a:xfrm>
            <a:off x="6236208" y="2014059"/>
            <a:ext cx="5495544" cy="3975579"/>
          </a:xfrm>
        </p:spPr>
        <p:txBody>
          <a:bodyPr vert="horz" lIns="0" tIns="0" rIns="0" bIns="0" rtlCol="0" anchor="t">
            <a:noAutofit/>
          </a:bodyPr>
          <a:lstStyle/>
          <a:p>
            <a:r>
              <a:rPr lang="en-US" sz="1800"/>
              <a:t>In the old file, on </a:t>
            </a:r>
            <a:r>
              <a:rPr lang="en-US" sz="1800" b="1"/>
              <a:t>Insert</a:t>
            </a:r>
            <a:r>
              <a:rPr lang="en-US" sz="1800"/>
              <a:t> tab menu, select </a:t>
            </a:r>
            <a:br>
              <a:rPr lang="en-US" sz="1800"/>
            </a:br>
            <a:r>
              <a:rPr lang="en-US" sz="1800" b="1"/>
              <a:t>Header &amp; Footer</a:t>
            </a:r>
            <a:r>
              <a:rPr lang="en-US" sz="1800"/>
              <a:t>.</a:t>
            </a:r>
          </a:p>
          <a:p>
            <a:r>
              <a:rPr lang="en-US" sz="1800"/>
              <a:t>In </a:t>
            </a:r>
            <a:r>
              <a:rPr lang="en-US" sz="1800" b="1"/>
              <a:t>Header &amp; Footer </a:t>
            </a:r>
            <a:r>
              <a:rPr lang="en-US" sz="1800"/>
              <a:t>dialog box, uncheck </a:t>
            </a:r>
            <a:br>
              <a:rPr lang="en-US" sz="1800"/>
            </a:br>
            <a:r>
              <a:rPr lang="en-US" sz="1800" b="1"/>
              <a:t>Slide #</a:t>
            </a:r>
            <a:r>
              <a:rPr lang="en-US" sz="1800"/>
              <a:t> and </a:t>
            </a:r>
            <a:r>
              <a:rPr lang="en-US" sz="1800" b="1"/>
              <a:t>Footer</a:t>
            </a:r>
            <a:r>
              <a:rPr lang="en-US" sz="1800"/>
              <a:t> boxes; click </a:t>
            </a:r>
            <a:r>
              <a:rPr lang="en-US" sz="1800" b="1"/>
              <a:t>Apply to All</a:t>
            </a:r>
            <a:r>
              <a:rPr lang="en-US" sz="1800"/>
              <a:t>.</a:t>
            </a:r>
          </a:p>
          <a:p>
            <a:r>
              <a:rPr lang="en-US" sz="1800"/>
              <a:t>Select all slides to be copied at one time </a:t>
            </a:r>
            <a:br>
              <a:rPr lang="en-US" sz="1800"/>
            </a:br>
            <a:r>
              <a:rPr lang="en-US" sz="1800"/>
              <a:t>(use thumbnail view) from old file.</a:t>
            </a:r>
          </a:p>
          <a:p>
            <a:r>
              <a:rPr lang="en-US" sz="1800"/>
              <a:t>Copy selected slides (</a:t>
            </a:r>
            <a:r>
              <a:rPr lang="en-US" sz="1800" b="1"/>
              <a:t>Ctrl + C</a:t>
            </a:r>
            <a:r>
              <a:rPr lang="en-US" sz="1800"/>
              <a:t>) and paste </a:t>
            </a:r>
            <a:br>
              <a:rPr lang="en-US" sz="1800"/>
            </a:br>
            <a:r>
              <a:rPr lang="en-US" sz="1800"/>
              <a:t>into the new template (</a:t>
            </a:r>
            <a:r>
              <a:rPr lang="en-US" sz="1800" b="1"/>
              <a:t>Ctrl + V</a:t>
            </a:r>
            <a:r>
              <a:rPr lang="en-US" sz="1800"/>
              <a:t>). </a:t>
            </a:r>
          </a:p>
          <a:p>
            <a:pPr marL="630555" lvl="1" indent="-292100"/>
            <a:r>
              <a:rPr lang="en-US" sz="1800"/>
              <a:t>Old slides will now be formatted </a:t>
            </a:r>
            <a:br>
              <a:rPr lang="en-US" sz="1800"/>
            </a:br>
            <a:r>
              <a:rPr lang="en-US" sz="1800"/>
              <a:t>in new template. (You can also paste </a:t>
            </a:r>
            <a:br>
              <a:rPr lang="en-US" sz="1800"/>
            </a:br>
            <a:r>
              <a:rPr lang="en-US" sz="1800"/>
              <a:t>old slides by right-clicking and selecting </a:t>
            </a:r>
            <a:br>
              <a:rPr lang="en-US" sz="1800"/>
            </a:br>
            <a:r>
              <a:rPr lang="en-US" sz="1800" b="1"/>
              <a:t>use destination theme</a:t>
            </a:r>
            <a:r>
              <a:rPr lang="en-US" sz="1800"/>
              <a:t> from the </a:t>
            </a:r>
            <a:br>
              <a:rPr lang="en-US" sz="1800"/>
            </a:br>
            <a:r>
              <a:rPr lang="en-US" sz="1800"/>
              <a:t>pasting options.)</a:t>
            </a:r>
          </a:p>
        </p:txBody>
      </p:sp>
      <p:cxnSp>
        <p:nvCxnSpPr>
          <p:cNvPr id="7" name="Shape 1">
            <a:extLst>
              <a:ext uri="{FF2B5EF4-FFF2-40B4-BE49-F238E27FC236}">
                <a16:creationId xmlns:a16="http://schemas.microsoft.com/office/drawing/2014/main" id="{C926ED6E-14B3-4862-9D5A-AE4DE4A8B8D3}"/>
              </a:ext>
            </a:extLst>
          </p:cNvPr>
          <p:cNvCxnSpPr>
            <a:cxnSpLocks/>
          </p:cNvCxnSpPr>
          <p:nvPr/>
        </p:nvCxnSpPr>
        <p:spPr>
          <a:xfrm flipV="1">
            <a:off x="860437" y="5200650"/>
            <a:ext cx="0" cy="559540"/>
          </a:xfrm>
          <a:prstGeom prst="straightConnector1">
            <a:avLst/>
          </a:prstGeom>
          <a:ln w="19050">
            <a:solidFill>
              <a:srgbClr val="707996"/>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8" name="TextBox 1">
            <a:extLst>
              <a:ext uri="{FF2B5EF4-FFF2-40B4-BE49-F238E27FC236}">
                <a16:creationId xmlns:a16="http://schemas.microsoft.com/office/drawing/2014/main" id="{3337556F-98D3-46C3-9775-DFA68D233D0D}"/>
              </a:ext>
            </a:extLst>
          </p:cNvPr>
          <p:cNvSpPr txBox="1"/>
          <p:nvPr/>
        </p:nvSpPr>
        <p:spPr>
          <a:xfrm>
            <a:off x="707923" y="5722089"/>
            <a:ext cx="1401730" cy="276999"/>
          </a:xfrm>
          <a:prstGeom prst="rect">
            <a:avLst/>
          </a:prstGeom>
          <a:noFill/>
        </p:spPr>
        <p:txBody>
          <a:bodyPr wrap="none" lIns="0" tIns="45720" rIns="0" bIns="45720" rtlCol="0" anchor="t">
            <a:spAutoFit/>
          </a:bodyPr>
          <a:lstStyle/>
          <a:p>
            <a:pPr algn="l"/>
            <a:r>
              <a:rPr lang="en-US" sz="1200"/>
              <a:t>Turn on Guides here.</a:t>
            </a:r>
          </a:p>
        </p:txBody>
      </p:sp>
      <p:sp>
        <p:nvSpPr>
          <p:cNvPr id="6" name="TextBox 2">
            <a:extLst>
              <a:ext uri="{FF2B5EF4-FFF2-40B4-BE49-F238E27FC236}">
                <a16:creationId xmlns:a16="http://schemas.microsoft.com/office/drawing/2014/main" id="{570D7394-F362-284E-9C55-788510324080}"/>
              </a:ext>
            </a:extLst>
          </p:cNvPr>
          <p:cNvSpPr txBox="1"/>
          <p:nvPr/>
        </p:nvSpPr>
        <p:spPr>
          <a:xfrm>
            <a:off x="457200" y="1039741"/>
            <a:ext cx="11274552" cy="707886"/>
          </a:xfrm>
          <a:prstGeom prst="rect">
            <a:avLst/>
          </a:prstGeom>
          <a:noFill/>
        </p:spPr>
        <p:txBody>
          <a:bodyPr wrap="square" lIns="0" rIns="0" rtlCol="0">
            <a:spAutoFit/>
          </a:bodyPr>
          <a:lstStyle/>
          <a:p>
            <a:r>
              <a:rPr lang="en-US" sz="2000"/>
              <a:t>To update presentations into the new template/format, the user MUST be on MS Office 365, updating from an old Gartner presentation template. </a:t>
            </a:r>
          </a:p>
        </p:txBody>
      </p:sp>
      <p:sp>
        <p:nvSpPr>
          <p:cNvPr id="13" name="Freeform: Shape 12">
            <a:extLst>
              <a:ext uri="{FF2B5EF4-FFF2-40B4-BE49-F238E27FC236}">
                <a16:creationId xmlns:a16="http://schemas.microsoft.com/office/drawing/2014/main" id="{CCA097D3-BD88-4701-8FF6-19D144815F1A}"/>
              </a:ext>
            </a:extLst>
          </p:cNvPr>
          <p:cNvSpPr/>
          <p:nvPr/>
        </p:nvSpPr>
        <p:spPr>
          <a:xfrm>
            <a:off x="802481" y="4852988"/>
            <a:ext cx="226220" cy="230981"/>
          </a:xfrm>
          <a:custGeom>
            <a:avLst/>
            <a:gdLst>
              <a:gd name="connsiteX0" fmla="*/ 100013 w 240506"/>
              <a:gd name="connsiteY0" fmla="*/ 223837 h 223837"/>
              <a:gd name="connsiteX1" fmla="*/ 0 w 240506"/>
              <a:gd name="connsiteY1" fmla="*/ 223837 h 223837"/>
              <a:gd name="connsiteX2" fmla="*/ 0 w 240506"/>
              <a:gd name="connsiteY2" fmla="*/ 0 h 223837"/>
              <a:gd name="connsiteX3" fmla="*/ 240506 w 240506"/>
              <a:gd name="connsiteY3" fmla="*/ 0 h 223837"/>
              <a:gd name="connsiteX4" fmla="*/ 240506 w 240506"/>
              <a:gd name="connsiteY4" fmla="*/ 142875 h 22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506" h="223837">
                <a:moveTo>
                  <a:pt x="100013" y="223837"/>
                </a:moveTo>
                <a:lnTo>
                  <a:pt x="0" y="223837"/>
                </a:lnTo>
                <a:lnTo>
                  <a:pt x="0" y="0"/>
                </a:lnTo>
                <a:lnTo>
                  <a:pt x="240506" y="0"/>
                </a:lnTo>
                <a:lnTo>
                  <a:pt x="240506" y="142875"/>
                </a:lnTo>
              </a:path>
            </a:pathLst>
          </a:custGeom>
          <a:noFill/>
          <a:ln>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bg1"/>
              </a:solidFill>
            </a:endParaRPr>
          </a:p>
        </p:txBody>
      </p:sp>
    </p:spTree>
    <p:extLst>
      <p:ext uri="{BB962C8B-B14F-4D97-AF65-F5344CB8AC3E}">
        <p14:creationId xmlns:p14="http://schemas.microsoft.com/office/powerpoint/2010/main" val="1560354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374725A-6800-4693-9A8B-B2E6AEDFE0FB}"/>
              </a:ext>
            </a:extLst>
          </p:cNvPr>
          <p:cNvSpPr>
            <a:spLocks noGrp="1"/>
          </p:cNvSpPr>
          <p:nvPr>
            <p:ph type="title"/>
          </p:nvPr>
        </p:nvSpPr>
        <p:spPr/>
        <p:txBody>
          <a:bodyPr/>
          <a:lstStyle/>
          <a:p>
            <a:r>
              <a:rPr lang="en-US"/>
              <a:t>New Template Formatting (continued)</a:t>
            </a:r>
          </a:p>
        </p:txBody>
      </p:sp>
      <p:sp>
        <p:nvSpPr>
          <p:cNvPr id="2" name="Content Placeholder">
            <a:extLst>
              <a:ext uri="{FF2B5EF4-FFF2-40B4-BE49-F238E27FC236}">
                <a16:creationId xmlns:a16="http://schemas.microsoft.com/office/drawing/2014/main" id="{6D412060-F82C-440D-BF2F-F8A01274D6A0}"/>
              </a:ext>
            </a:extLst>
          </p:cNvPr>
          <p:cNvSpPr>
            <a:spLocks noGrp="1"/>
          </p:cNvSpPr>
          <p:nvPr>
            <p:ph idx="1"/>
          </p:nvPr>
        </p:nvSpPr>
        <p:spPr/>
        <p:txBody>
          <a:bodyPr vert="horz" lIns="0" tIns="0" rIns="0" bIns="0" rtlCol="0" anchor="t">
            <a:noAutofit/>
          </a:bodyPr>
          <a:lstStyle/>
          <a:p>
            <a:pPr marL="0" indent="0">
              <a:buNone/>
            </a:pPr>
            <a:r>
              <a:rPr lang="en-US" sz="2000" b="1" dirty="0"/>
              <a:t>If old graphics or graphs don’t paste correctly into the new template:</a:t>
            </a:r>
          </a:p>
          <a:p>
            <a:r>
              <a:rPr lang="en-US" sz="2000" dirty="0"/>
              <a:t>Go back to the old slide with the desired graphic</a:t>
            </a:r>
            <a:r>
              <a:rPr lang="en-US" dirty="0"/>
              <a:t>.</a:t>
            </a:r>
            <a:endParaRPr lang="en-US" sz="2000" dirty="0"/>
          </a:p>
          <a:p>
            <a:r>
              <a:rPr lang="en-US" sz="2000" dirty="0"/>
              <a:t>Select ONLY the desired graphic and copy (</a:t>
            </a:r>
            <a:r>
              <a:rPr lang="en-US" sz="2000" b="1" dirty="0"/>
              <a:t>Ctrl + C</a:t>
            </a:r>
            <a:r>
              <a:rPr lang="en-US" dirty="0"/>
              <a:t>).</a:t>
            </a:r>
            <a:endParaRPr lang="en-US" sz="2000" dirty="0"/>
          </a:p>
          <a:p>
            <a:r>
              <a:rPr lang="en-US" sz="2000" dirty="0"/>
              <a:t>Go to the new file, which uses the new template, and select the </a:t>
            </a:r>
            <a:r>
              <a:rPr lang="en-US" sz="2000" b="1" dirty="0"/>
              <a:t>Home</a:t>
            </a:r>
            <a:r>
              <a:rPr lang="en-US" sz="2000" dirty="0"/>
              <a:t> tab menu</a:t>
            </a:r>
            <a:r>
              <a:rPr lang="en-US" dirty="0"/>
              <a:t>:</a:t>
            </a:r>
            <a:endParaRPr lang="en-US" sz="2000" dirty="0"/>
          </a:p>
          <a:p>
            <a:pPr marL="502920" lvl="1" indent="-274320">
              <a:buFont typeface="+mj-lt"/>
              <a:buAutoNum type="arabicPeriod"/>
            </a:pPr>
            <a:r>
              <a:rPr lang="en-US" sz="2000" dirty="0"/>
              <a:t>Select the drop-down arrow under Paste</a:t>
            </a:r>
            <a:r>
              <a:rPr lang="en-US" dirty="0"/>
              <a:t>.</a:t>
            </a:r>
            <a:r>
              <a:rPr lang="en-US" sz="2000" dirty="0"/>
              <a:t> </a:t>
            </a:r>
          </a:p>
          <a:p>
            <a:pPr marL="502920" lvl="1" indent="-274320">
              <a:buFont typeface="+mj-lt"/>
              <a:buAutoNum type="arabicPeriod"/>
            </a:pPr>
            <a:r>
              <a:rPr lang="en-US" sz="2000" dirty="0"/>
              <a:t>In the Paste Options window, select the </a:t>
            </a:r>
            <a:br>
              <a:rPr lang="en-US" sz="2000" dirty="0"/>
            </a:br>
            <a:r>
              <a:rPr lang="en-US" sz="2000" dirty="0"/>
              <a:t>second option</a:t>
            </a:r>
            <a:r>
              <a:rPr lang="en-US" dirty="0"/>
              <a:t>,</a:t>
            </a:r>
            <a:r>
              <a:rPr lang="en-US" sz="2000" dirty="0"/>
              <a:t> </a:t>
            </a:r>
            <a:r>
              <a:rPr lang="en-US" sz="2000" b="1" dirty="0"/>
              <a:t>Keep Source Formatting</a:t>
            </a:r>
            <a:r>
              <a:rPr lang="en-US" dirty="0"/>
              <a:t>.</a:t>
            </a:r>
            <a:r>
              <a:rPr lang="en-US" sz="2000" dirty="0"/>
              <a:t> </a:t>
            </a:r>
          </a:p>
          <a:p>
            <a:pPr marL="731520" lvl="2"/>
            <a:r>
              <a:rPr lang="en-US" sz="2000" dirty="0"/>
              <a:t>The old colors will be retained</a:t>
            </a:r>
            <a:r>
              <a:rPr lang="en-US" dirty="0"/>
              <a:t>.</a:t>
            </a:r>
            <a:endParaRPr lang="en-US" sz="2000" dirty="0"/>
          </a:p>
          <a:p>
            <a:pPr marL="731520" lvl="2"/>
            <a:r>
              <a:rPr lang="en-US" sz="2000" dirty="0"/>
              <a:t>Be sure to apply the new color standards </a:t>
            </a:r>
            <a:br>
              <a:rPr lang="en-US" sz="2000" dirty="0"/>
            </a:br>
            <a:r>
              <a:rPr lang="en-US" sz="2000" dirty="0"/>
              <a:t>to the graphic</a:t>
            </a:r>
            <a:r>
              <a:rPr lang="en-US" dirty="0"/>
              <a:t>.</a:t>
            </a:r>
            <a:endParaRPr lang="en-US" sz="2000" dirty="0"/>
          </a:p>
        </p:txBody>
      </p:sp>
      <p:pic>
        <p:nvPicPr>
          <p:cNvPr id="10" name="Picture 1">
            <a:extLst>
              <a:ext uri="{FF2B5EF4-FFF2-40B4-BE49-F238E27FC236}">
                <a16:creationId xmlns:a16="http://schemas.microsoft.com/office/drawing/2014/main" id="{3605D223-4DE2-4B3A-9547-8B3381F8E674}"/>
              </a:ext>
            </a:extLst>
          </p:cNvPr>
          <p:cNvPicPr>
            <a:picLocks noChangeAspect="1"/>
          </p:cNvPicPr>
          <p:nvPr/>
        </p:nvPicPr>
        <p:blipFill>
          <a:blip r:embed="rId3"/>
          <a:stretch>
            <a:fillRect/>
          </a:stretch>
        </p:blipFill>
        <p:spPr>
          <a:xfrm>
            <a:off x="7596188" y="3450328"/>
            <a:ext cx="1834968" cy="2537722"/>
          </a:xfrm>
          <a:prstGeom prst="rect">
            <a:avLst/>
          </a:prstGeom>
          <a:ln w="19050">
            <a:solidFill>
              <a:srgbClr val="707996"/>
            </a:solidFill>
          </a:ln>
        </p:spPr>
      </p:pic>
      <p:sp>
        <p:nvSpPr>
          <p:cNvPr id="5" name="Shape 1">
            <a:extLst>
              <a:ext uri="{FF2B5EF4-FFF2-40B4-BE49-F238E27FC236}">
                <a16:creationId xmlns:a16="http://schemas.microsoft.com/office/drawing/2014/main" id="{A7059AAA-A80E-438F-8643-1E6459522C9D}"/>
              </a:ext>
            </a:extLst>
          </p:cNvPr>
          <p:cNvSpPr>
            <a:spLocks noChangeAspect="1"/>
          </p:cNvSpPr>
          <p:nvPr/>
        </p:nvSpPr>
        <p:spPr>
          <a:xfrm>
            <a:off x="6905625" y="3886200"/>
            <a:ext cx="274320" cy="274320"/>
          </a:xfrm>
          <a:prstGeom prst="ellipse">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rgbClr val="FFFFFF"/>
                </a:solidFill>
              </a:rPr>
              <a:t>1</a:t>
            </a:r>
          </a:p>
        </p:txBody>
      </p:sp>
      <p:sp>
        <p:nvSpPr>
          <p:cNvPr id="6" name="Shape 2">
            <a:extLst>
              <a:ext uri="{FF2B5EF4-FFF2-40B4-BE49-F238E27FC236}">
                <a16:creationId xmlns:a16="http://schemas.microsoft.com/office/drawing/2014/main" id="{75950480-B63A-435F-90B9-56048E6368B2}"/>
              </a:ext>
            </a:extLst>
          </p:cNvPr>
          <p:cNvSpPr>
            <a:spLocks noChangeAspect="1"/>
          </p:cNvSpPr>
          <p:nvPr/>
        </p:nvSpPr>
        <p:spPr>
          <a:xfrm>
            <a:off x="6905625" y="5012401"/>
            <a:ext cx="274320" cy="274320"/>
          </a:xfrm>
          <a:prstGeom prst="ellipse">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rgbClr val="FFFFFF"/>
                </a:solidFill>
              </a:rPr>
              <a:t>2</a:t>
            </a:r>
          </a:p>
        </p:txBody>
      </p:sp>
      <p:sp>
        <p:nvSpPr>
          <p:cNvPr id="7" name="Shape 3">
            <a:extLst>
              <a:ext uri="{FF2B5EF4-FFF2-40B4-BE49-F238E27FC236}">
                <a16:creationId xmlns:a16="http://schemas.microsoft.com/office/drawing/2014/main" id="{1F87ABF0-9745-4CBC-B099-AAA16DA893B7}"/>
              </a:ext>
            </a:extLst>
          </p:cNvPr>
          <p:cNvSpPr/>
          <p:nvPr/>
        </p:nvSpPr>
        <p:spPr>
          <a:xfrm>
            <a:off x="7612856" y="4533900"/>
            <a:ext cx="500063" cy="242889"/>
          </a:xfrm>
          <a:prstGeom prst="rect">
            <a:avLst/>
          </a:prstGeom>
          <a:noFill/>
          <a:ln w="19050">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bg1"/>
              </a:solidFill>
            </a:endParaRPr>
          </a:p>
        </p:txBody>
      </p:sp>
      <p:sp>
        <p:nvSpPr>
          <p:cNvPr id="11" name="Freeform: Shape 10">
            <a:extLst>
              <a:ext uri="{FF2B5EF4-FFF2-40B4-BE49-F238E27FC236}">
                <a16:creationId xmlns:a16="http://schemas.microsoft.com/office/drawing/2014/main" id="{8A154FD8-F46F-4640-8A2C-F2C037623F25}"/>
              </a:ext>
            </a:extLst>
          </p:cNvPr>
          <p:cNvSpPr/>
          <p:nvPr/>
        </p:nvSpPr>
        <p:spPr>
          <a:xfrm>
            <a:off x="8005760" y="5176836"/>
            <a:ext cx="390525" cy="407195"/>
          </a:xfrm>
          <a:custGeom>
            <a:avLst/>
            <a:gdLst>
              <a:gd name="connsiteX0" fmla="*/ 390525 w 390525"/>
              <a:gd name="connsiteY0" fmla="*/ 261938 h 404813"/>
              <a:gd name="connsiteX1" fmla="*/ 390525 w 390525"/>
              <a:gd name="connsiteY1" fmla="*/ 0 h 404813"/>
              <a:gd name="connsiteX2" fmla="*/ 0 w 390525"/>
              <a:gd name="connsiteY2" fmla="*/ 0 h 404813"/>
              <a:gd name="connsiteX3" fmla="*/ 0 w 390525"/>
              <a:gd name="connsiteY3" fmla="*/ 404813 h 404813"/>
              <a:gd name="connsiteX4" fmla="*/ 276225 w 390525"/>
              <a:gd name="connsiteY4" fmla="*/ 404813 h 404813"/>
              <a:gd name="connsiteX0" fmla="*/ 390525 w 390525"/>
              <a:gd name="connsiteY0" fmla="*/ 261938 h 404813"/>
              <a:gd name="connsiteX1" fmla="*/ 390525 w 390525"/>
              <a:gd name="connsiteY1" fmla="*/ 0 h 404813"/>
              <a:gd name="connsiteX2" fmla="*/ 0 w 390525"/>
              <a:gd name="connsiteY2" fmla="*/ 0 h 404813"/>
              <a:gd name="connsiteX3" fmla="*/ 0 w 390525"/>
              <a:gd name="connsiteY3" fmla="*/ 404813 h 404813"/>
              <a:gd name="connsiteX4" fmla="*/ 159544 w 390525"/>
              <a:gd name="connsiteY4" fmla="*/ 404813 h 404813"/>
              <a:gd name="connsiteX0" fmla="*/ 390525 w 390525"/>
              <a:gd name="connsiteY0" fmla="*/ 261938 h 407195"/>
              <a:gd name="connsiteX1" fmla="*/ 390525 w 390525"/>
              <a:gd name="connsiteY1" fmla="*/ 0 h 407195"/>
              <a:gd name="connsiteX2" fmla="*/ 0 w 390525"/>
              <a:gd name="connsiteY2" fmla="*/ 0 h 407195"/>
              <a:gd name="connsiteX3" fmla="*/ 0 w 390525"/>
              <a:gd name="connsiteY3" fmla="*/ 404813 h 407195"/>
              <a:gd name="connsiteX4" fmla="*/ 159544 w 390525"/>
              <a:gd name="connsiteY4" fmla="*/ 407195 h 407195"/>
              <a:gd name="connsiteX0" fmla="*/ 390525 w 390525"/>
              <a:gd name="connsiteY0" fmla="*/ 261938 h 407195"/>
              <a:gd name="connsiteX1" fmla="*/ 390525 w 390525"/>
              <a:gd name="connsiteY1" fmla="*/ 0 h 407195"/>
              <a:gd name="connsiteX2" fmla="*/ 0 w 390525"/>
              <a:gd name="connsiteY2" fmla="*/ 0 h 407195"/>
              <a:gd name="connsiteX3" fmla="*/ 0 w 390525"/>
              <a:gd name="connsiteY3" fmla="*/ 404813 h 407195"/>
              <a:gd name="connsiteX4" fmla="*/ 159544 w 390525"/>
              <a:gd name="connsiteY4" fmla="*/ 407195 h 407195"/>
              <a:gd name="connsiteX0" fmla="*/ 390525 w 390525"/>
              <a:gd name="connsiteY0" fmla="*/ 261938 h 404813"/>
              <a:gd name="connsiteX1" fmla="*/ 390525 w 390525"/>
              <a:gd name="connsiteY1" fmla="*/ 0 h 404813"/>
              <a:gd name="connsiteX2" fmla="*/ 0 w 390525"/>
              <a:gd name="connsiteY2" fmla="*/ 0 h 404813"/>
              <a:gd name="connsiteX3" fmla="*/ 0 w 390525"/>
              <a:gd name="connsiteY3" fmla="*/ 404813 h 404813"/>
              <a:gd name="connsiteX4" fmla="*/ 159544 w 390525"/>
              <a:gd name="connsiteY4" fmla="*/ 404813 h 404813"/>
              <a:gd name="connsiteX0" fmla="*/ 390525 w 390525"/>
              <a:gd name="connsiteY0" fmla="*/ 261938 h 407195"/>
              <a:gd name="connsiteX1" fmla="*/ 390525 w 390525"/>
              <a:gd name="connsiteY1" fmla="*/ 0 h 407195"/>
              <a:gd name="connsiteX2" fmla="*/ 0 w 390525"/>
              <a:gd name="connsiteY2" fmla="*/ 0 h 407195"/>
              <a:gd name="connsiteX3" fmla="*/ 0 w 390525"/>
              <a:gd name="connsiteY3" fmla="*/ 404813 h 407195"/>
              <a:gd name="connsiteX4" fmla="*/ 159544 w 390525"/>
              <a:gd name="connsiteY4" fmla="*/ 407195 h 407195"/>
              <a:gd name="connsiteX0" fmla="*/ 390525 w 390525"/>
              <a:gd name="connsiteY0" fmla="*/ 371475 h 407195"/>
              <a:gd name="connsiteX1" fmla="*/ 390525 w 390525"/>
              <a:gd name="connsiteY1" fmla="*/ 0 h 407195"/>
              <a:gd name="connsiteX2" fmla="*/ 0 w 390525"/>
              <a:gd name="connsiteY2" fmla="*/ 0 h 407195"/>
              <a:gd name="connsiteX3" fmla="*/ 0 w 390525"/>
              <a:gd name="connsiteY3" fmla="*/ 404813 h 407195"/>
              <a:gd name="connsiteX4" fmla="*/ 159544 w 390525"/>
              <a:gd name="connsiteY4" fmla="*/ 407195 h 407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407195">
                <a:moveTo>
                  <a:pt x="390525" y="371475"/>
                </a:moveTo>
                <a:lnTo>
                  <a:pt x="390525" y="0"/>
                </a:lnTo>
                <a:lnTo>
                  <a:pt x="0" y="0"/>
                </a:lnTo>
                <a:lnTo>
                  <a:pt x="0" y="404813"/>
                </a:lnTo>
                <a:lnTo>
                  <a:pt x="159544" y="407195"/>
                </a:lnTo>
              </a:path>
            </a:pathLst>
          </a:custGeom>
          <a:noFill/>
          <a:ln w="19050">
            <a:solidFill>
              <a:srgbClr val="E3613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bg1"/>
              </a:solidFill>
            </a:endParaRPr>
          </a:p>
        </p:txBody>
      </p:sp>
      <p:cxnSp>
        <p:nvCxnSpPr>
          <p:cNvPr id="12" name="Shape 5">
            <a:extLst>
              <a:ext uri="{FF2B5EF4-FFF2-40B4-BE49-F238E27FC236}">
                <a16:creationId xmlns:a16="http://schemas.microsoft.com/office/drawing/2014/main" id="{70E8827E-0F75-4973-B9A8-054649E5CB0A}"/>
              </a:ext>
            </a:extLst>
          </p:cNvPr>
          <p:cNvCxnSpPr>
            <a:cxnSpLocks/>
          </p:cNvCxnSpPr>
          <p:nvPr/>
        </p:nvCxnSpPr>
        <p:spPr>
          <a:xfrm rot="16200000" flipH="1">
            <a:off x="7216805" y="5112701"/>
            <a:ext cx="101356" cy="449396"/>
          </a:xfrm>
          <a:prstGeom prst="bentConnector2">
            <a:avLst/>
          </a:prstGeom>
          <a:ln w="19050">
            <a:solidFill>
              <a:srgbClr val="707996"/>
            </a:solidFill>
            <a:tailEnd type="triangle" w="lg" len="med"/>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C8D970CE-9B4B-A666-8671-7D211FB079EA}"/>
              </a:ext>
            </a:extLst>
          </p:cNvPr>
          <p:cNvSpPr/>
          <p:nvPr/>
        </p:nvSpPr>
        <p:spPr>
          <a:xfrm>
            <a:off x="7042785" y="4150519"/>
            <a:ext cx="449397" cy="507206"/>
          </a:xfrm>
          <a:custGeom>
            <a:avLst/>
            <a:gdLst>
              <a:gd name="connsiteX0" fmla="*/ 0 w 473869"/>
              <a:gd name="connsiteY0" fmla="*/ 0 h 507206"/>
              <a:gd name="connsiteX1" fmla="*/ 0 w 473869"/>
              <a:gd name="connsiteY1" fmla="*/ 507206 h 507206"/>
              <a:gd name="connsiteX2" fmla="*/ 473869 w 473869"/>
              <a:gd name="connsiteY2" fmla="*/ 507206 h 507206"/>
            </a:gdLst>
            <a:ahLst/>
            <a:cxnLst>
              <a:cxn ang="0">
                <a:pos x="connsiteX0" y="connsiteY0"/>
              </a:cxn>
              <a:cxn ang="0">
                <a:pos x="connsiteX1" y="connsiteY1"/>
              </a:cxn>
              <a:cxn ang="0">
                <a:pos x="connsiteX2" y="connsiteY2"/>
              </a:cxn>
            </a:cxnLst>
            <a:rect l="l" t="t" r="r" b="b"/>
            <a:pathLst>
              <a:path w="473869" h="507206">
                <a:moveTo>
                  <a:pt x="0" y="0"/>
                </a:moveTo>
                <a:lnTo>
                  <a:pt x="0" y="507206"/>
                </a:lnTo>
                <a:lnTo>
                  <a:pt x="473869" y="507206"/>
                </a:lnTo>
              </a:path>
            </a:pathLst>
          </a:custGeom>
          <a:ln w="19050">
            <a:solidFill>
              <a:srgbClr val="707996"/>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87206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EBE0D-8FD7-A7A9-CB80-411E25743BCA}"/>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6236373E-B0DC-E41F-F1A3-8216814FB360}"/>
              </a:ext>
            </a:extLst>
          </p:cNvPr>
          <p:cNvSpPr>
            <a:spLocks noGrp="1"/>
          </p:cNvSpPr>
          <p:nvPr>
            <p:ph type="title"/>
          </p:nvPr>
        </p:nvSpPr>
        <p:spPr/>
        <p:txBody>
          <a:bodyPr/>
          <a:lstStyle/>
          <a:p>
            <a:r>
              <a:rPr lang="en-US"/>
              <a:t>Color: Brand</a:t>
            </a:r>
          </a:p>
        </p:txBody>
      </p:sp>
      <p:sp>
        <p:nvSpPr>
          <p:cNvPr id="3" name="Content Placeholder">
            <a:extLst>
              <a:ext uri="{FF2B5EF4-FFF2-40B4-BE49-F238E27FC236}">
                <a16:creationId xmlns:a16="http://schemas.microsoft.com/office/drawing/2014/main" id="{34CB59BB-91CC-527E-70A4-192A350AC70B}"/>
              </a:ext>
            </a:extLst>
          </p:cNvPr>
          <p:cNvSpPr>
            <a:spLocks noGrp="1"/>
          </p:cNvSpPr>
          <p:nvPr>
            <p:ph sz="half" idx="1"/>
          </p:nvPr>
        </p:nvSpPr>
        <p:spPr/>
        <p:txBody>
          <a:bodyPr vert="horz" lIns="0" tIns="0" rIns="0" bIns="0" rtlCol="0" anchor="t">
            <a:noAutofit/>
          </a:bodyPr>
          <a:lstStyle/>
          <a:p>
            <a:r>
              <a:rPr lang="en-US" sz="2000"/>
              <a:t>In addition to promoting brand recognition and recall, blue evokes feelings of trust and stability, which reinforces that our insights are independent, objective and data-driven. Our blue palette also provides a bright contrast that complies with accessibility requirements set by WCAG and ADA</a:t>
            </a:r>
            <a:r>
              <a:rPr lang="en-US"/>
              <a:t>.</a:t>
            </a:r>
            <a:endParaRPr lang="en-US" sz="2000"/>
          </a:p>
          <a:p>
            <a:r>
              <a:rPr lang="en-US" sz="2000"/>
              <a:t>The Gartner colors can be selected in the left side of the </a:t>
            </a:r>
            <a:r>
              <a:rPr lang="en-US" sz="2000" b="1"/>
              <a:t>Custom Colors</a:t>
            </a:r>
            <a:r>
              <a:rPr lang="en-US" sz="2000"/>
              <a:t> palette.</a:t>
            </a:r>
          </a:p>
        </p:txBody>
      </p:sp>
      <p:sp>
        <p:nvSpPr>
          <p:cNvPr id="7" name="TextBox 4">
            <a:extLst>
              <a:ext uri="{FF2B5EF4-FFF2-40B4-BE49-F238E27FC236}">
                <a16:creationId xmlns:a16="http://schemas.microsoft.com/office/drawing/2014/main" id="{1925A692-3735-DE3C-0D42-EAB873D8D42C}"/>
              </a:ext>
            </a:extLst>
          </p:cNvPr>
          <p:cNvSpPr txBox="1"/>
          <p:nvPr/>
        </p:nvSpPr>
        <p:spPr>
          <a:xfrm>
            <a:off x="6656162" y="5040188"/>
            <a:ext cx="5335436" cy="584775"/>
          </a:xfrm>
          <a:prstGeom prst="rect">
            <a:avLst/>
          </a:prstGeom>
          <a:noFill/>
        </p:spPr>
        <p:txBody>
          <a:bodyPr wrap="square" lIns="0" rIns="0" rtlCol="0">
            <a:spAutoFit/>
          </a:bodyPr>
          <a:lstStyle/>
          <a:p>
            <a:r>
              <a:rPr lang="en-US" sz="1600"/>
              <a:t>Copy this URL into your browser to see full details about our color palette and usage: </a:t>
            </a:r>
            <a:r>
              <a:rPr lang="en-US" sz="1600">
                <a:hlinkClick r:id="rId3"/>
              </a:rPr>
              <a:t>https://gtnr.it/36b7y9y</a:t>
            </a:r>
            <a:endParaRPr lang="en-US" sz="1600"/>
          </a:p>
        </p:txBody>
      </p:sp>
      <p:grpSp>
        <p:nvGrpSpPr>
          <p:cNvPr id="134" name="Group 133">
            <a:extLst>
              <a:ext uri="{FF2B5EF4-FFF2-40B4-BE49-F238E27FC236}">
                <a16:creationId xmlns:a16="http://schemas.microsoft.com/office/drawing/2014/main" id="{039E2FC7-1DC5-7941-A29E-DB75E3EEC3A5}"/>
              </a:ext>
            </a:extLst>
          </p:cNvPr>
          <p:cNvGrpSpPr/>
          <p:nvPr/>
        </p:nvGrpSpPr>
        <p:grpSpPr>
          <a:xfrm>
            <a:off x="6476059" y="3198395"/>
            <a:ext cx="2765326" cy="1276547"/>
            <a:chOff x="448581" y="2751663"/>
            <a:chExt cx="2765326" cy="1276547"/>
          </a:xfrm>
        </p:grpSpPr>
        <p:sp>
          <p:nvSpPr>
            <p:cNvPr id="135" name="TextBox 134">
              <a:extLst>
                <a:ext uri="{FF2B5EF4-FFF2-40B4-BE49-F238E27FC236}">
                  <a16:creationId xmlns:a16="http://schemas.microsoft.com/office/drawing/2014/main" id="{CA75A756-C5FA-5E8E-B8A6-65B5C17004AC}"/>
                </a:ext>
              </a:extLst>
            </p:cNvPr>
            <p:cNvSpPr txBox="1"/>
            <p:nvPr/>
          </p:nvSpPr>
          <p:spPr>
            <a:xfrm>
              <a:off x="448581" y="2751663"/>
              <a:ext cx="2765326" cy="1276547"/>
            </a:xfrm>
            <a:prstGeom prst="rect">
              <a:avLst/>
            </a:prstGeom>
            <a:noFill/>
            <a:ln w="12700">
              <a:solidFill>
                <a:srgbClr val="707996"/>
              </a:solidFill>
            </a:ln>
          </p:spPr>
          <p:txBody>
            <a:bodyPr wrap="square" lIns="91440" rIns="0" rtlCol="0">
              <a:noAutofit/>
            </a:bodyPr>
            <a:lstStyle>
              <a:defPPr>
                <a:defRPr lang="en-US"/>
              </a:defPPr>
              <a:lvl1pPr>
                <a:defRPr sz="1000">
                  <a:solidFill>
                    <a:srgbClr val="00002D"/>
                  </a:solidFill>
                </a:defRPr>
              </a:lvl1pPr>
            </a:lstStyle>
            <a:p>
              <a:r>
                <a:rPr lang="en-US"/>
                <a:t>Custom Colors</a:t>
              </a:r>
            </a:p>
          </p:txBody>
        </p:sp>
        <p:sp>
          <p:nvSpPr>
            <p:cNvPr id="136" name="Rectangle 135">
              <a:extLst>
                <a:ext uri="{FF2B5EF4-FFF2-40B4-BE49-F238E27FC236}">
                  <a16:creationId xmlns:a16="http://schemas.microsoft.com/office/drawing/2014/main" id="{603309AC-6647-0AB1-EA19-906DDCCDD2B9}"/>
                </a:ext>
              </a:extLst>
            </p:cNvPr>
            <p:cNvSpPr>
              <a:spLocks noChangeAspect="1"/>
            </p:cNvSpPr>
            <p:nvPr/>
          </p:nvSpPr>
          <p:spPr>
            <a:xfrm>
              <a:off x="537483" y="2995932"/>
              <a:ext cx="178590" cy="178590"/>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37" name="Rectangle 136">
              <a:extLst>
                <a:ext uri="{FF2B5EF4-FFF2-40B4-BE49-F238E27FC236}">
                  <a16:creationId xmlns:a16="http://schemas.microsoft.com/office/drawing/2014/main" id="{7226B1E9-01F4-6167-39D8-564D7CDAFC96}"/>
                </a:ext>
              </a:extLst>
            </p:cNvPr>
            <p:cNvSpPr>
              <a:spLocks noChangeAspect="1"/>
            </p:cNvSpPr>
            <p:nvPr/>
          </p:nvSpPr>
          <p:spPr>
            <a:xfrm>
              <a:off x="804704" y="2995932"/>
              <a:ext cx="178590" cy="178590"/>
            </a:xfrm>
            <a:prstGeom prst="rect">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38" name="Rectangle 137">
              <a:extLst>
                <a:ext uri="{FF2B5EF4-FFF2-40B4-BE49-F238E27FC236}">
                  <a16:creationId xmlns:a16="http://schemas.microsoft.com/office/drawing/2014/main" id="{AB12DE52-DF06-F002-3C7A-A7BBB8964E5B}"/>
                </a:ext>
              </a:extLst>
            </p:cNvPr>
            <p:cNvSpPr>
              <a:spLocks noChangeAspect="1"/>
            </p:cNvSpPr>
            <p:nvPr/>
          </p:nvSpPr>
          <p:spPr>
            <a:xfrm>
              <a:off x="1071925" y="2995932"/>
              <a:ext cx="178590" cy="17859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39" name="Rectangle 138">
              <a:extLst>
                <a:ext uri="{FF2B5EF4-FFF2-40B4-BE49-F238E27FC236}">
                  <a16:creationId xmlns:a16="http://schemas.microsoft.com/office/drawing/2014/main" id="{58E1E868-BB4B-CEEE-B26A-30445A4C3B84}"/>
                </a:ext>
              </a:extLst>
            </p:cNvPr>
            <p:cNvSpPr>
              <a:spLocks noChangeAspect="1"/>
            </p:cNvSpPr>
            <p:nvPr/>
          </p:nvSpPr>
          <p:spPr>
            <a:xfrm>
              <a:off x="1339146" y="2995932"/>
              <a:ext cx="178590" cy="178590"/>
            </a:xfrm>
            <a:prstGeom prst="rect">
              <a:avLst/>
            </a:prstGeom>
            <a:solidFill>
              <a:srgbClr val="167AC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0" name="Rectangle 139">
              <a:extLst>
                <a:ext uri="{FF2B5EF4-FFF2-40B4-BE49-F238E27FC236}">
                  <a16:creationId xmlns:a16="http://schemas.microsoft.com/office/drawing/2014/main" id="{E1C9E087-881C-F879-C049-55963304630F}"/>
                </a:ext>
              </a:extLst>
            </p:cNvPr>
            <p:cNvSpPr>
              <a:spLocks noChangeAspect="1"/>
            </p:cNvSpPr>
            <p:nvPr/>
          </p:nvSpPr>
          <p:spPr>
            <a:xfrm>
              <a:off x="1606367" y="2995932"/>
              <a:ext cx="178590" cy="178590"/>
            </a:xfrm>
            <a:prstGeom prst="rect">
              <a:avLst/>
            </a:prstGeom>
            <a:solidFill>
              <a:srgbClr val="4C8C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1" name="Rectangle 140">
              <a:extLst>
                <a:ext uri="{FF2B5EF4-FFF2-40B4-BE49-F238E27FC236}">
                  <a16:creationId xmlns:a16="http://schemas.microsoft.com/office/drawing/2014/main" id="{64BE441C-6BEB-182E-FEF0-12A0EE97933D}"/>
                </a:ext>
              </a:extLst>
            </p:cNvPr>
            <p:cNvSpPr>
              <a:spLocks noChangeAspect="1"/>
            </p:cNvSpPr>
            <p:nvPr/>
          </p:nvSpPr>
          <p:spPr>
            <a:xfrm>
              <a:off x="1873588" y="3253251"/>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2" name="Rectangle 141">
              <a:extLst>
                <a:ext uri="{FF2B5EF4-FFF2-40B4-BE49-F238E27FC236}">
                  <a16:creationId xmlns:a16="http://schemas.microsoft.com/office/drawing/2014/main" id="{044EC92F-40A8-9A7D-33A8-7608FFE330B4}"/>
                </a:ext>
              </a:extLst>
            </p:cNvPr>
            <p:cNvSpPr>
              <a:spLocks noChangeAspect="1"/>
            </p:cNvSpPr>
            <p:nvPr/>
          </p:nvSpPr>
          <p:spPr>
            <a:xfrm>
              <a:off x="537483" y="3252890"/>
              <a:ext cx="178590" cy="178590"/>
            </a:xfrm>
            <a:prstGeom prst="rect">
              <a:avLst/>
            </a:prstGeom>
            <a:solidFill>
              <a:srgbClr val="5A79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3" name="Rectangle 142">
              <a:extLst>
                <a:ext uri="{FF2B5EF4-FFF2-40B4-BE49-F238E27FC236}">
                  <a16:creationId xmlns:a16="http://schemas.microsoft.com/office/drawing/2014/main" id="{2F79B6AE-2ED0-EE2A-FA8D-31B63E335F56}"/>
                </a:ext>
              </a:extLst>
            </p:cNvPr>
            <p:cNvSpPr>
              <a:spLocks noChangeAspect="1"/>
            </p:cNvSpPr>
            <p:nvPr/>
          </p:nvSpPr>
          <p:spPr>
            <a:xfrm>
              <a:off x="804704" y="3252890"/>
              <a:ext cx="178590" cy="178590"/>
            </a:xfrm>
            <a:prstGeom prst="rect">
              <a:avLst/>
            </a:prstGeom>
            <a:solidFill>
              <a:srgbClr val="9673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4" name="Rectangle 143">
              <a:extLst>
                <a:ext uri="{FF2B5EF4-FFF2-40B4-BE49-F238E27FC236}">
                  <a16:creationId xmlns:a16="http://schemas.microsoft.com/office/drawing/2014/main" id="{0157A5CF-579B-6B32-C3A8-5C2451546E06}"/>
                </a:ext>
              </a:extLst>
            </p:cNvPr>
            <p:cNvSpPr>
              <a:spLocks noChangeAspect="1"/>
            </p:cNvSpPr>
            <p:nvPr/>
          </p:nvSpPr>
          <p:spPr>
            <a:xfrm>
              <a:off x="1071925" y="3252890"/>
              <a:ext cx="178590" cy="178590"/>
            </a:xfrm>
            <a:prstGeom prst="rect">
              <a:avLst/>
            </a:prstGeom>
            <a:solidFill>
              <a:srgbClr val="6872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5" name="Rectangle 144">
              <a:extLst>
                <a:ext uri="{FF2B5EF4-FFF2-40B4-BE49-F238E27FC236}">
                  <a16:creationId xmlns:a16="http://schemas.microsoft.com/office/drawing/2014/main" id="{0B1DEC7F-DE6A-029F-171D-20924C5F96DD}"/>
                </a:ext>
              </a:extLst>
            </p:cNvPr>
            <p:cNvSpPr>
              <a:spLocks noChangeAspect="1"/>
            </p:cNvSpPr>
            <p:nvPr/>
          </p:nvSpPr>
          <p:spPr>
            <a:xfrm>
              <a:off x="1339146" y="3252890"/>
              <a:ext cx="178590" cy="178590"/>
            </a:xfrm>
            <a:prstGeom prst="rect">
              <a:avLst/>
            </a:prstGeom>
            <a:solidFill>
              <a:srgbClr val="3C92B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6" name="Rectangle 145">
              <a:extLst>
                <a:ext uri="{FF2B5EF4-FFF2-40B4-BE49-F238E27FC236}">
                  <a16:creationId xmlns:a16="http://schemas.microsoft.com/office/drawing/2014/main" id="{466EDCAC-DEDF-B3E4-094B-CBB10E950F9F}"/>
                </a:ext>
              </a:extLst>
            </p:cNvPr>
            <p:cNvSpPr>
              <a:spLocks noChangeAspect="1"/>
            </p:cNvSpPr>
            <p:nvPr/>
          </p:nvSpPr>
          <p:spPr>
            <a:xfrm>
              <a:off x="1606367" y="3252890"/>
              <a:ext cx="178590" cy="178590"/>
            </a:xfrm>
            <a:prstGeom prst="rect">
              <a:avLst/>
            </a:prstGeom>
            <a:solidFill>
              <a:srgbClr val="0A8F7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7" name="Rectangle 146">
              <a:extLst>
                <a:ext uri="{FF2B5EF4-FFF2-40B4-BE49-F238E27FC236}">
                  <a16:creationId xmlns:a16="http://schemas.microsoft.com/office/drawing/2014/main" id="{4761D765-8314-BE40-E2B3-42BD599F77AB}"/>
                </a:ext>
              </a:extLst>
            </p:cNvPr>
            <p:cNvSpPr>
              <a:spLocks noChangeAspect="1"/>
            </p:cNvSpPr>
            <p:nvPr/>
          </p:nvSpPr>
          <p:spPr>
            <a:xfrm>
              <a:off x="2140809" y="3253251"/>
              <a:ext cx="178590" cy="178590"/>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8" name="Rectangle 147">
              <a:extLst>
                <a:ext uri="{FF2B5EF4-FFF2-40B4-BE49-F238E27FC236}">
                  <a16:creationId xmlns:a16="http://schemas.microsoft.com/office/drawing/2014/main" id="{2AA894B4-B4CC-BC3F-910F-F0F719A6C4F9}"/>
                </a:ext>
              </a:extLst>
            </p:cNvPr>
            <p:cNvSpPr>
              <a:spLocks noChangeAspect="1"/>
            </p:cNvSpPr>
            <p:nvPr/>
          </p:nvSpPr>
          <p:spPr>
            <a:xfrm>
              <a:off x="1873588"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49" name="Rectangle 148">
              <a:extLst>
                <a:ext uri="{FF2B5EF4-FFF2-40B4-BE49-F238E27FC236}">
                  <a16:creationId xmlns:a16="http://schemas.microsoft.com/office/drawing/2014/main" id="{0CF29307-1CC2-B359-C93E-9DB918579D4B}"/>
                </a:ext>
              </a:extLst>
            </p:cNvPr>
            <p:cNvSpPr>
              <a:spLocks noChangeAspect="1"/>
            </p:cNvSpPr>
            <p:nvPr/>
          </p:nvSpPr>
          <p:spPr>
            <a:xfrm>
              <a:off x="537483" y="3510029"/>
              <a:ext cx="178590" cy="178590"/>
            </a:xfrm>
            <a:prstGeom prst="rect">
              <a:avLst/>
            </a:prstGeom>
            <a:solidFill>
              <a:srgbClr val="58938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0" name="Rectangle 149">
              <a:extLst>
                <a:ext uri="{FF2B5EF4-FFF2-40B4-BE49-F238E27FC236}">
                  <a16:creationId xmlns:a16="http://schemas.microsoft.com/office/drawing/2014/main" id="{DF21EB8D-A508-DEDC-05AB-E6BC25BF113E}"/>
                </a:ext>
              </a:extLst>
            </p:cNvPr>
            <p:cNvSpPr>
              <a:spLocks noChangeAspect="1"/>
            </p:cNvSpPr>
            <p:nvPr/>
          </p:nvSpPr>
          <p:spPr>
            <a:xfrm>
              <a:off x="804704"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1" name="Rectangle 150">
              <a:extLst>
                <a:ext uri="{FF2B5EF4-FFF2-40B4-BE49-F238E27FC236}">
                  <a16:creationId xmlns:a16="http://schemas.microsoft.com/office/drawing/2014/main" id="{0806D702-09F7-7657-0FA1-4327779BF8B7}"/>
                </a:ext>
              </a:extLst>
            </p:cNvPr>
            <p:cNvSpPr>
              <a:spLocks noChangeAspect="1"/>
            </p:cNvSpPr>
            <p:nvPr/>
          </p:nvSpPr>
          <p:spPr>
            <a:xfrm>
              <a:off x="1071925"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2" name="Rectangle 151">
              <a:extLst>
                <a:ext uri="{FF2B5EF4-FFF2-40B4-BE49-F238E27FC236}">
                  <a16:creationId xmlns:a16="http://schemas.microsoft.com/office/drawing/2014/main" id="{6C1B5712-5E89-BF1F-BABE-742378DB305F}"/>
                </a:ext>
              </a:extLst>
            </p:cNvPr>
            <p:cNvSpPr>
              <a:spLocks noChangeAspect="1"/>
            </p:cNvSpPr>
            <p:nvPr/>
          </p:nvSpPr>
          <p:spPr>
            <a:xfrm>
              <a:off x="1339146"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3" name="Rectangle 152">
              <a:extLst>
                <a:ext uri="{FF2B5EF4-FFF2-40B4-BE49-F238E27FC236}">
                  <a16:creationId xmlns:a16="http://schemas.microsoft.com/office/drawing/2014/main" id="{B86F6CCE-A426-BD30-E87F-7CB5DFBCA213}"/>
                </a:ext>
              </a:extLst>
            </p:cNvPr>
            <p:cNvSpPr>
              <a:spLocks noChangeAspect="1"/>
            </p:cNvSpPr>
            <p:nvPr/>
          </p:nvSpPr>
          <p:spPr>
            <a:xfrm>
              <a:off x="1606367"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4" name="Rectangle 153">
              <a:extLst>
                <a:ext uri="{FF2B5EF4-FFF2-40B4-BE49-F238E27FC236}">
                  <a16:creationId xmlns:a16="http://schemas.microsoft.com/office/drawing/2014/main" id="{51F46CA2-E73D-8989-2CB5-D6DBCADCBF0B}"/>
                </a:ext>
              </a:extLst>
            </p:cNvPr>
            <p:cNvSpPr>
              <a:spLocks noChangeAspect="1"/>
            </p:cNvSpPr>
            <p:nvPr/>
          </p:nvSpPr>
          <p:spPr>
            <a:xfrm>
              <a:off x="2140809"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5" name="Rectangle 154">
              <a:extLst>
                <a:ext uri="{FF2B5EF4-FFF2-40B4-BE49-F238E27FC236}">
                  <a16:creationId xmlns:a16="http://schemas.microsoft.com/office/drawing/2014/main" id="{870C70F9-65EB-990E-4361-98031239A6CE}"/>
                </a:ext>
              </a:extLst>
            </p:cNvPr>
            <p:cNvSpPr>
              <a:spLocks noChangeAspect="1"/>
            </p:cNvSpPr>
            <p:nvPr/>
          </p:nvSpPr>
          <p:spPr>
            <a:xfrm>
              <a:off x="1873588"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6" name="Rectangle 155">
              <a:extLst>
                <a:ext uri="{FF2B5EF4-FFF2-40B4-BE49-F238E27FC236}">
                  <a16:creationId xmlns:a16="http://schemas.microsoft.com/office/drawing/2014/main" id="{CA3D3A1E-5260-4E31-09AE-B13AA74E72C1}"/>
                </a:ext>
              </a:extLst>
            </p:cNvPr>
            <p:cNvSpPr>
              <a:spLocks noChangeAspect="1"/>
            </p:cNvSpPr>
            <p:nvPr/>
          </p:nvSpPr>
          <p:spPr>
            <a:xfrm>
              <a:off x="537483"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7" name="Rectangle 156">
              <a:extLst>
                <a:ext uri="{FF2B5EF4-FFF2-40B4-BE49-F238E27FC236}">
                  <a16:creationId xmlns:a16="http://schemas.microsoft.com/office/drawing/2014/main" id="{B5F10FC3-67B8-6840-B42D-40D82F62198B}"/>
                </a:ext>
              </a:extLst>
            </p:cNvPr>
            <p:cNvSpPr>
              <a:spLocks noChangeAspect="1"/>
            </p:cNvSpPr>
            <p:nvPr/>
          </p:nvSpPr>
          <p:spPr>
            <a:xfrm>
              <a:off x="804704"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8" name="Rectangle 157">
              <a:extLst>
                <a:ext uri="{FF2B5EF4-FFF2-40B4-BE49-F238E27FC236}">
                  <a16:creationId xmlns:a16="http://schemas.microsoft.com/office/drawing/2014/main" id="{0B4B66A4-336D-2DE4-B0B5-ED4CC779E097}"/>
                </a:ext>
              </a:extLst>
            </p:cNvPr>
            <p:cNvSpPr>
              <a:spLocks noChangeAspect="1"/>
            </p:cNvSpPr>
            <p:nvPr/>
          </p:nvSpPr>
          <p:spPr>
            <a:xfrm>
              <a:off x="1071925"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59" name="Rectangle 158">
              <a:extLst>
                <a:ext uri="{FF2B5EF4-FFF2-40B4-BE49-F238E27FC236}">
                  <a16:creationId xmlns:a16="http://schemas.microsoft.com/office/drawing/2014/main" id="{19B805AD-F0E1-2D20-CB59-0A043530A709}"/>
                </a:ext>
              </a:extLst>
            </p:cNvPr>
            <p:cNvSpPr>
              <a:spLocks noChangeAspect="1"/>
            </p:cNvSpPr>
            <p:nvPr/>
          </p:nvSpPr>
          <p:spPr>
            <a:xfrm>
              <a:off x="1339146"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0" name="Rectangle 159">
              <a:extLst>
                <a:ext uri="{FF2B5EF4-FFF2-40B4-BE49-F238E27FC236}">
                  <a16:creationId xmlns:a16="http://schemas.microsoft.com/office/drawing/2014/main" id="{E3903D23-5D2F-F152-059C-551B01C0BA8C}"/>
                </a:ext>
              </a:extLst>
            </p:cNvPr>
            <p:cNvSpPr>
              <a:spLocks noChangeAspect="1"/>
            </p:cNvSpPr>
            <p:nvPr/>
          </p:nvSpPr>
          <p:spPr>
            <a:xfrm>
              <a:off x="1606367"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1" name="Rectangle 160">
              <a:extLst>
                <a:ext uri="{FF2B5EF4-FFF2-40B4-BE49-F238E27FC236}">
                  <a16:creationId xmlns:a16="http://schemas.microsoft.com/office/drawing/2014/main" id="{58E3991D-4318-25D0-4D45-820CA99D3ED9}"/>
                </a:ext>
              </a:extLst>
            </p:cNvPr>
            <p:cNvSpPr>
              <a:spLocks noChangeAspect="1"/>
            </p:cNvSpPr>
            <p:nvPr/>
          </p:nvSpPr>
          <p:spPr>
            <a:xfrm>
              <a:off x="2140809"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2" name="Rectangle 161">
              <a:extLst>
                <a:ext uri="{FF2B5EF4-FFF2-40B4-BE49-F238E27FC236}">
                  <a16:creationId xmlns:a16="http://schemas.microsoft.com/office/drawing/2014/main" id="{0CF28495-9B4D-5571-BB16-018A44E86C6E}"/>
                </a:ext>
              </a:extLst>
            </p:cNvPr>
            <p:cNvSpPr>
              <a:spLocks noChangeAspect="1"/>
            </p:cNvSpPr>
            <p:nvPr/>
          </p:nvSpPr>
          <p:spPr>
            <a:xfrm>
              <a:off x="1873588" y="2996473"/>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3" name="Rectangle 162">
              <a:extLst>
                <a:ext uri="{FF2B5EF4-FFF2-40B4-BE49-F238E27FC236}">
                  <a16:creationId xmlns:a16="http://schemas.microsoft.com/office/drawing/2014/main" id="{B522808B-F769-9A62-7949-BAB7B96C26C4}"/>
                </a:ext>
              </a:extLst>
            </p:cNvPr>
            <p:cNvSpPr>
              <a:spLocks noChangeAspect="1"/>
            </p:cNvSpPr>
            <p:nvPr/>
          </p:nvSpPr>
          <p:spPr>
            <a:xfrm>
              <a:off x="2140809" y="2996473"/>
              <a:ext cx="178590" cy="178590"/>
            </a:xfrm>
            <a:prstGeom prst="rect">
              <a:avLst/>
            </a:prstGeom>
            <a:solidFill>
              <a:srgbClr val="B8D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4" name="Rectangle 163">
              <a:extLst>
                <a:ext uri="{FF2B5EF4-FFF2-40B4-BE49-F238E27FC236}">
                  <a16:creationId xmlns:a16="http://schemas.microsoft.com/office/drawing/2014/main" id="{613ABAE1-E79B-C2A1-790B-C83FE409A6E0}"/>
                </a:ext>
              </a:extLst>
            </p:cNvPr>
            <p:cNvSpPr>
              <a:spLocks noChangeAspect="1"/>
            </p:cNvSpPr>
            <p:nvPr/>
          </p:nvSpPr>
          <p:spPr>
            <a:xfrm>
              <a:off x="2408030" y="2996473"/>
              <a:ext cx="178590" cy="178590"/>
            </a:xfrm>
            <a:prstGeom prst="rect">
              <a:avLst/>
            </a:prstGeom>
            <a:solidFill>
              <a:srgbClr val="E361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5" name="Rectangle 164">
              <a:extLst>
                <a:ext uri="{FF2B5EF4-FFF2-40B4-BE49-F238E27FC236}">
                  <a16:creationId xmlns:a16="http://schemas.microsoft.com/office/drawing/2014/main" id="{19196E9A-DAC8-0CA8-E9BC-79B963A2517A}"/>
                </a:ext>
              </a:extLst>
            </p:cNvPr>
            <p:cNvSpPr>
              <a:spLocks noChangeAspect="1"/>
            </p:cNvSpPr>
            <p:nvPr/>
          </p:nvSpPr>
          <p:spPr>
            <a:xfrm>
              <a:off x="2675251" y="2996473"/>
              <a:ext cx="178590" cy="178590"/>
            </a:xfrm>
            <a:prstGeom prst="rect">
              <a:avLst/>
            </a:prstGeom>
            <a:solidFill>
              <a:srgbClr val="00002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6" name="Rectangle 165">
              <a:extLst>
                <a:ext uri="{FF2B5EF4-FFF2-40B4-BE49-F238E27FC236}">
                  <a16:creationId xmlns:a16="http://schemas.microsoft.com/office/drawing/2014/main" id="{3DE271A6-DF34-04F5-78F6-28941B1B0CBF}"/>
                </a:ext>
              </a:extLst>
            </p:cNvPr>
            <p:cNvSpPr>
              <a:spLocks noChangeAspect="1"/>
            </p:cNvSpPr>
            <p:nvPr/>
          </p:nvSpPr>
          <p:spPr>
            <a:xfrm>
              <a:off x="2942469" y="2996473"/>
              <a:ext cx="178590" cy="178590"/>
            </a:xfrm>
            <a:prstGeom prst="rect">
              <a:avLst/>
            </a:prstGeom>
            <a:solidFill>
              <a:srgbClr val="DE0A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7" name="Rectangle 166">
              <a:extLst>
                <a:ext uri="{FF2B5EF4-FFF2-40B4-BE49-F238E27FC236}">
                  <a16:creationId xmlns:a16="http://schemas.microsoft.com/office/drawing/2014/main" id="{6F0FE96E-9123-3FD0-4EA8-2E752ED82BFD}"/>
                </a:ext>
              </a:extLst>
            </p:cNvPr>
            <p:cNvSpPr>
              <a:spLocks noChangeAspect="1"/>
            </p:cNvSpPr>
            <p:nvPr/>
          </p:nvSpPr>
          <p:spPr>
            <a:xfrm>
              <a:off x="2942469" y="3253251"/>
              <a:ext cx="178590" cy="178590"/>
            </a:xfrm>
            <a:prstGeom prst="rect">
              <a:avLst/>
            </a:prstGeom>
            <a:solidFill>
              <a:srgbClr val="F5AB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8" name="Rectangle 167">
              <a:extLst>
                <a:ext uri="{FF2B5EF4-FFF2-40B4-BE49-F238E27FC236}">
                  <a16:creationId xmlns:a16="http://schemas.microsoft.com/office/drawing/2014/main" id="{0785CF7D-F7AF-AB55-3B96-9EDFB5676F5F}"/>
                </a:ext>
              </a:extLst>
            </p:cNvPr>
            <p:cNvSpPr>
              <a:spLocks noChangeAspect="1"/>
            </p:cNvSpPr>
            <p:nvPr/>
          </p:nvSpPr>
          <p:spPr>
            <a:xfrm>
              <a:off x="2408030" y="3253251"/>
              <a:ext cx="178590" cy="178590"/>
            </a:xfrm>
            <a:prstGeom prst="rect">
              <a:avLst/>
            </a:prstGeom>
            <a:solidFill>
              <a:srgbClr val="70799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9" name="Rectangle 168">
              <a:extLst>
                <a:ext uri="{FF2B5EF4-FFF2-40B4-BE49-F238E27FC236}">
                  <a16:creationId xmlns:a16="http://schemas.microsoft.com/office/drawing/2014/main" id="{B5AEC5D2-1EE1-D577-5772-3B8AA3AA240E}"/>
                </a:ext>
              </a:extLst>
            </p:cNvPr>
            <p:cNvSpPr>
              <a:spLocks noChangeAspect="1"/>
            </p:cNvSpPr>
            <p:nvPr/>
          </p:nvSpPr>
          <p:spPr>
            <a:xfrm>
              <a:off x="2675251" y="3253251"/>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0" name="Rectangle 169">
              <a:extLst>
                <a:ext uri="{FF2B5EF4-FFF2-40B4-BE49-F238E27FC236}">
                  <a16:creationId xmlns:a16="http://schemas.microsoft.com/office/drawing/2014/main" id="{2C763F07-64E8-1C74-004B-CA97540D060C}"/>
                </a:ext>
              </a:extLst>
            </p:cNvPr>
            <p:cNvSpPr>
              <a:spLocks noChangeAspect="1"/>
            </p:cNvSpPr>
            <p:nvPr/>
          </p:nvSpPr>
          <p:spPr>
            <a:xfrm>
              <a:off x="2942469" y="3510029"/>
              <a:ext cx="178590" cy="178590"/>
            </a:xfrm>
            <a:prstGeom prst="rect">
              <a:avLst/>
            </a:prstGeom>
            <a:solidFill>
              <a:srgbClr val="00A76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1" name="Rectangle 170">
              <a:extLst>
                <a:ext uri="{FF2B5EF4-FFF2-40B4-BE49-F238E27FC236}">
                  <a16:creationId xmlns:a16="http://schemas.microsoft.com/office/drawing/2014/main" id="{CD109993-9D70-F790-9AC6-71DECA22B8A0}"/>
                </a:ext>
              </a:extLst>
            </p:cNvPr>
            <p:cNvSpPr>
              <a:spLocks noChangeAspect="1"/>
            </p:cNvSpPr>
            <p:nvPr/>
          </p:nvSpPr>
          <p:spPr>
            <a:xfrm>
              <a:off x="2408030"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2" name="Rectangle 171">
              <a:extLst>
                <a:ext uri="{FF2B5EF4-FFF2-40B4-BE49-F238E27FC236}">
                  <a16:creationId xmlns:a16="http://schemas.microsoft.com/office/drawing/2014/main" id="{B6ECEE6A-D960-014B-68B7-7F89F4113035}"/>
                </a:ext>
              </a:extLst>
            </p:cNvPr>
            <p:cNvSpPr>
              <a:spLocks noChangeAspect="1"/>
            </p:cNvSpPr>
            <p:nvPr/>
          </p:nvSpPr>
          <p:spPr>
            <a:xfrm>
              <a:off x="2675251"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3" name="Rectangle 172">
              <a:extLst>
                <a:ext uri="{FF2B5EF4-FFF2-40B4-BE49-F238E27FC236}">
                  <a16:creationId xmlns:a16="http://schemas.microsoft.com/office/drawing/2014/main" id="{31E81DC8-7A39-CCC9-C0EC-3FFBED0BBB13}"/>
                </a:ext>
              </a:extLst>
            </p:cNvPr>
            <p:cNvSpPr>
              <a:spLocks noChangeAspect="1"/>
            </p:cNvSpPr>
            <p:nvPr/>
          </p:nvSpPr>
          <p:spPr>
            <a:xfrm>
              <a:off x="2408030"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4" name="Rectangle 173">
              <a:extLst>
                <a:ext uri="{FF2B5EF4-FFF2-40B4-BE49-F238E27FC236}">
                  <a16:creationId xmlns:a16="http://schemas.microsoft.com/office/drawing/2014/main" id="{5A115E53-4F45-D6C3-FEA6-2680814461AE}"/>
                </a:ext>
              </a:extLst>
            </p:cNvPr>
            <p:cNvSpPr>
              <a:spLocks noChangeAspect="1"/>
            </p:cNvSpPr>
            <p:nvPr/>
          </p:nvSpPr>
          <p:spPr>
            <a:xfrm>
              <a:off x="2675251"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5" name="Rectangle 174">
              <a:extLst>
                <a:ext uri="{FF2B5EF4-FFF2-40B4-BE49-F238E27FC236}">
                  <a16:creationId xmlns:a16="http://schemas.microsoft.com/office/drawing/2014/main" id="{9B9D3A73-42D1-3756-C0F5-956B2A0256D9}"/>
                </a:ext>
              </a:extLst>
            </p:cNvPr>
            <p:cNvSpPr>
              <a:spLocks noChangeAspect="1"/>
            </p:cNvSpPr>
            <p:nvPr/>
          </p:nvSpPr>
          <p:spPr>
            <a:xfrm>
              <a:off x="2942469" y="3766806"/>
              <a:ext cx="178590" cy="178590"/>
            </a:xfrm>
            <a:prstGeom prst="rect">
              <a:avLst/>
            </a:prstGeom>
            <a:solidFill>
              <a:srgbClr val="006AC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grpSp>
      <p:grpSp>
        <p:nvGrpSpPr>
          <p:cNvPr id="6" name="Group 5">
            <a:extLst>
              <a:ext uri="{FF2B5EF4-FFF2-40B4-BE49-F238E27FC236}">
                <a16:creationId xmlns:a16="http://schemas.microsoft.com/office/drawing/2014/main" id="{DB56288F-C7F7-D460-1499-1585C70D3762}"/>
              </a:ext>
            </a:extLst>
          </p:cNvPr>
          <p:cNvGrpSpPr/>
          <p:nvPr/>
        </p:nvGrpSpPr>
        <p:grpSpPr>
          <a:xfrm>
            <a:off x="6356223" y="1525424"/>
            <a:ext cx="5375529" cy="1051560"/>
            <a:chOff x="6656163" y="1861015"/>
            <a:chExt cx="5375529" cy="1051560"/>
          </a:xfrm>
        </p:grpSpPr>
        <p:sp>
          <p:nvSpPr>
            <p:cNvPr id="5" name="Rectangle 4">
              <a:extLst>
                <a:ext uri="{FF2B5EF4-FFF2-40B4-BE49-F238E27FC236}">
                  <a16:creationId xmlns:a16="http://schemas.microsoft.com/office/drawing/2014/main" id="{5F231470-489E-EBF9-6ECA-FAF91F27F09F}"/>
                </a:ext>
              </a:extLst>
            </p:cNvPr>
            <p:cNvSpPr>
              <a:spLocks/>
            </p:cNvSpPr>
            <p:nvPr/>
          </p:nvSpPr>
          <p:spPr>
            <a:xfrm>
              <a:off x="6656163" y="1861015"/>
              <a:ext cx="1280160" cy="1051560"/>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100" b="1">
                  <a:solidFill>
                    <a:srgbClr val="FFFFFF"/>
                  </a:solidFill>
                </a:rPr>
                <a:t>Gartner Blue</a:t>
              </a:r>
            </a:p>
            <a:p>
              <a:endParaRPr lang="en-US" sz="1050">
                <a:solidFill>
                  <a:srgbClr val="FFFFFF"/>
                </a:solidFill>
              </a:endParaRPr>
            </a:p>
            <a:p>
              <a:endParaRPr lang="en-US" sz="1050">
                <a:solidFill>
                  <a:srgbClr val="FFFFFF"/>
                </a:solidFill>
              </a:endParaRPr>
            </a:p>
            <a:p>
              <a:endParaRPr lang="en-US" sz="1050">
                <a:solidFill>
                  <a:srgbClr val="FFFFFF"/>
                </a:solidFill>
              </a:endParaRPr>
            </a:p>
            <a:p>
              <a:r>
                <a:rPr lang="en-US" sz="1050">
                  <a:solidFill>
                    <a:srgbClr val="FFFFFF"/>
                  </a:solidFill>
                </a:rPr>
                <a:t>#002869</a:t>
              </a:r>
            </a:p>
            <a:p>
              <a:r>
                <a:rPr lang="en-US" sz="1050">
                  <a:solidFill>
                    <a:srgbClr val="FFFFFF"/>
                  </a:solidFill>
                </a:rPr>
                <a:t>R 0, G 40, B 105</a:t>
              </a:r>
            </a:p>
          </p:txBody>
        </p:sp>
        <p:sp>
          <p:nvSpPr>
            <p:cNvPr id="14" name="Rectangle 13">
              <a:extLst>
                <a:ext uri="{FF2B5EF4-FFF2-40B4-BE49-F238E27FC236}">
                  <a16:creationId xmlns:a16="http://schemas.microsoft.com/office/drawing/2014/main" id="{C4C23556-C0FB-AE3C-BC01-01962EC3A649}"/>
                </a:ext>
              </a:extLst>
            </p:cNvPr>
            <p:cNvSpPr>
              <a:spLocks/>
            </p:cNvSpPr>
            <p:nvPr/>
          </p:nvSpPr>
          <p:spPr>
            <a:xfrm>
              <a:off x="8021286" y="1861015"/>
              <a:ext cx="1280160" cy="1051560"/>
            </a:xfrm>
            <a:prstGeom prst="rect">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100" b="1">
                  <a:solidFill>
                    <a:srgbClr val="FFFFFF"/>
                  </a:solidFill>
                </a:rPr>
                <a:t>Cobalt</a:t>
              </a:r>
            </a:p>
            <a:p>
              <a:endParaRPr lang="en-US" sz="1050">
                <a:solidFill>
                  <a:srgbClr val="FFFFFF"/>
                </a:solidFill>
              </a:endParaRPr>
            </a:p>
            <a:p>
              <a:endParaRPr lang="en-US" sz="1050">
                <a:solidFill>
                  <a:srgbClr val="FFFFFF"/>
                </a:solidFill>
              </a:endParaRPr>
            </a:p>
            <a:p>
              <a:endParaRPr lang="en-US" sz="1050">
                <a:solidFill>
                  <a:srgbClr val="FFFFFF"/>
                </a:solidFill>
              </a:endParaRPr>
            </a:p>
            <a:p>
              <a:r>
                <a:rPr lang="en-US" sz="1050">
                  <a:solidFill>
                    <a:srgbClr val="FFFFFF"/>
                  </a:solidFill>
                </a:rPr>
                <a:t>#0057AF</a:t>
              </a:r>
            </a:p>
            <a:p>
              <a:r>
                <a:rPr lang="en-US" sz="1050">
                  <a:solidFill>
                    <a:srgbClr val="FFFFFF"/>
                  </a:solidFill>
                </a:rPr>
                <a:t>R 0, G 87, B 175</a:t>
              </a:r>
            </a:p>
          </p:txBody>
        </p:sp>
        <p:sp>
          <p:nvSpPr>
            <p:cNvPr id="15" name="Rectangle 14">
              <a:extLst>
                <a:ext uri="{FF2B5EF4-FFF2-40B4-BE49-F238E27FC236}">
                  <a16:creationId xmlns:a16="http://schemas.microsoft.com/office/drawing/2014/main" id="{F6BC34C0-4587-1CDD-965F-FBC9BAE12BBF}"/>
                </a:ext>
              </a:extLst>
            </p:cNvPr>
            <p:cNvSpPr>
              <a:spLocks/>
            </p:cNvSpPr>
            <p:nvPr/>
          </p:nvSpPr>
          <p:spPr>
            <a:xfrm>
              <a:off x="9386409" y="1861015"/>
              <a:ext cx="1280160" cy="105156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100" b="1">
                  <a:solidFill>
                    <a:srgbClr val="FFFFFF"/>
                  </a:solidFill>
                </a:rPr>
                <a:t>Opal</a:t>
              </a:r>
            </a:p>
            <a:p>
              <a:endParaRPr lang="en-US" sz="1050">
                <a:solidFill>
                  <a:srgbClr val="FFFFFF"/>
                </a:solidFill>
              </a:endParaRPr>
            </a:p>
            <a:p>
              <a:endParaRPr lang="en-US" sz="1050">
                <a:solidFill>
                  <a:srgbClr val="FFFFFF"/>
                </a:solidFill>
              </a:endParaRPr>
            </a:p>
            <a:p>
              <a:endParaRPr lang="en-US" sz="1050">
                <a:solidFill>
                  <a:srgbClr val="FFFFFF"/>
                </a:solidFill>
              </a:endParaRPr>
            </a:p>
            <a:p>
              <a:r>
                <a:rPr lang="en-US" sz="1050">
                  <a:solidFill>
                    <a:srgbClr val="FFFFFF"/>
                  </a:solidFill>
                </a:rPr>
                <a:t>#1F96FF</a:t>
              </a:r>
            </a:p>
            <a:p>
              <a:r>
                <a:rPr lang="en-US" sz="1050">
                  <a:solidFill>
                    <a:srgbClr val="FFFFFF"/>
                  </a:solidFill>
                </a:rPr>
                <a:t>R 31, G 150, B 255</a:t>
              </a:r>
            </a:p>
          </p:txBody>
        </p:sp>
        <p:sp>
          <p:nvSpPr>
            <p:cNvPr id="13" name="Rectangle 12">
              <a:extLst>
                <a:ext uri="{FF2B5EF4-FFF2-40B4-BE49-F238E27FC236}">
                  <a16:creationId xmlns:a16="http://schemas.microsoft.com/office/drawing/2014/main" id="{3A14A25B-CE43-FF7A-AACC-C61EEE4C74CC}"/>
                </a:ext>
              </a:extLst>
            </p:cNvPr>
            <p:cNvSpPr>
              <a:spLocks/>
            </p:cNvSpPr>
            <p:nvPr/>
          </p:nvSpPr>
          <p:spPr>
            <a:xfrm>
              <a:off x="10751532" y="1861015"/>
              <a:ext cx="1280160" cy="1051560"/>
            </a:xfrm>
            <a:prstGeom prst="rect">
              <a:avLst/>
            </a:prstGeom>
            <a:solidFill>
              <a:srgbClr val="B8D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100" b="1">
                  <a:solidFill>
                    <a:srgbClr val="000000"/>
                  </a:solidFill>
                </a:rPr>
                <a:t>Moonstone</a:t>
              </a:r>
            </a:p>
            <a:p>
              <a:endParaRPr lang="en-US" sz="1050">
                <a:solidFill>
                  <a:srgbClr val="000000"/>
                </a:solidFill>
              </a:endParaRPr>
            </a:p>
            <a:p>
              <a:endParaRPr lang="en-US" sz="1050">
                <a:solidFill>
                  <a:srgbClr val="000000"/>
                </a:solidFill>
              </a:endParaRPr>
            </a:p>
            <a:p>
              <a:endParaRPr lang="en-US" sz="1050">
                <a:solidFill>
                  <a:srgbClr val="000000"/>
                </a:solidFill>
              </a:endParaRPr>
            </a:p>
            <a:p>
              <a:r>
                <a:rPr lang="en-US" sz="1050">
                  <a:solidFill>
                    <a:srgbClr val="000000"/>
                  </a:solidFill>
                </a:rPr>
                <a:t>#B8DEFF</a:t>
              </a:r>
            </a:p>
            <a:p>
              <a:r>
                <a:rPr lang="en-US" sz="1050">
                  <a:solidFill>
                    <a:srgbClr val="000000"/>
                  </a:solidFill>
                </a:rPr>
                <a:t>R 184, G 222, B 255</a:t>
              </a:r>
            </a:p>
          </p:txBody>
        </p:sp>
      </p:grpSp>
      <p:sp>
        <p:nvSpPr>
          <p:cNvPr id="69" name="TextBox 68">
            <a:extLst>
              <a:ext uri="{FF2B5EF4-FFF2-40B4-BE49-F238E27FC236}">
                <a16:creationId xmlns:a16="http://schemas.microsoft.com/office/drawing/2014/main" id="{30D460DA-E3B9-E397-D93E-2E7C8907818E}"/>
              </a:ext>
            </a:extLst>
          </p:cNvPr>
          <p:cNvSpPr txBox="1"/>
          <p:nvPr/>
        </p:nvSpPr>
        <p:spPr>
          <a:xfrm>
            <a:off x="463423" y="868680"/>
            <a:ext cx="11274552" cy="307777"/>
          </a:xfrm>
          <a:prstGeom prst="rect">
            <a:avLst/>
          </a:prstGeom>
          <a:noFill/>
        </p:spPr>
        <p:txBody>
          <a:bodyPr wrap="square" lIns="0" tIns="0" rIns="0" bIns="0">
            <a:spAutoFit/>
          </a:bodyPr>
          <a:lstStyle/>
          <a:p>
            <a:r>
              <a:rPr lang="en-US" sz="2000">
                <a:solidFill>
                  <a:srgbClr val="0057AF"/>
                </a:solidFill>
              </a:rPr>
              <a:t>Primary digital colors</a:t>
            </a:r>
          </a:p>
        </p:txBody>
      </p:sp>
      <p:cxnSp>
        <p:nvCxnSpPr>
          <p:cNvPr id="23" name="Straight Connector 22">
            <a:extLst>
              <a:ext uri="{FF2B5EF4-FFF2-40B4-BE49-F238E27FC236}">
                <a16:creationId xmlns:a16="http://schemas.microsoft.com/office/drawing/2014/main" id="{F2045C99-5485-E08D-3AA8-733E360CE56E}"/>
              </a:ext>
            </a:extLst>
          </p:cNvPr>
          <p:cNvCxnSpPr>
            <a:cxnSpLocks/>
          </p:cNvCxnSpPr>
          <p:nvPr/>
        </p:nvCxnSpPr>
        <p:spPr>
          <a:xfrm flipH="1">
            <a:off x="6581409" y="3146824"/>
            <a:ext cx="704850"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D74C9B6-E4FF-E321-962C-C3DD588A1B6C}"/>
              </a:ext>
            </a:extLst>
          </p:cNvPr>
          <p:cNvCxnSpPr>
            <a:cxnSpLocks/>
          </p:cNvCxnSpPr>
          <p:nvPr/>
        </p:nvCxnSpPr>
        <p:spPr>
          <a:xfrm flipH="1">
            <a:off x="6356223" y="2681264"/>
            <a:ext cx="4010406"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76" name="Freeform: Shape 75">
            <a:extLst>
              <a:ext uri="{FF2B5EF4-FFF2-40B4-BE49-F238E27FC236}">
                <a16:creationId xmlns:a16="http://schemas.microsoft.com/office/drawing/2014/main" id="{594600FE-F7DD-9F16-A3B3-8075D928E04A}"/>
              </a:ext>
            </a:extLst>
          </p:cNvPr>
          <p:cNvSpPr/>
          <p:nvPr/>
        </p:nvSpPr>
        <p:spPr>
          <a:xfrm>
            <a:off x="6933834" y="2680686"/>
            <a:ext cx="1349375" cy="463655"/>
          </a:xfrm>
          <a:custGeom>
            <a:avLst/>
            <a:gdLst>
              <a:gd name="connsiteX0" fmla="*/ 1485900 w 1485900"/>
              <a:gd name="connsiteY0" fmla="*/ 0 h 558800"/>
              <a:gd name="connsiteX1" fmla="*/ 1485900 w 1485900"/>
              <a:gd name="connsiteY1" fmla="*/ 276225 h 558800"/>
              <a:gd name="connsiteX2" fmla="*/ 0 w 1485900"/>
              <a:gd name="connsiteY2" fmla="*/ 276225 h 558800"/>
              <a:gd name="connsiteX3" fmla="*/ 0 w 1485900"/>
              <a:gd name="connsiteY3" fmla="*/ 558800 h 558800"/>
            </a:gdLst>
            <a:ahLst/>
            <a:cxnLst>
              <a:cxn ang="0">
                <a:pos x="connsiteX0" y="connsiteY0"/>
              </a:cxn>
              <a:cxn ang="0">
                <a:pos x="connsiteX1" y="connsiteY1"/>
              </a:cxn>
              <a:cxn ang="0">
                <a:pos x="connsiteX2" y="connsiteY2"/>
              </a:cxn>
              <a:cxn ang="0">
                <a:pos x="connsiteX3" y="connsiteY3"/>
              </a:cxn>
            </a:cxnLst>
            <a:rect l="l" t="t" r="r" b="b"/>
            <a:pathLst>
              <a:path w="1485900" h="558800">
                <a:moveTo>
                  <a:pt x="1485900" y="0"/>
                </a:moveTo>
                <a:lnTo>
                  <a:pt x="1485900" y="276225"/>
                </a:lnTo>
                <a:lnTo>
                  <a:pt x="0" y="276225"/>
                </a:lnTo>
                <a:lnTo>
                  <a:pt x="0" y="558800"/>
                </a:lnTo>
              </a:path>
            </a:pathLst>
          </a:custGeom>
          <a:ln w="19050">
            <a:solidFill>
              <a:srgbClr val="70799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E803D6D5-8AF6-2289-49A0-A0A1ABC91D08}"/>
              </a:ext>
            </a:extLst>
          </p:cNvPr>
          <p:cNvCxnSpPr>
            <a:cxnSpLocks/>
          </p:cNvCxnSpPr>
          <p:nvPr/>
        </p:nvCxnSpPr>
        <p:spPr>
          <a:xfrm flipH="1">
            <a:off x="8194566" y="3146824"/>
            <a:ext cx="168018"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A22D097-9A91-B938-81A6-318A17F065BE}"/>
              </a:ext>
            </a:extLst>
          </p:cNvPr>
          <p:cNvCxnSpPr>
            <a:cxnSpLocks/>
          </p:cNvCxnSpPr>
          <p:nvPr/>
        </p:nvCxnSpPr>
        <p:spPr>
          <a:xfrm flipH="1">
            <a:off x="10451592" y="2681264"/>
            <a:ext cx="1280160" cy="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91" name="Freeform: Shape 90">
            <a:extLst>
              <a:ext uri="{FF2B5EF4-FFF2-40B4-BE49-F238E27FC236}">
                <a16:creationId xmlns:a16="http://schemas.microsoft.com/office/drawing/2014/main" id="{E8A9ED81-4DCE-F523-AE49-DEC2466157D2}"/>
              </a:ext>
            </a:extLst>
          </p:cNvPr>
          <p:cNvSpPr/>
          <p:nvPr/>
        </p:nvSpPr>
        <p:spPr>
          <a:xfrm>
            <a:off x="8283209" y="2680687"/>
            <a:ext cx="2765326" cy="463654"/>
          </a:xfrm>
          <a:custGeom>
            <a:avLst/>
            <a:gdLst>
              <a:gd name="connsiteX0" fmla="*/ 2870200 w 2870200"/>
              <a:gd name="connsiteY0" fmla="*/ 0 h 561975"/>
              <a:gd name="connsiteX1" fmla="*/ 2870200 w 2870200"/>
              <a:gd name="connsiteY1" fmla="*/ 460375 h 561975"/>
              <a:gd name="connsiteX2" fmla="*/ 0 w 2870200"/>
              <a:gd name="connsiteY2" fmla="*/ 460375 h 561975"/>
              <a:gd name="connsiteX3" fmla="*/ 0 w 2870200"/>
              <a:gd name="connsiteY3" fmla="*/ 561975 h 561975"/>
            </a:gdLst>
            <a:ahLst/>
            <a:cxnLst>
              <a:cxn ang="0">
                <a:pos x="connsiteX0" y="connsiteY0"/>
              </a:cxn>
              <a:cxn ang="0">
                <a:pos x="connsiteX1" y="connsiteY1"/>
              </a:cxn>
              <a:cxn ang="0">
                <a:pos x="connsiteX2" y="connsiteY2"/>
              </a:cxn>
              <a:cxn ang="0">
                <a:pos x="connsiteX3" y="connsiteY3"/>
              </a:cxn>
            </a:cxnLst>
            <a:rect l="l" t="t" r="r" b="b"/>
            <a:pathLst>
              <a:path w="2870200" h="561975">
                <a:moveTo>
                  <a:pt x="2870200" y="0"/>
                </a:moveTo>
                <a:lnTo>
                  <a:pt x="2870200" y="460375"/>
                </a:lnTo>
                <a:lnTo>
                  <a:pt x="0" y="460375"/>
                </a:lnTo>
                <a:lnTo>
                  <a:pt x="0" y="561975"/>
                </a:lnTo>
              </a:path>
            </a:pathLst>
          </a:custGeom>
          <a:ln w="19050">
            <a:solidFill>
              <a:srgbClr val="70799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63579341"/>
      </p:ext>
    </p:extLst>
  </p:cSld>
  <p:clrMapOvr>
    <a:masterClrMapping/>
  </p:clrMapOvr>
  <mc:AlternateContent xmlns:mc="http://schemas.openxmlformats.org/markup-compatibility/2006" xmlns:p14="http://schemas.microsoft.com/office/powerpoint/2010/main">
    <mc:Choice Requires="p14">
      <p:transition p14:dur="0"/>
    </mc:Choice>
    <mc:Fallback xmlns:a16="http://schemas.microsoft.com/office/drawing/2014/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A8F8A41-1043-4827-924D-1227B75E818B}"/>
              </a:ext>
            </a:extLst>
          </p:cNvPr>
          <p:cNvSpPr>
            <a:spLocks noGrp="1"/>
          </p:cNvSpPr>
          <p:nvPr>
            <p:ph type="title"/>
          </p:nvPr>
        </p:nvSpPr>
        <p:spPr/>
        <p:txBody>
          <a:bodyPr/>
          <a:lstStyle/>
          <a:p>
            <a:r>
              <a:rPr lang="en-US"/>
              <a:t>Color: Utility Palette</a:t>
            </a:r>
          </a:p>
        </p:txBody>
      </p:sp>
      <p:sp>
        <p:nvSpPr>
          <p:cNvPr id="3" name="Content Placeholder">
            <a:extLst>
              <a:ext uri="{FF2B5EF4-FFF2-40B4-BE49-F238E27FC236}">
                <a16:creationId xmlns:a16="http://schemas.microsoft.com/office/drawing/2014/main" id="{DB24E53F-CC61-40B3-BB6C-D34C9BF8438F}"/>
              </a:ext>
            </a:extLst>
          </p:cNvPr>
          <p:cNvSpPr>
            <a:spLocks noGrp="1"/>
          </p:cNvSpPr>
          <p:nvPr>
            <p:ph sz="half" idx="1"/>
          </p:nvPr>
        </p:nvSpPr>
        <p:spPr>
          <a:xfrm>
            <a:off x="457200" y="1079576"/>
            <a:ext cx="5495544" cy="4462272"/>
          </a:xfrm>
        </p:spPr>
        <p:txBody>
          <a:bodyPr vert="horz" lIns="0" tIns="0" rIns="0" bIns="0" rtlCol="0" anchor="t">
            <a:noAutofit/>
          </a:bodyPr>
          <a:lstStyle/>
          <a:p>
            <a:pPr marL="0" indent="0">
              <a:buNone/>
            </a:pPr>
            <a:r>
              <a:rPr lang="en-US"/>
              <a:t>Use the following colors only for the purposes labeled: text, labels, backgrounds, highlighting key take-aways, indicating success/failure, increase/decrease and borders. Do not use these colors for any other purpose.</a:t>
            </a:r>
          </a:p>
          <a:p>
            <a:pPr marL="337820" indent="-337820">
              <a:buFont typeface="+mj-lt"/>
              <a:buAutoNum type="arabicPeriod"/>
            </a:pPr>
            <a:r>
              <a:rPr lang="en-US"/>
              <a:t>Use Gray for lines and borders and </a:t>
            </a:r>
            <a:br>
              <a:rPr lang="en-US"/>
            </a:br>
            <a:r>
              <a:rPr lang="en-US"/>
              <a:t>Crystal for backgrounds.</a:t>
            </a:r>
          </a:p>
          <a:p>
            <a:pPr marL="337820" indent="-337820">
              <a:buFont typeface="+mj-lt"/>
              <a:buAutoNum type="arabicPeriod"/>
            </a:pPr>
            <a:r>
              <a:rPr lang="en-US"/>
              <a:t>The red, yellow and green can also </a:t>
            </a:r>
            <a:br>
              <a:rPr lang="en-US"/>
            </a:br>
            <a:r>
              <a:rPr lang="en-US"/>
              <a:t>be used for utility purposes in research </a:t>
            </a:r>
            <a:br>
              <a:rPr lang="en-US"/>
            </a:br>
            <a:r>
              <a:rPr lang="en-US"/>
              <a:t>graphics for heat maps, traffic lights, etc. </a:t>
            </a:r>
          </a:p>
          <a:p>
            <a:pPr marL="337820" indent="-337820">
              <a:buFont typeface="+mj-lt"/>
              <a:buAutoNum type="arabicPeriod"/>
            </a:pPr>
            <a:r>
              <a:rPr lang="en-US"/>
              <a:t>Use Link Blue for hyperlinks (color should automatically be applied after adding a hyperlink).</a:t>
            </a:r>
          </a:p>
        </p:txBody>
      </p:sp>
      <p:grpSp>
        <p:nvGrpSpPr>
          <p:cNvPr id="75" name="Group 74">
            <a:extLst>
              <a:ext uri="{FF2B5EF4-FFF2-40B4-BE49-F238E27FC236}">
                <a16:creationId xmlns:a16="http://schemas.microsoft.com/office/drawing/2014/main" id="{1CF37360-740E-13A2-C497-88B3A40CA318}"/>
              </a:ext>
            </a:extLst>
          </p:cNvPr>
          <p:cNvGrpSpPr/>
          <p:nvPr/>
        </p:nvGrpSpPr>
        <p:grpSpPr>
          <a:xfrm>
            <a:off x="8496486" y="4506991"/>
            <a:ext cx="388014" cy="274320"/>
            <a:chOff x="8802681" y="4612857"/>
            <a:chExt cx="388014" cy="274320"/>
          </a:xfrm>
        </p:grpSpPr>
        <p:cxnSp>
          <p:nvCxnSpPr>
            <p:cNvPr id="21" name="Straight Connector 20">
              <a:extLst>
                <a:ext uri="{FF2B5EF4-FFF2-40B4-BE49-F238E27FC236}">
                  <a16:creationId xmlns:a16="http://schemas.microsoft.com/office/drawing/2014/main" id="{81841433-96C2-4AB4-A490-15F9768AD15A}"/>
                </a:ext>
              </a:extLst>
            </p:cNvPr>
            <p:cNvCxnSpPr>
              <a:cxnSpLocks/>
            </p:cNvCxnSpPr>
            <p:nvPr/>
          </p:nvCxnSpPr>
          <p:spPr>
            <a:xfrm flipH="1">
              <a:off x="8808655" y="4750017"/>
              <a:ext cx="124389" cy="0"/>
            </a:xfrm>
            <a:prstGeom prst="line">
              <a:avLst/>
            </a:prstGeom>
            <a:ln w="19050">
              <a:solidFill>
                <a:srgbClr val="707996"/>
              </a:solidFill>
              <a:headEnd type="none" w="lg"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AE687A3-BA32-E87A-BF98-CDCD78456A15}"/>
                </a:ext>
              </a:extLst>
            </p:cNvPr>
            <p:cNvCxnSpPr>
              <a:cxnSpLocks/>
            </p:cNvCxnSpPr>
            <p:nvPr/>
          </p:nvCxnSpPr>
          <p:spPr>
            <a:xfrm>
              <a:off x="8802681" y="4654767"/>
              <a:ext cx="0" cy="19050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sp>
          <p:nvSpPr>
            <p:cNvPr id="56" name="Shape 14">
              <a:extLst>
                <a:ext uri="{FF2B5EF4-FFF2-40B4-BE49-F238E27FC236}">
                  <a16:creationId xmlns:a16="http://schemas.microsoft.com/office/drawing/2014/main" id="{B03D6A3C-C438-41AF-803C-98A30DBDEBC8}"/>
                </a:ext>
              </a:extLst>
            </p:cNvPr>
            <p:cNvSpPr>
              <a:spLocks noChangeAspect="1"/>
            </p:cNvSpPr>
            <p:nvPr/>
          </p:nvSpPr>
          <p:spPr>
            <a:xfrm>
              <a:off x="8916375" y="4612857"/>
              <a:ext cx="274320" cy="274320"/>
            </a:xfrm>
            <a:prstGeom prst="ellipse">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rgbClr val="FFFFFF"/>
                  </a:solidFill>
                </a:rPr>
                <a:t>3</a:t>
              </a:r>
            </a:p>
          </p:txBody>
        </p:sp>
      </p:grpSp>
      <p:grpSp>
        <p:nvGrpSpPr>
          <p:cNvPr id="74" name="Group 73">
            <a:extLst>
              <a:ext uri="{FF2B5EF4-FFF2-40B4-BE49-F238E27FC236}">
                <a16:creationId xmlns:a16="http://schemas.microsoft.com/office/drawing/2014/main" id="{F1887703-FFFC-CBF3-336C-7DD7A4BB4E37}"/>
              </a:ext>
            </a:extLst>
          </p:cNvPr>
          <p:cNvGrpSpPr/>
          <p:nvPr/>
        </p:nvGrpSpPr>
        <p:grpSpPr>
          <a:xfrm>
            <a:off x="8496486" y="3791589"/>
            <a:ext cx="388014" cy="685800"/>
            <a:chOff x="8802681" y="3897455"/>
            <a:chExt cx="388014" cy="685800"/>
          </a:xfrm>
        </p:grpSpPr>
        <p:sp>
          <p:nvSpPr>
            <p:cNvPr id="10" name="Shape 3">
              <a:extLst>
                <a:ext uri="{FF2B5EF4-FFF2-40B4-BE49-F238E27FC236}">
                  <a16:creationId xmlns:a16="http://schemas.microsoft.com/office/drawing/2014/main" id="{D9EA6C6B-DB53-4294-81A7-762E64FEE96D}"/>
                </a:ext>
              </a:extLst>
            </p:cNvPr>
            <p:cNvSpPr>
              <a:spLocks noChangeAspect="1"/>
            </p:cNvSpPr>
            <p:nvPr/>
          </p:nvSpPr>
          <p:spPr>
            <a:xfrm>
              <a:off x="8916375" y="4103195"/>
              <a:ext cx="274320" cy="274320"/>
            </a:xfrm>
            <a:prstGeom prst="ellipse">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rgbClr val="FFFFFF"/>
                  </a:solidFill>
                </a:rPr>
                <a:t>2</a:t>
              </a:r>
            </a:p>
          </p:txBody>
        </p:sp>
        <p:cxnSp>
          <p:nvCxnSpPr>
            <p:cNvPr id="147" name="Straight Connector 146">
              <a:extLst>
                <a:ext uri="{FF2B5EF4-FFF2-40B4-BE49-F238E27FC236}">
                  <a16:creationId xmlns:a16="http://schemas.microsoft.com/office/drawing/2014/main" id="{7A04AE06-2093-FBBD-391F-C5955F2668DB}"/>
                </a:ext>
              </a:extLst>
            </p:cNvPr>
            <p:cNvCxnSpPr>
              <a:cxnSpLocks/>
            </p:cNvCxnSpPr>
            <p:nvPr/>
          </p:nvCxnSpPr>
          <p:spPr>
            <a:xfrm>
              <a:off x="8802681" y="3897455"/>
              <a:ext cx="0" cy="685800"/>
            </a:xfrm>
            <a:prstGeom prst="line">
              <a:avLst/>
            </a:prstGeom>
            <a:ln w="19050">
              <a:solidFill>
                <a:srgbClr val="707996"/>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59F54EC-F0CD-8C93-47B7-6F496A314080}"/>
                </a:ext>
              </a:extLst>
            </p:cNvPr>
            <p:cNvCxnSpPr>
              <a:cxnSpLocks/>
            </p:cNvCxnSpPr>
            <p:nvPr/>
          </p:nvCxnSpPr>
          <p:spPr>
            <a:xfrm flipH="1">
              <a:off x="8808655" y="4240355"/>
              <a:ext cx="124389" cy="0"/>
            </a:xfrm>
            <a:prstGeom prst="line">
              <a:avLst/>
            </a:prstGeom>
            <a:ln w="19050">
              <a:solidFill>
                <a:srgbClr val="707996"/>
              </a:solidFill>
              <a:headEnd type="none" w="lg"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0890BB14-EBAB-D1F3-1FC7-00F03289FECD}"/>
              </a:ext>
            </a:extLst>
          </p:cNvPr>
          <p:cNvGrpSpPr/>
          <p:nvPr/>
        </p:nvGrpSpPr>
        <p:grpSpPr>
          <a:xfrm>
            <a:off x="6435879" y="1103516"/>
            <a:ext cx="5306544" cy="4407094"/>
            <a:chOff x="6542115" y="788941"/>
            <a:chExt cx="5340096" cy="5346939"/>
          </a:xfrm>
        </p:grpSpPr>
        <p:sp>
          <p:nvSpPr>
            <p:cNvPr id="94" name="Rectangle 93">
              <a:extLst>
                <a:ext uri="{FF2B5EF4-FFF2-40B4-BE49-F238E27FC236}">
                  <a16:creationId xmlns:a16="http://schemas.microsoft.com/office/drawing/2014/main" id="{D58E8741-9C70-80CE-7D1C-1846652B9561}"/>
                </a:ext>
              </a:extLst>
            </p:cNvPr>
            <p:cNvSpPr>
              <a:spLocks noChangeAspect="1"/>
            </p:cNvSpPr>
            <p:nvPr/>
          </p:nvSpPr>
          <p:spPr>
            <a:xfrm>
              <a:off x="6542115" y="2142253"/>
              <a:ext cx="1280160" cy="1280160"/>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000000"/>
                  </a:solidFill>
                </a:rPr>
                <a:t>Crystal</a:t>
              </a:r>
            </a:p>
            <a:p>
              <a:r>
                <a:rPr lang="en-US" sz="1050">
                  <a:solidFill>
                    <a:srgbClr val="000000"/>
                  </a:solidFill>
                </a:rPr>
                <a:t>backgrounds only</a:t>
              </a:r>
            </a:p>
            <a:p>
              <a:endParaRPr lang="en-US" sz="1050">
                <a:solidFill>
                  <a:srgbClr val="000000"/>
                </a:solidFill>
              </a:endParaRPr>
            </a:p>
            <a:p>
              <a:endParaRPr lang="en-US" sz="1050">
                <a:solidFill>
                  <a:srgbClr val="000000"/>
                </a:solidFill>
              </a:endParaRPr>
            </a:p>
            <a:p>
              <a:r>
                <a:rPr lang="en-US" sz="1050">
                  <a:solidFill>
                    <a:srgbClr val="000000"/>
                  </a:solidFill>
                </a:rPr>
                <a:t>#E0F1FF</a:t>
              </a:r>
            </a:p>
            <a:p>
              <a:r>
                <a:rPr lang="en-US" sz="1050">
                  <a:solidFill>
                    <a:srgbClr val="000000"/>
                  </a:solidFill>
                </a:rPr>
                <a:t>R 224, G 241, B 255</a:t>
              </a:r>
            </a:p>
          </p:txBody>
        </p:sp>
        <p:sp>
          <p:nvSpPr>
            <p:cNvPr id="95" name="Rectangle 94">
              <a:extLst>
                <a:ext uri="{FF2B5EF4-FFF2-40B4-BE49-F238E27FC236}">
                  <a16:creationId xmlns:a16="http://schemas.microsoft.com/office/drawing/2014/main" id="{E903BE1F-EE80-BDC5-8BA3-491FF62A47D3}"/>
                </a:ext>
              </a:extLst>
            </p:cNvPr>
            <p:cNvSpPr>
              <a:spLocks noChangeAspect="1"/>
            </p:cNvSpPr>
            <p:nvPr/>
          </p:nvSpPr>
          <p:spPr>
            <a:xfrm>
              <a:off x="7895427" y="788941"/>
              <a:ext cx="1280160" cy="1280160"/>
            </a:xfrm>
            <a:prstGeom prst="rect">
              <a:avLst/>
            </a:prstGeom>
            <a:solidFill>
              <a:srgbClr val="E3613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000000"/>
                  </a:solidFill>
                </a:rPr>
                <a:t>Sunstone</a:t>
              </a:r>
            </a:p>
            <a:p>
              <a:r>
                <a:rPr lang="en-US" sz="1050">
                  <a:solidFill>
                    <a:srgbClr val="000000"/>
                  </a:solidFill>
                </a:rPr>
                <a:t>highlights only</a:t>
              </a:r>
            </a:p>
            <a:p>
              <a:endParaRPr lang="en-US" sz="1050">
                <a:solidFill>
                  <a:srgbClr val="000000"/>
                </a:solidFill>
              </a:endParaRPr>
            </a:p>
            <a:p>
              <a:endParaRPr lang="en-US" sz="1050">
                <a:solidFill>
                  <a:srgbClr val="000000"/>
                </a:solidFill>
              </a:endParaRPr>
            </a:p>
            <a:p>
              <a:r>
                <a:rPr lang="en-US" sz="1050">
                  <a:solidFill>
                    <a:srgbClr val="000000"/>
                  </a:solidFill>
                </a:rPr>
                <a:t>#E36135</a:t>
              </a:r>
            </a:p>
            <a:p>
              <a:r>
                <a:rPr lang="en-US" sz="1050">
                  <a:solidFill>
                    <a:srgbClr val="000000"/>
                  </a:solidFill>
                </a:rPr>
                <a:t>R 227, G 97, B 53</a:t>
              </a:r>
            </a:p>
          </p:txBody>
        </p:sp>
        <p:sp>
          <p:nvSpPr>
            <p:cNvPr id="96" name="Rectangle 95">
              <a:extLst>
                <a:ext uri="{FF2B5EF4-FFF2-40B4-BE49-F238E27FC236}">
                  <a16:creationId xmlns:a16="http://schemas.microsoft.com/office/drawing/2014/main" id="{A7924580-90F4-241D-473D-274B6B28B0A1}"/>
                </a:ext>
              </a:extLst>
            </p:cNvPr>
            <p:cNvSpPr>
              <a:spLocks noChangeAspect="1"/>
            </p:cNvSpPr>
            <p:nvPr/>
          </p:nvSpPr>
          <p:spPr>
            <a:xfrm>
              <a:off x="7895427" y="2142253"/>
              <a:ext cx="1280160" cy="1280160"/>
            </a:xfrm>
            <a:prstGeom prst="rect">
              <a:avLst/>
            </a:prstGeom>
            <a:solidFill>
              <a:srgbClr val="70799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FFFFFF"/>
                  </a:solidFill>
                </a:rPr>
                <a:t>Border Gray </a:t>
              </a:r>
            </a:p>
            <a:p>
              <a:r>
                <a:rPr lang="en-US" sz="1100">
                  <a:solidFill>
                    <a:srgbClr val="FFFFFF"/>
                  </a:solidFill>
                </a:rPr>
                <a:t>lines and rules</a:t>
              </a:r>
            </a:p>
            <a:p>
              <a:endParaRPr lang="en-US" sz="1050">
                <a:solidFill>
                  <a:srgbClr val="FFFFFF"/>
                </a:solidFill>
              </a:endParaRPr>
            </a:p>
            <a:p>
              <a:endParaRPr lang="en-US" sz="1050">
                <a:solidFill>
                  <a:srgbClr val="FFFFFF"/>
                </a:solidFill>
              </a:endParaRPr>
            </a:p>
            <a:p>
              <a:r>
                <a:rPr lang="en-US" sz="1050">
                  <a:solidFill>
                    <a:srgbClr val="FFFFFF"/>
                  </a:solidFill>
                </a:rPr>
                <a:t>#707996</a:t>
              </a:r>
            </a:p>
            <a:p>
              <a:r>
                <a:rPr lang="en-US" sz="1050">
                  <a:solidFill>
                    <a:srgbClr val="FFFFFF"/>
                  </a:solidFill>
                </a:rPr>
                <a:t>R 112, G 121, B 150</a:t>
              </a:r>
            </a:p>
          </p:txBody>
        </p:sp>
        <p:sp>
          <p:nvSpPr>
            <p:cNvPr id="97" name="Rectangle 96">
              <a:extLst>
                <a:ext uri="{FF2B5EF4-FFF2-40B4-BE49-F238E27FC236}">
                  <a16:creationId xmlns:a16="http://schemas.microsoft.com/office/drawing/2014/main" id="{153D8C05-DA93-4CAB-32BC-AB69A726B850}"/>
                </a:ext>
              </a:extLst>
            </p:cNvPr>
            <p:cNvSpPr>
              <a:spLocks noChangeAspect="1"/>
            </p:cNvSpPr>
            <p:nvPr/>
          </p:nvSpPr>
          <p:spPr>
            <a:xfrm>
              <a:off x="9248739" y="788941"/>
              <a:ext cx="1280160" cy="1280160"/>
            </a:xfrm>
            <a:prstGeom prst="rect">
              <a:avLst/>
            </a:prstGeom>
            <a:solidFill>
              <a:srgbClr val="00002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FFFFFF"/>
                  </a:solidFill>
                </a:rPr>
                <a:t>Onyx</a:t>
              </a:r>
            </a:p>
            <a:p>
              <a:r>
                <a:rPr lang="en-US" sz="1050">
                  <a:solidFill>
                    <a:srgbClr val="FFFFFF"/>
                  </a:solidFill>
                </a:rPr>
                <a:t>text and labels</a:t>
              </a:r>
            </a:p>
            <a:p>
              <a:endParaRPr lang="en-US" sz="1050">
                <a:solidFill>
                  <a:srgbClr val="FFFFFF"/>
                </a:solidFill>
              </a:endParaRPr>
            </a:p>
            <a:p>
              <a:endParaRPr lang="en-US" sz="1050">
                <a:solidFill>
                  <a:srgbClr val="FFFFFF"/>
                </a:solidFill>
              </a:endParaRPr>
            </a:p>
            <a:p>
              <a:r>
                <a:rPr lang="en-US" sz="1050">
                  <a:solidFill>
                    <a:srgbClr val="FFFFFF"/>
                  </a:solidFill>
                </a:rPr>
                <a:t>#00002D</a:t>
              </a:r>
            </a:p>
            <a:p>
              <a:r>
                <a:rPr lang="en-US" sz="1050">
                  <a:solidFill>
                    <a:srgbClr val="FFFFFF"/>
                  </a:solidFill>
                </a:rPr>
                <a:t>R 0, G 0, B 45</a:t>
              </a:r>
            </a:p>
          </p:txBody>
        </p:sp>
        <p:sp>
          <p:nvSpPr>
            <p:cNvPr id="98" name="Rectangle 97">
              <a:extLst>
                <a:ext uri="{FF2B5EF4-FFF2-40B4-BE49-F238E27FC236}">
                  <a16:creationId xmlns:a16="http://schemas.microsoft.com/office/drawing/2014/main" id="{8987CE9A-6196-ED0E-1365-AAA95685CFB9}"/>
                </a:ext>
              </a:extLst>
            </p:cNvPr>
            <p:cNvSpPr>
              <a:spLocks noChangeAspect="1"/>
            </p:cNvSpPr>
            <p:nvPr/>
          </p:nvSpPr>
          <p:spPr>
            <a:xfrm>
              <a:off x="10602051" y="788941"/>
              <a:ext cx="1280160" cy="1280160"/>
            </a:xfrm>
            <a:prstGeom prst="rect">
              <a:avLst/>
            </a:prstGeom>
            <a:solidFill>
              <a:srgbClr val="DE0A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FFFFFF"/>
                  </a:solidFill>
                </a:rPr>
                <a:t>Error Red</a:t>
              </a:r>
            </a:p>
            <a:p>
              <a:endParaRPr lang="en-US" sz="1050">
                <a:solidFill>
                  <a:srgbClr val="FFFFFF"/>
                </a:solidFill>
              </a:endParaRPr>
            </a:p>
            <a:p>
              <a:endParaRPr lang="en-US" sz="1050">
                <a:solidFill>
                  <a:srgbClr val="FFFFFF"/>
                </a:solidFill>
              </a:endParaRPr>
            </a:p>
            <a:p>
              <a:endParaRPr lang="en-US" sz="1050">
                <a:solidFill>
                  <a:srgbClr val="FFFFFF"/>
                </a:solidFill>
              </a:endParaRPr>
            </a:p>
            <a:p>
              <a:r>
                <a:rPr lang="en-US" sz="1050">
                  <a:solidFill>
                    <a:srgbClr val="FFFFFF"/>
                  </a:solidFill>
                </a:rPr>
                <a:t>#DE0A01</a:t>
              </a:r>
            </a:p>
            <a:p>
              <a:r>
                <a:rPr lang="en-US" sz="1050">
                  <a:solidFill>
                    <a:srgbClr val="FFFFFF"/>
                  </a:solidFill>
                </a:rPr>
                <a:t>R 222, G 10, B 1</a:t>
              </a:r>
            </a:p>
          </p:txBody>
        </p:sp>
        <p:sp>
          <p:nvSpPr>
            <p:cNvPr id="99" name="Rectangle 98">
              <a:extLst>
                <a:ext uri="{FF2B5EF4-FFF2-40B4-BE49-F238E27FC236}">
                  <a16:creationId xmlns:a16="http://schemas.microsoft.com/office/drawing/2014/main" id="{907679F3-E879-544B-9AA1-A3B4F81857B4}"/>
                </a:ext>
              </a:extLst>
            </p:cNvPr>
            <p:cNvSpPr>
              <a:spLocks noChangeAspect="1"/>
            </p:cNvSpPr>
            <p:nvPr/>
          </p:nvSpPr>
          <p:spPr>
            <a:xfrm>
              <a:off x="10602051" y="2142253"/>
              <a:ext cx="1280160" cy="1280160"/>
            </a:xfrm>
            <a:prstGeom prst="rect">
              <a:avLst/>
            </a:prstGeom>
            <a:solidFill>
              <a:srgbClr val="F5AB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dirty="0">
                  <a:solidFill>
                    <a:srgbClr val="000000"/>
                  </a:solidFill>
                </a:rPr>
                <a:t>Warning Yellow</a:t>
              </a:r>
            </a:p>
            <a:p>
              <a:endParaRPr lang="en-US" sz="1050" dirty="0">
                <a:solidFill>
                  <a:srgbClr val="000000"/>
                </a:solidFill>
              </a:endParaRPr>
            </a:p>
            <a:p>
              <a:endParaRPr lang="en-US" sz="1050" dirty="0">
                <a:solidFill>
                  <a:srgbClr val="000000"/>
                </a:solidFill>
              </a:endParaRPr>
            </a:p>
            <a:p>
              <a:endParaRPr lang="en-US" sz="1050" dirty="0">
                <a:solidFill>
                  <a:srgbClr val="000000"/>
                </a:solidFill>
              </a:endParaRPr>
            </a:p>
            <a:p>
              <a:r>
                <a:rPr lang="en-US" sz="1050" dirty="0">
                  <a:solidFill>
                    <a:srgbClr val="000000"/>
                  </a:solidFill>
                </a:rPr>
                <a:t>#F5AB23</a:t>
              </a:r>
            </a:p>
            <a:p>
              <a:r>
                <a:rPr lang="en-US" sz="1000" dirty="0">
                  <a:solidFill>
                    <a:srgbClr val="000000"/>
                  </a:solidFill>
                </a:rPr>
                <a:t>R 245, G 171, B 35</a:t>
              </a:r>
            </a:p>
          </p:txBody>
        </p:sp>
        <p:sp>
          <p:nvSpPr>
            <p:cNvPr id="100" name="Rectangle 99">
              <a:extLst>
                <a:ext uri="{FF2B5EF4-FFF2-40B4-BE49-F238E27FC236}">
                  <a16:creationId xmlns:a16="http://schemas.microsoft.com/office/drawing/2014/main" id="{189D1F5D-FF4B-7951-DE44-ECB431EBD8B9}"/>
                </a:ext>
              </a:extLst>
            </p:cNvPr>
            <p:cNvSpPr>
              <a:spLocks noChangeAspect="1"/>
            </p:cNvSpPr>
            <p:nvPr/>
          </p:nvSpPr>
          <p:spPr>
            <a:xfrm>
              <a:off x="10602051" y="3495565"/>
              <a:ext cx="1280160" cy="1280160"/>
            </a:xfrm>
            <a:prstGeom prst="rect">
              <a:avLst/>
            </a:prstGeom>
            <a:solidFill>
              <a:srgbClr val="00A76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FFFFFF"/>
                  </a:solidFill>
                </a:rPr>
                <a:t>Success Green</a:t>
              </a:r>
            </a:p>
            <a:p>
              <a:endParaRPr lang="en-US" sz="1050">
                <a:solidFill>
                  <a:srgbClr val="FFFFFF"/>
                </a:solidFill>
              </a:endParaRPr>
            </a:p>
            <a:p>
              <a:endParaRPr lang="en-US" sz="1050">
                <a:solidFill>
                  <a:srgbClr val="FFFFFF"/>
                </a:solidFill>
              </a:endParaRPr>
            </a:p>
            <a:p>
              <a:endParaRPr lang="en-US" sz="1050">
                <a:solidFill>
                  <a:srgbClr val="FFFFFF"/>
                </a:solidFill>
              </a:endParaRPr>
            </a:p>
            <a:p>
              <a:r>
                <a:rPr lang="en-US" sz="1050">
                  <a:solidFill>
                    <a:srgbClr val="FFFFFF"/>
                  </a:solidFill>
                </a:rPr>
                <a:t>#00A76D</a:t>
              </a:r>
            </a:p>
            <a:p>
              <a:r>
                <a:rPr lang="en-US" sz="1050">
                  <a:solidFill>
                    <a:srgbClr val="FFFFFF"/>
                  </a:solidFill>
                </a:rPr>
                <a:t>R 0, G 167, B 109</a:t>
              </a:r>
              <a:endParaRPr lang="en-US" sz="1100">
                <a:solidFill>
                  <a:srgbClr val="FFFFFF"/>
                </a:solidFill>
              </a:endParaRPr>
            </a:p>
          </p:txBody>
        </p:sp>
        <p:sp>
          <p:nvSpPr>
            <p:cNvPr id="101" name="Rectangle 100">
              <a:extLst>
                <a:ext uri="{FF2B5EF4-FFF2-40B4-BE49-F238E27FC236}">
                  <a16:creationId xmlns:a16="http://schemas.microsoft.com/office/drawing/2014/main" id="{FBC12B0F-CEAD-8A4C-5100-292919697C3A}"/>
                </a:ext>
              </a:extLst>
            </p:cNvPr>
            <p:cNvSpPr>
              <a:spLocks noChangeAspect="1"/>
            </p:cNvSpPr>
            <p:nvPr/>
          </p:nvSpPr>
          <p:spPr>
            <a:xfrm>
              <a:off x="10602051" y="4855720"/>
              <a:ext cx="1280160" cy="1280160"/>
            </a:xfrm>
            <a:prstGeom prst="rect">
              <a:avLst/>
            </a:prstGeom>
            <a:solidFill>
              <a:srgbClr val="006AC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a:solidFill>
                    <a:srgbClr val="FFFFFF"/>
                  </a:solidFill>
                </a:rPr>
                <a:t>Link Blue </a:t>
              </a:r>
            </a:p>
            <a:p>
              <a:r>
                <a:rPr lang="en-US" sz="1050">
                  <a:solidFill>
                    <a:srgbClr val="FFFFFF"/>
                  </a:solidFill>
                </a:rPr>
                <a:t>over light background</a:t>
              </a:r>
            </a:p>
            <a:p>
              <a:endParaRPr lang="en-US" sz="1050">
                <a:solidFill>
                  <a:srgbClr val="FFFFFF"/>
                </a:solidFill>
              </a:endParaRPr>
            </a:p>
            <a:p>
              <a:r>
                <a:rPr lang="en-US" sz="1050">
                  <a:solidFill>
                    <a:srgbClr val="FFFFFF"/>
                  </a:solidFill>
                </a:rPr>
                <a:t>#006AC7</a:t>
              </a:r>
            </a:p>
            <a:p>
              <a:r>
                <a:rPr lang="en-US" sz="1050">
                  <a:solidFill>
                    <a:srgbClr val="FFFFFF"/>
                  </a:solidFill>
                </a:rPr>
                <a:t>R 0, G 106, B 199</a:t>
              </a:r>
            </a:p>
          </p:txBody>
        </p:sp>
        <p:sp>
          <p:nvSpPr>
            <p:cNvPr id="102" name="Rectangle 101">
              <a:extLst>
                <a:ext uri="{FF2B5EF4-FFF2-40B4-BE49-F238E27FC236}">
                  <a16:creationId xmlns:a16="http://schemas.microsoft.com/office/drawing/2014/main" id="{CDC0A065-28C1-4B0A-9BB9-0CCE634A86EE}"/>
                </a:ext>
              </a:extLst>
            </p:cNvPr>
            <p:cNvSpPr>
              <a:spLocks noChangeAspect="1"/>
            </p:cNvSpPr>
            <p:nvPr/>
          </p:nvSpPr>
          <p:spPr>
            <a:xfrm>
              <a:off x="9248739" y="4855720"/>
              <a:ext cx="1280160" cy="128016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r>
                <a:rPr lang="en-US" sz="1100" b="1" dirty="0">
                  <a:solidFill>
                    <a:srgbClr val="002869"/>
                  </a:solidFill>
                </a:rPr>
                <a:t>Link Blue/Opal </a:t>
              </a:r>
            </a:p>
            <a:p>
              <a:r>
                <a:rPr lang="en-US" sz="1050" dirty="0">
                  <a:solidFill>
                    <a:srgbClr val="002869"/>
                  </a:solidFill>
                </a:rPr>
                <a:t>over dark background</a:t>
              </a:r>
            </a:p>
            <a:p>
              <a:endParaRPr lang="en-US" sz="1050" dirty="0">
                <a:solidFill>
                  <a:srgbClr val="002869"/>
                </a:solidFill>
              </a:endParaRPr>
            </a:p>
            <a:p>
              <a:r>
                <a:rPr lang="en-US" sz="1050" dirty="0">
                  <a:solidFill>
                    <a:srgbClr val="002869"/>
                  </a:solidFill>
                </a:rPr>
                <a:t>#1F96FF</a:t>
              </a:r>
            </a:p>
            <a:p>
              <a:r>
                <a:rPr lang="en-US" sz="1050" dirty="0">
                  <a:solidFill>
                    <a:srgbClr val="002869"/>
                  </a:solidFill>
                </a:rPr>
                <a:t>R 31, G 150, B 255</a:t>
              </a:r>
            </a:p>
          </p:txBody>
        </p:sp>
        <p:sp>
          <p:nvSpPr>
            <p:cNvPr id="103" name="Rectangle 102">
              <a:extLst>
                <a:ext uri="{FF2B5EF4-FFF2-40B4-BE49-F238E27FC236}">
                  <a16:creationId xmlns:a16="http://schemas.microsoft.com/office/drawing/2014/main" id="{177A5197-CCA4-5BCD-6D0A-97198A63E16A}"/>
                </a:ext>
              </a:extLst>
            </p:cNvPr>
            <p:cNvSpPr>
              <a:spLocks noChangeAspect="1"/>
            </p:cNvSpPr>
            <p:nvPr/>
          </p:nvSpPr>
          <p:spPr>
            <a:xfrm>
              <a:off x="9248739" y="2142253"/>
              <a:ext cx="1280160" cy="1280160"/>
            </a:xfrm>
            <a:prstGeom prst="rect">
              <a:avLst/>
            </a:prstGeom>
            <a:solidFill>
              <a:srgbClr val="FFFFFF"/>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45720" numCol="1" spcCol="0" rtlCol="0" fromWordArt="0" anchor="t" anchorCtr="0" forceAA="0" compatLnSpc="1">
              <a:prstTxWarp prst="textNoShape">
                <a:avLst/>
              </a:prstTxWarp>
              <a:noAutofit/>
            </a:bodyPr>
            <a:lstStyle/>
            <a:p>
              <a:r>
                <a:rPr lang="en-US" sz="1100" b="1">
                  <a:solidFill>
                    <a:srgbClr val="000000"/>
                  </a:solidFill>
                </a:rPr>
                <a:t>White</a:t>
              </a:r>
              <a:r>
                <a:rPr lang="en-US" sz="1100">
                  <a:solidFill>
                    <a:srgbClr val="000000"/>
                  </a:solidFill>
                </a:rPr>
                <a:t> </a:t>
              </a:r>
              <a:br>
                <a:rPr lang="en-US" sz="1100">
                  <a:solidFill>
                    <a:srgbClr val="000000"/>
                  </a:solidFill>
                </a:rPr>
              </a:br>
              <a:r>
                <a:rPr lang="en-US" sz="1050">
                  <a:solidFill>
                    <a:srgbClr val="000000"/>
                  </a:solidFill>
                </a:rPr>
                <a:t>backgrounds, text and labels on dark backgrounds</a:t>
              </a:r>
            </a:p>
            <a:p>
              <a:r>
                <a:rPr lang="en-US" sz="1050">
                  <a:solidFill>
                    <a:srgbClr val="000000"/>
                  </a:solidFill>
                </a:rPr>
                <a:t>#FFFFFF</a:t>
              </a:r>
            </a:p>
            <a:p>
              <a:r>
                <a:rPr lang="en-US" sz="1050">
                  <a:solidFill>
                    <a:srgbClr val="000000"/>
                  </a:solidFill>
                </a:rPr>
                <a:t>R 255, G 255, B 255</a:t>
              </a:r>
            </a:p>
          </p:txBody>
        </p:sp>
      </p:grpSp>
      <p:grpSp>
        <p:nvGrpSpPr>
          <p:cNvPr id="17" name="Group 16">
            <a:extLst>
              <a:ext uri="{FF2B5EF4-FFF2-40B4-BE49-F238E27FC236}">
                <a16:creationId xmlns:a16="http://schemas.microsoft.com/office/drawing/2014/main" id="{13C91B3A-568E-1586-DDC5-6851B41A700D}"/>
              </a:ext>
            </a:extLst>
          </p:cNvPr>
          <p:cNvGrpSpPr/>
          <p:nvPr/>
        </p:nvGrpSpPr>
        <p:grpSpPr>
          <a:xfrm>
            <a:off x="7447847" y="4124816"/>
            <a:ext cx="274320" cy="1074162"/>
            <a:chOff x="7447847" y="4124816"/>
            <a:chExt cx="274320" cy="1074162"/>
          </a:xfrm>
        </p:grpSpPr>
        <p:cxnSp>
          <p:nvCxnSpPr>
            <p:cNvPr id="14" name="Straight Connector 13">
              <a:extLst>
                <a:ext uri="{FF2B5EF4-FFF2-40B4-BE49-F238E27FC236}">
                  <a16:creationId xmlns:a16="http://schemas.microsoft.com/office/drawing/2014/main" id="{1A67F653-9CDC-660B-184A-5D95422A0BAD}"/>
                </a:ext>
              </a:extLst>
            </p:cNvPr>
            <p:cNvCxnSpPr>
              <a:cxnSpLocks/>
            </p:cNvCxnSpPr>
            <p:nvPr/>
          </p:nvCxnSpPr>
          <p:spPr>
            <a:xfrm>
              <a:off x="7585007" y="4124816"/>
              <a:ext cx="0" cy="813897"/>
            </a:xfrm>
            <a:prstGeom prst="line">
              <a:avLst/>
            </a:prstGeom>
            <a:noFill/>
            <a:ln w="19050" cap="flat" cmpd="sng">
              <a:solidFill>
                <a:srgbClr val="707996"/>
              </a:solidFill>
              <a:prstDash val="solid"/>
              <a:round/>
              <a:headEnd type="none" w="lg" len="med"/>
              <a:tailEnd type="none" w="lg" len="med"/>
            </a:ln>
          </p:spPr>
        </p:cxnSp>
        <p:sp>
          <p:nvSpPr>
            <p:cNvPr id="4" name="Shape 14">
              <a:extLst>
                <a:ext uri="{FF2B5EF4-FFF2-40B4-BE49-F238E27FC236}">
                  <a16:creationId xmlns:a16="http://schemas.microsoft.com/office/drawing/2014/main" id="{F99B8B18-0E63-F124-FA0D-59E2107A53C2}"/>
                </a:ext>
              </a:extLst>
            </p:cNvPr>
            <p:cNvSpPr>
              <a:spLocks noChangeAspect="1"/>
            </p:cNvSpPr>
            <p:nvPr/>
          </p:nvSpPr>
          <p:spPr>
            <a:xfrm>
              <a:off x="7447847" y="4924658"/>
              <a:ext cx="274320" cy="274320"/>
            </a:xfrm>
            <a:prstGeom prst="ellipse">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a:solidFill>
                    <a:srgbClr val="FFFFFF"/>
                  </a:solidFill>
                </a:rPr>
                <a:t>1</a:t>
              </a:r>
            </a:p>
          </p:txBody>
        </p:sp>
        <p:cxnSp>
          <p:nvCxnSpPr>
            <p:cNvPr id="12" name="Straight Connector 11">
              <a:extLst>
                <a:ext uri="{FF2B5EF4-FFF2-40B4-BE49-F238E27FC236}">
                  <a16:creationId xmlns:a16="http://schemas.microsoft.com/office/drawing/2014/main" id="{B0BB3CE2-D98F-3D39-0F8A-43B9FF797AE4}"/>
                </a:ext>
              </a:extLst>
            </p:cNvPr>
            <p:cNvCxnSpPr>
              <a:cxnSpLocks/>
            </p:cNvCxnSpPr>
            <p:nvPr/>
          </p:nvCxnSpPr>
          <p:spPr>
            <a:xfrm>
              <a:off x="7542317" y="4131374"/>
              <a:ext cx="96733" cy="0"/>
            </a:xfrm>
            <a:prstGeom prst="line">
              <a:avLst/>
            </a:prstGeom>
            <a:ln w="19050">
              <a:solidFill>
                <a:srgbClr val="707996"/>
              </a:solidFill>
              <a:headEnd type="none" w="lg"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035F4DEF-874A-983D-AF3A-AFDEBC4057AD}"/>
              </a:ext>
            </a:extLst>
          </p:cNvPr>
          <p:cNvGrpSpPr/>
          <p:nvPr/>
        </p:nvGrpSpPr>
        <p:grpSpPr>
          <a:xfrm>
            <a:off x="5669873" y="3540491"/>
            <a:ext cx="2765326" cy="1276547"/>
            <a:chOff x="5669873" y="3540491"/>
            <a:chExt cx="2765326" cy="1276547"/>
          </a:xfrm>
        </p:grpSpPr>
        <p:sp>
          <p:nvSpPr>
            <p:cNvPr id="7" name="TextBox 6">
              <a:extLst>
                <a:ext uri="{FF2B5EF4-FFF2-40B4-BE49-F238E27FC236}">
                  <a16:creationId xmlns:a16="http://schemas.microsoft.com/office/drawing/2014/main" id="{874B4787-2BF3-F6C4-DAFD-76F287004488}"/>
                </a:ext>
              </a:extLst>
            </p:cNvPr>
            <p:cNvSpPr txBox="1"/>
            <p:nvPr/>
          </p:nvSpPr>
          <p:spPr>
            <a:xfrm>
              <a:off x="5669873" y="3540491"/>
              <a:ext cx="2765326" cy="1276547"/>
            </a:xfrm>
            <a:prstGeom prst="rect">
              <a:avLst/>
            </a:prstGeom>
            <a:noFill/>
            <a:ln w="12700">
              <a:solidFill>
                <a:srgbClr val="707996"/>
              </a:solidFill>
            </a:ln>
          </p:spPr>
          <p:txBody>
            <a:bodyPr wrap="square" lIns="91440" rIns="0" rtlCol="0">
              <a:noAutofit/>
            </a:bodyPr>
            <a:lstStyle>
              <a:defPPr>
                <a:defRPr lang="en-US"/>
              </a:defPPr>
              <a:lvl1pPr>
                <a:defRPr sz="1000">
                  <a:solidFill>
                    <a:srgbClr val="00002D"/>
                  </a:solidFill>
                </a:defRPr>
              </a:lvl1pPr>
            </a:lstStyle>
            <a:p>
              <a:r>
                <a:rPr lang="en-US"/>
                <a:t>Custom Colors</a:t>
              </a:r>
            </a:p>
          </p:txBody>
        </p:sp>
        <p:sp>
          <p:nvSpPr>
            <p:cNvPr id="8" name="Rectangle 7">
              <a:extLst>
                <a:ext uri="{FF2B5EF4-FFF2-40B4-BE49-F238E27FC236}">
                  <a16:creationId xmlns:a16="http://schemas.microsoft.com/office/drawing/2014/main" id="{79B2BD88-98A1-4222-6F61-573299D982D5}"/>
                </a:ext>
              </a:extLst>
            </p:cNvPr>
            <p:cNvSpPr>
              <a:spLocks noChangeAspect="1"/>
            </p:cNvSpPr>
            <p:nvPr/>
          </p:nvSpPr>
          <p:spPr>
            <a:xfrm>
              <a:off x="5758775" y="3784760"/>
              <a:ext cx="178590" cy="178590"/>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9" name="Rectangle 8">
              <a:extLst>
                <a:ext uri="{FF2B5EF4-FFF2-40B4-BE49-F238E27FC236}">
                  <a16:creationId xmlns:a16="http://schemas.microsoft.com/office/drawing/2014/main" id="{9AD318FC-1537-D170-8C24-266EF728D7AE}"/>
                </a:ext>
              </a:extLst>
            </p:cNvPr>
            <p:cNvSpPr>
              <a:spLocks noChangeAspect="1"/>
            </p:cNvSpPr>
            <p:nvPr/>
          </p:nvSpPr>
          <p:spPr>
            <a:xfrm>
              <a:off x="6025996" y="3784760"/>
              <a:ext cx="178590" cy="178590"/>
            </a:xfrm>
            <a:prstGeom prst="rect">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6" name="Rectangle 15">
              <a:extLst>
                <a:ext uri="{FF2B5EF4-FFF2-40B4-BE49-F238E27FC236}">
                  <a16:creationId xmlns:a16="http://schemas.microsoft.com/office/drawing/2014/main" id="{B51FE666-3477-8227-1403-68E404DB7F78}"/>
                </a:ext>
              </a:extLst>
            </p:cNvPr>
            <p:cNvSpPr>
              <a:spLocks noChangeAspect="1"/>
            </p:cNvSpPr>
            <p:nvPr/>
          </p:nvSpPr>
          <p:spPr>
            <a:xfrm>
              <a:off x="6293217" y="3784760"/>
              <a:ext cx="178590" cy="17859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8" name="Rectangle 17">
              <a:extLst>
                <a:ext uri="{FF2B5EF4-FFF2-40B4-BE49-F238E27FC236}">
                  <a16:creationId xmlns:a16="http://schemas.microsoft.com/office/drawing/2014/main" id="{739336D2-0E0B-8DD6-9EDC-797065BC456C}"/>
                </a:ext>
              </a:extLst>
            </p:cNvPr>
            <p:cNvSpPr>
              <a:spLocks noChangeAspect="1"/>
            </p:cNvSpPr>
            <p:nvPr/>
          </p:nvSpPr>
          <p:spPr>
            <a:xfrm>
              <a:off x="6560438" y="3784760"/>
              <a:ext cx="178590" cy="178590"/>
            </a:xfrm>
            <a:prstGeom prst="rect">
              <a:avLst/>
            </a:prstGeom>
            <a:solidFill>
              <a:srgbClr val="167AC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2" name="Rectangle 21">
              <a:extLst>
                <a:ext uri="{FF2B5EF4-FFF2-40B4-BE49-F238E27FC236}">
                  <a16:creationId xmlns:a16="http://schemas.microsoft.com/office/drawing/2014/main" id="{63113D8A-5379-7EA1-054E-B9EA1A23BE72}"/>
                </a:ext>
              </a:extLst>
            </p:cNvPr>
            <p:cNvSpPr>
              <a:spLocks noChangeAspect="1"/>
            </p:cNvSpPr>
            <p:nvPr/>
          </p:nvSpPr>
          <p:spPr>
            <a:xfrm>
              <a:off x="6827659" y="3784760"/>
              <a:ext cx="178590" cy="178590"/>
            </a:xfrm>
            <a:prstGeom prst="rect">
              <a:avLst/>
            </a:prstGeom>
            <a:solidFill>
              <a:srgbClr val="4C8C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3" name="Rectangle 22">
              <a:extLst>
                <a:ext uri="{FF2B5EF4-FFF2-40B4-BE49-F238E27FC236}">
                  <a16:creationId xmlns:a16="http://schemas.microsoft.com/office/drawing/2014/main" id="{6C44EC02-82D5-3E7A-6E5B-C3D461BDFE51}"/>
                </a:ext>
              </a:extLst>
            </p:cNvPr>
            <p:cNvSpPr>
              <a:spLocks noChangeAspect="1"/>
            </p:cNvSpPr>
            <p:nvPr/>
          </p:nvSpPr>
          <p:spPr>
            <a:xfrm>
              <a:off x="7094880" y="404207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4" name="Rectangle 23">
              <a:extLst>
                <a:ext uri="{FF2B5EF4-FFF2-40B4-BE49-F238E27FC236}">
                  <a16:creationId xmlns:a16="http://schemas.microsoft.com/office/drawing/2014/main" id="{F8DDFD32-4713-75A7-BFFF-C37A7C296D45}"/>
                </a:ext>
              </a:extLst>
            </p:cNvPr>
            <p:cNvSpPr>
              <a:spLocks noChangeAspect="1"/>
            </p:cNvSpPr>
            <p:nvPr/>
          </p:nvSpPr>
          <p:spPr>
            <a:xfrm>
              <a:off x="5758775" y="4041718"/>
              <a:ext cx="178590" cy="178590"/>
            </a:xfrm>
            <a:prstGeom prst="rect">
              <a:avLst/>
            </a:prstGeom>
            <a:solidFill>
              <a:srgbClr val="5A79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5" name="Rectangle 24">
              <a:extLst>
                <a:ext uri="{FF2B5EF4-FFF2-40B4-BE49-F238E27FC236}">
                  <a16:creationId xmlns:a16="http://schemas.microsoft.com/office/drawing/2014/main" id="{691371EB-F23D-A5C4-3B8F-702DDB800481}"/>
                </a:ext>
              </a:extLst>
            </p:cNvPr>
            <p:cNvSpPr>
              <a:spLocks noChangeAspect="1"/>
            </p:cNvSpPr>
            <p:nvPr/>
          </p:nvSpPr>
          <p:spPr>
            <a:xfrm>
              <a:off x="6025996" y="4041718"/>
              <a:ext cx="178590" cy="178590"/>
            </a:xfrm>
            <a:prstGeom prst="rect">
              <a:avLst/>
            </a:prstGeom>
            <a:solidFill>
              <a:srgbClr val="9673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6" name="Rectangle 25">
              <a:extLst>
                <a:ext uri="{FF2B5EF4-FFF2-40B4-BE49-F238E27FC236}">
                  <a16:creationId xmlns:a16="http://schemas.microsoft.com/office/drawing/2014/main" id="{2B3C977F-E0D7-A6AA-2239-FE9626FCABA8}"/>
                </a:ext>
              </a:extLst>
            </p:cNvPr>
            <p:cNvSpPr>
              <a:spLocks noChangeAspect="1"/>
            </p:cNvSpPr>
            <p:nvPr/>
          </p:nvSpPr>
          <p:spPr>
            <a:xfrm>
              <a:off x="6293217" y="4041718"/>
              <a:ext cx="178590" cy="178590"/>
            </a:xfrm>
            <a:prstGeom prst="rect">
              <a:avLst/>
            </a:prstGeom>
            <a:solidFill>
              <a:srgbClr val="6872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1" name="Rectangle 30">
              <a:extLst>
                <a:ext uri="{FF2B5EF4-FFF2-40B4-BE49-F238E27FC236}">
                  <a16:creationId xmlns:a16="http://schemas.microsoft.com/office/drawing/2014/main" id="{CC64DB75-0003-1A6D-0EC9-7B405382CD8C}"/>
                </a:ext>
              </a:extLst>
            </p:cNvPr>
            <p:cNvSpPr>
              <a:spLocks noChangeAspect="1"/>
            </p:cNvSpPr>
            <p:nvPr/>
          </p:nvSpPr>
          <p:spPr>
            <a:xfrm>
              <a:off x="6560438" y="4041718"/>
              <a:ext cx="178590" cy="178590"/>
            </a:xfrm>
            <a:prstGeom prst="rect">
              <a:avLst/>
            </a:prstGeom>
            <a:solidFill>
              <a:srgbClr val="3C92B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2" name="Rectangle 31">
              <a:extLst>
                <a:ext uri="{FF2B5EF4-FFF2-40B4-BE49-F238E27FC236}">
                  <a16:creationId xmlns:a16="http://schemas.microsoft.com/office/drawing/2014/main" id="{DA24667B-9532-E81C-3560-8EFBC61F0E14}"/>
                </a:ext>
              </a:extLst>
            </p:cNvPr>
            <p:cNvSpPr>
              <a:spLocks noChangeAspect="1"/>
            </p:cNvSpPr>
            <p:nvPr/>
          </p:nvSpPr>
          <p:spPr>
            <a:xfrm>
              <a:off x="6827659" y="4041718"/>
              <a:ext cx="178590" cy="178590"/>
            </a:xfrm>
            <a:prstGeom prst="rect">
              <a:avLst/>
            </a:prstGeom>
            <a:solidFill>
              <a:srgbClr val="0A8F7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4" name="Rectangle 33">
              <a:extLst>
                <a:ext uri="{FF2B5EF4-FFF2-40B4-BE49-F238E27FC236}">
                  <a16:creationId xmlns:a16="http://schemas.microsoft.com/office/drawing/2014/main" id="{6EF1DEA3-D255-E74C-CCAC-BF5B3677044E}"/>
                </a:ext>
              </a:extLst>
            </p:cNvPr>
            <p:cNvSpPr>
              <a:spLocks noChangeAspect="1"/>
            </p:cNvSpPr>
            <p:nvPr/>
          </p:nvSpPr>
          <p:spPr>
            <a:xfrm>
              <a:off x="7094880" y="4298857"/>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5" name="Rectangle 34">
              <a:extLst>
                <a:ext uri="{FF2B5EF4-FFF2-40B4-BE49-F238E27FC236}">
                  <a16:creationId xmlns:a16="http://schemas.microsoft.com/office/drawing/2014/main" id="{E5D5A3CA-E154-C2E1-6FB4-D253F2B90259}"/>
                </a:ext>
              </a:extLst>
            </p:cNvPr>
            <p:cNvSpPr>
              <a:spLocks noChangeAspect="1"/>
            </p:cNvSpPr>
            <p:nvPr/>
          </p:nvSpPr>
          <p:spPr>
            <a:xfrm>
              <a:off x="5758775" y="4298857"/>
              <a:ext cx="178590" cy="178590"/>
            </a:xfrm>
            <a:prstGeom prst="rect">
              <a:avLst/>
            </a:prstGeom>
            <a:solidFill>
              <a:srgbClr val="58938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6" name="Rectangle 35">
              <a:extLst>
                <a:ext uri="{FF2B5EF4-FFF2-40B4-BE49-F238E27FC236}">
                  <a16:creationId xmlns:a16="http://schemas.microsoft.com/office/drawing/2014/main" id="{F892F543-EC5D-C3C2-8DB0-275AC9F27C0C}"/>
                </a:ext>
              </a:extLst>
            </p:cNvPr>
            <p:cNvSpPr>
              <a:spLocks noChangeAspect="1"/>
            </p:cNvSpPr>
            <p:nvPr/>
          </p:nvSpPr>
          <p:spPr>
            <a:xfrm>
              <a:off x="6025996" y="429867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7" name="Rectangle 36">
              <a:extLst>
                <a:ext uri="{FF2B5EF4-FFF2-40B4-BE49-F238E27FC236}">
                  <a16:creationId xmlns:a16="http://schemas.microsoft.com/office/drawing/2014/main" id="{E7B5CB27-5546-DB45-BF33-687D09300E50}"/>
                </a:ext>
              </a:extLst>
            </p:cNvPr>
            <p:cNvSpPr>
              <a:spLocks noChangeAspect="1"/>
            </p:cNvSpPr>
            <p:nvPr/>
          </p:nvSpPr>
          <p:spPr>
            <a:xfrm>
              <a:off x="6293217" y="429867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8" name="Rectangle 37">
              <a:extLst>
                <a:ext uri="{FF2B5EF4-FFF2-40B4-BE49-F238E27FC236}">
                  <a16:creationId xmlns:a16="http://schemas.microsoft.com/office/drawing/2014/main" id="{CA008834-472C-F3E2-82CC-2C2A0035397A}"/>
                </a:ext>
              </a:extLst>
            </p:cNvPr>
            <p:cNvSpPr>
              <a:spLocks noChangeAspect="1"/>
            </p:cNvSpPr>
            <p:nvPr/>
          </p:nvSpPr>
          <p:spPr>
            <a:xfrm>
              <a:off x="6560438" y="429867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9" name="Rectangle 38">
              <a:extLst>
                <a:ext uri="{FF2B5EF4-FFF2-40B4-BE49-F238E27FC236}">
                  <a16:creationId xmlns:a16="http://schemas.microsoft.com/office/drawing/2014/main" id="{2B306213-3986-C319-91CE-CB89456D0CDD}"/>
                </a:ext>
              </a:extLst>
            </p:cNvPr>
            <p:cNvSpPr>
              <a:spLocks noChangeAspect="1"/>
            </p:cNvSpPr>
            <p:nvPr/>
          </p:nvSpPr>
          <p:spPr>
            <a:xfrm>
              <a:off x="6827659" y="429867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0" name="Rectangle 39">
              <a:extLst>
                <a:ext uri="{FF2B5EF4-FFF2-40B4-BE49-F238E27FC236}">
                  <a16:creationId xmlns:a16="http://schemas.microsoft.com/office/drawing/2014/main" id="{363C6BEA-115C-3404-5F2D-E6854A3B5BD9}"/>
                </a:ext>
              </a:extLst>
            </p:cNvPr>
            <p:cNvSpPr>
              <a:spLocks noChangeAspect="1"/>
            </p:cNvSpPr>
            <p:nvPr/>
          </p:nvSpPr>
          <p:spPr>
            <a:xfrm>
              <a:off x="7362101" y="4298857"/>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1" name="Rectangle 40">
              <a:extLst>
                <a:ext uri="{FF2B5EF4-FFF2-40B4-BE49-F238E27FC236}">
                  <a16:creationId xmlns:a16="http://schemas.microsoft.com/office/drawing/2014/main" id="{C1D8CCA8-934E-5C4F-F28E-52830A9D3732}"/>
                </a:ext>
              </a:extLst>
            </p:cNvPr>
            <p:cNvSpPr>
              <a:spLocks noChangeAspect="1"/>
            </p:cNvSpPr>
            <p:nvPr/>
          </p:nvSpPr>
          <p:spPr>
            <a:xfrm>
              <a:off x="7094880"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2" name="Rectangle 41">
              <a:extLst>
                <a:ext uri="{FF2B5EF4-FFF2-40B4-BE49-F238E27FC236}">
                  <a16:creationId xmlns:a16="http://schemas.microsoft.com/office/drawing/2014/main" id="{5FB4E2D1-22D3-2FB4-7462-8D20C04768A8}"/>
                </a:ext>
              </a:extLst>
            </p:cNvPr>
            <p:cNvSpPr>
              <a:spLocks noChangeAspect="1"/>
            </p:cNvSpPr>
            <p:nvPr/>
          </p:nvSpPr>
          <p:spPr>
            <a:xfrm>
              <a:off x="5758775"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3" name="Rectangle 42">
              <a:extLst>
                <a:ext uri="{FF2B5EF4-FFF2-40B4-BE49-F238E27FC236}">
                  <a16:creationId xmlns:a16="http://schemas.microsoft.com/office/drawing/2014/main" id="{6B5AE285-D1E0-0724-1C6A-9BD79AEEC8A8}"/>
                </a:ext>
              </a:extLst>
            </p:cNvPr>
            <p:cNvSpPr>
              <a:spLocks noChangeAspect="1"/>
            </p:cNvSpPr>
            <p:nvPr/>
          </p:nvSpPr>
          <p:spPr>
            <a:xfrm>
              <a:off x="6025996"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4" name="Rectangle 43">
              <a:extLst>
                <a:ext uri="{FF2B5EF4-FFF2-40B4-BE49-F238E27FC236}">
                  <a16:creationId xmlns:a16="http://schemas.microsoft.com/office/drawing/2014/main" id="{E5502ABB-3816-47BD-58AE-EFF073F0650D}"/>
                </a:ext>
              </a:extLst>
            </p:cNvPr>
            <p:cNvSpPr>
              <a:spLocks noChangeAspect="1"/>
            </p:cNvSpPr>
            <p:nvPr/>
          </p:nvSpPr>
          <p:spPr>
            <a:xfrm>
              <a:off x="6293217"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5" name="Rectangle 44">
              <a:extLst>
                <a:ext uri="{FF2B5EF4-FFF2-40B4-BE49-F238E27FC236}">
                  <a16:creationId xmlns:a16="http://schemas.microsoft.com/office/drawing/2014/main" id="{963F6CFA-D8C0-5867-0BEC-DDA03359A089}"/>
                </a:ext>
              </a:extLst>
            </p:cNvPr>
            <p:cNvSpPr>
              <a:spLocks noChangeAspect="1"/>
            </p:cNvSpPr>
            <p:nvPr/>
          </p:nvSpPr>
          <p:spPr>
            <a:xfrm>
              <a:off x="6560438"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6" name="Rectangle 45">
              <a:extLst>
                <a:ext uri="{FF2B5EF4-FFF2-40B4-BE49-F238E27FC236}">
                  <a16:creationId xmlns:a16="http://schemas.microsoft.com/office/drawing/2014/main" id="{D90FC2F6-CE04-E9DD-68EB-B4E63CAD217D}"/>
                </a:ext>
              </a:extLst>
            </p:cNvPr>
            <p:cNvSpPr>
              <a:spLocks noChangeAspect="1"/>
            </p:cNvSpPr>
            <p:nvPr/>
          </p:nvSpPr>
          <p:spPr>
            <a:xfrm>
              <a:off x="6827659"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7" name="Rectangle 46">
              <a:extLst>
                <a:ext uri="{FF2B5EF4-FFF2-40B4-BE49-F238E27FC236}">
                  <a16:creationId xmlns:a16="http://schemas.microsoft.com/office/drawing/2014/main" id="{04296228-9A8D-AB37-B5C8-CAA10F326424}"/>
                </a:ext>
              </a:extLst>
            </p:cNvPr>
            <p:cNvSpPr>
              <a:spLocks noChangeAspect="1"/>
            </p:cNvSpPr>
            <p:nvPr/>
          </p:nvSpPr>
          <p:spPr>
            <a:xfrm>
              <a:off x="7362101"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8" name="Rectangle 47">
              <a:extLst>
                <a:ext uri="{FF2B5EF4-FFF2-40B4-BE49-F238E27FC236}">
                  <a16:creationId xmlns:a16="http://schemas.microsoft.com/office/drawing/2014/main" id="{A23D473F-F631-D5F0-6558-02919158AAA2}"/>
                </a:ext>
              </a:extLst>
            </p:cNvPr>
            <p:cNvSpPr>
              <a:spLocks noChangeAspect="1"/>
            </p:cNvSpPr>
            <p:nvPr/>
          </p:nvSpPr>
          <p:spPr>
            <a:xfrm>
              <a:off x="7094880" y="3785301"/>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9" name="Rectangle 48">
              <a:extLst>
                <a:ext uri="{FF2B5EF4-FFF2-40B4-BE49-F238E27FC236}">
                  <a16:creationId xmlns:a16="http://schemas.microsoft.com/office/drawing/2014/main" id="{717376C7-D0BD-0102-7FA1-161D9E22AFC8}"/>
                </a:ext>
              </a:extLst>
            </p:cNvPr>
            <p:cNvSpPr>
              <a:spLocks noChangeAspect="1"/>
            </p:cNvSpPr>
            <p:nvPr/>
          </p:nvSpPr>
          <p:spPr>
            <a:xfrm>
              <a:off x="7362101" y="3785301"/>
              <a:ext cx="178590" cy="178590"/>
            </a:xfrm>
            <a:prstGeom prst="rect">
              <a:avLst/>
            </a:prstGeom>
            <a:solidFill>
              <a:srgbClr val="B8D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0" name="Rectangle 49">
              <a:extLst>
                <a:ext uri="{FF2B5EF4-FFF2-40B4-BE49-F238E27FC236}">
                  <a16:creationId xmlns:a16="http://schemas.microsoft.com/office/drawing/2014/main" id="{A65F180B-6EE5-FFE3-2A23-28EA320C760E}"/>
                </a:ext>
              </a:extLst>
            </p:cNvPr>
            <p:cNvSpPr>
              <a:spLocks noChangeAspect="1"/>
            </p:cNvSpPr>
            <p:nvPr/>
          </p:nvSpPr>
          <p:spPr>
            <a:xfrm>
              <a:off x="7629322" y="3785301"/>
              <a:ext cx="178590" cy="178590"/>
            </a:xfrm>
            <a:prstGeom prst="rect">
              <a:avLst/>
            </a:prstGeom>
            <a:solidFill>
              <a:srgbClr val="E361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1" name="Rectangle 50">
              <a:extLst>
                <a:ext uri="{FF2B5EF4-FFF2-40B4-BE49-F238E27FC236}">
                  <a16:creationId xmlns:a16="http://schemas.microsoft.com/office/drawing/2014/main" id="{55484F8E-3565-F79B-A08B-CAACA0C9F2CD}"/>
                </a:ext>
              </a:extLst>
            </p:cNvPr>
            <p:cNvSpPr>
              <a:spLocks noChangeAspect="1"/>
            </p:cNvSpPr>
            <p:nvPr/>
          </p:nvSpPr>
          <p:spPr>
            <a:xfrm>
              <a:off x="7896543" y="3785301"/>
              <a:ext cx="178590" cy="178590"/>
            </a:xfrm>
            <a:prstGeom prst="rect">
              <a:avLst/>
            </a:prstGeom>
            <a:solidFill>
              <a:srgbClr val="00002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2" name="Rectangle 51">
              <a:extLst>
                <a:ext uri="{FF2B5EF4-FFF2-40B4-BE49-F238E27FC236}">
                  <a16:creationId xmlns:a16="http://schemas.microsoft.com/office/drawing/2014/main" id="{F42D0A8D-39DB-DF1D-C149-FCF20951BF1A}"/>
                </a:ext>
              </a:extLst>
            </p:cNvPr>
            <p:cNvSpPr>
              <a:spLocks noChangeAspect="1"/>
            </p:cNvSpPr>
            <p:nvPr/>
          </p:nvSpPr>
          <p:spPr>
            <a:xfrm>
              <a:off x="8163761" y="3785301"/>
              <a:ext cx="178590" cy="178590"/>
            </a:xfrm>
            <a:prstGeom prst="rect">
              <a:avLst/>
            </a:prstGeom>
            <a:solidFill>
              <a:srgbClr val="DE0A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3" name="Rectangle 52">
              <a:extLst>
                <a:ext uri="{FF2B5EF4-FFF2-40B4-BE49-F238E27FC236}">
                  <a16:creationId xmlns:a16="http://schemas.microsoft.com/office/drawing/2014/main" id="{E1FCFB1B-944C-916B-C14B-C6F85F585B90}"/>
                </a:ext>
              </a:extLst>
            </p:cNvPr>
            <p:cNvSpPr>
              <a:spLocks noChangeAspect="1"/>
            </p:cNvSpPr>
            <p:nvPr/>
          </p:nvSpPr>
          <p:spPr>
            <a:xfrm>
              <a:off x="8163761" y="4042079"/>
              <a:ext cx="178590" cy="178590"/>
            </a:xfrm>
            <a:prstGeom prst="rect">
              <a:avLst/>
            </a:prstGeom>
            <a:solidFill>
              <a:srgbClr val="F5AB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5" name="Rectangle 54">
              <a:extLst>
                <a:ext uri="{FF2B5EF4-FFF2-40B4-BE49-F238E27FC236}">
                  <a16:creationId xmlns:a16="http://schemas.microsoft.com/office/drawing/2014/main" id="{71D36124-CA22-C4C5-5E14-574B6C5F9F80}"/>
                </a:ext>
              </a:extLst>
            </p:cNvPr>
            <p:cNvSpPr>
              <a:spLocks noChangeAspect="1"/>
            </p:cNvSpPr>
            <p:nvPr/>
          </p:nvSpPr>
          <p:spPr>
            <a:xfrm>
              <a:off x="7896543" y="404207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7" name="Rectangle 56">
              <a:extLst>
                <a:ext uri="{FF2B5EF4-FFF2-40B4-BE49-F238E27FC236}">
                  <a16:creationId xmlns:a16="http://schemas.microsoft.com/office/drawing/2014/main" id="{48635224-A32D-1FA0-C0F4-7A8985720377}"/>
                </a:ext>
              </a:extLst>
            </p:cNvPr>
            <p:cNvSpPr>
              <a:spLocks noChangeAspect="1"/>
            </p:cNvSpPr>
            <p:nvPr/>
          </p:nvSpPr>
          <p:spPr>
            <a:xfrm>
              <a:off x="8163761" y="4298857"/>
              <a:ext cx="178590" cy="178590"/>
            </a:xfrm>
            <a:prstGeom prst="rect">
              <a:avLst/>
            </a:prstGeom>
            <a:solidFill>
              <a:srgbClr val="00A76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68" name="Rectangle 67">
              <a:extLst>
                <a:ext uri="{FF2B5EF4-FFF2-40B4-BE49-F238E27FC236}">
                  <a16:creationId xmlns:a16="http://schemas.microsoft.com/office/drawing/2014/main" id="{690A2F98-C1C0-E4E6-924E-9450E1BCBD04}"/>
                </a:ext>
              </a:extLst>
            </p:cNvPr>
            <p:cNvSpPr>
              <a:spLocks noChangeAspect="1"/>
            </p:cNvSpPr>
            <p:nvPr/>
          </p:nvSpPr>
          <p:spPr>
            <a:xfrm>
              <a:off x="7629322"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70" name="Rectangle 69">
              <a:extLst>
                <a:ext uri="{FF2B5EF4-FFF2-40B4-BE49-F238E27FC236}">
                  <a16:creationId xmlns:a16="http://schemas.microsoft.com/office/drawing/2014/main" id="{0AEC8E31-F777-8DB1-CACC-03EF2CDDA97D}"/>
                </a:ext>
              </a:extLst>
            </p:cNvPr>
            <p:cNvSpPr>
              <a:spLocks noChangeAspect="1"/>
            </p:cNvSpPr>
            <p:nvPr/>
          </p:nvSpPr>
          <p:spPr>
            <a:xfrm>
              <a:off x="7896543" y="4555634"/>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71" name="Rectangle 70">
              <a:extLst>
                <a:ext uri="{FF2B5EF4-FFF2-40B4-BE49-F238E27FC236}">
                  <a16:creationId xmlns:a16="http://schemas.microsoft.com/office/drawing/2014/main" id="{F118A749-4F62-1D4F-1973-39AD2E7F0162}"/>
                </a:ext>
              </a:extLst>
            </p:cNvPr>
            <p:cNvSpPr>
              <a:spLocks noChangeAspect="1"/>
            </p:cNvSpPr>
            <p:nvPr/>
          </p:nvSpPr>
          <p:spPr>
            <a:xfrm>
              <a:off x="7629322" y="4298857"/>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72" name="Rectangle 71">
              <a:extLst>
                <a:ext uri="{FF2B5EF4-FFF2-40B4-BE49-F238E27FC236}">
                  <a16:creationId xmlns:a16="http://schemas.microsoft.com/office/drawing/2014/main" id="{D1F3C246-6F36-ACDB-33F3-4C0155C2EE55}"/>
                </a:ext>
              </a:extLst>
            </p:cNvPr>
            <p:cNvSpPr>
              <a:spLocks noChangeAspect="1"/>
            </p:cNvSpPr>
            <p:nvPr/>
          </p:nvSpPr>
          <p:spPr>
            <a:xfrm>
              <a:off x="7896543" y="4298857"/>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73" name="Rectangle 72">
              <a:extLst>
                <a:ext uri="{FF2B5EF4-FFF2-40B4-BE49-F238E27FC236}">
                  <a16:creationId xmlns:a16="http://schemas.microsoft.com/office/drawing/2014/main" id="{C0206298-B650-8F39-2F82-984A0099D9E4}"/>
                </a:ext>
              </a:extLst>
            </p:cNvPr>
            <p:cNvSpPr>
              <a:spLocks noChangeAspect="1"/>
            </p:cNvSpPr>
            <p:nvPr/>
          </p:nvSpPr>
          <p:spPr>
            <a:xfrm>
              <a:off x="8163761" y="4555634"/>
              <a:ext cx="178590" cy="178590"/>
            </a:xfrm>
            <a:prstGeom prst="rect">
              <a:avLst/>
            </a:prstGeom>
            <a:solidFill>
              <a:srgbClr val="006AC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3" name="Rectangle 32">
              <a:extLst>
                <a:ext uri="{FF2B5EF4-FFF2-40B4-BE49-F238E27FC236}">
                  <a16:creationId xmlns:a16="http://schemas.microsoft.com/office/drawing/2014/main" id="{006EC045-2166-BE0C-2096-8EF84A5E3F70}"/>
                </a:ext>
              </a:extLst>
            </p:cNvPr>
            <p:cNvSpPr>
              <a:spLocks noChangeAspect="1"/>
            </p:cNvSpPr>
            <p:nvPr/>
          </p:nvSpPr>
          <p:spPr>
            <a:xfrm>
              <a:off x="7362101" y="4042079"/>
              <a:ext cx="178590" cy="178590"/>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4" name="Rectangle 53">
              <a:extLst>
                <a:ext uri="{FF2B5EF4-FFF2-40B4-BE49-F238E27FC236}">
                  <a16:creationId xmlns:a16="http://schemas.microsoft.com/office/drawing/2014/main" id="{EB789F10-7F71-7D1B-ECE1-B3D6A2427EC1}"/>
                </a:ext>
              </a:extLst>
            </p:cNvPr>
            <p:cNvSpPr>
              <a:spLocks noChangeAspect="1"/>
            </p:cNvSpPr>
            <p:nvPr/>
          </p:nvSpPr>
          <p:spPr>
            <a:xfrm>
              <a:off x="7629322" y="4042079"/>
              <a:ext cx="178590" cy="178590"/>
            </a:xfrm>
            <a:prstGeom prst="rect">
              <a:avLst/>
            </a:prstGeom>
            <a:solidFill>
              <a:srgbClr val="70799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grpSp>
    </p:spTree>
    <p:extLst>
      <p:ext uri="{BB962C8B-B14F-4D97-AF65-F5344CB8AC3E}">
        <p14:creationId xmlns:p14="http://schemas.microsoft.com/office/powerpoint/2010/main" val="1699836395"/>
      </p:ext>
    </p:extLst>
  </p:cSld>
  <p:clrMapOvr>
    <a:masterClrMapping/>
  </p:clrMapOvr>
  <mc:AlternateContent xmlns:mc="http://schemas.openxmlformats.org/markup-compatibility/2006" xmlns:p14="http://schemas.microsoft.com/office/powerpoint/2010/main">
    <mc:Choice Requires="p14">
      <p:transition p14:dur="0"/>
    </mc:Choice>
    <mc:Fallback xmlns:a16="http://schemas.microsoft.com/office/drawing/2014/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89424-CAE3-9E68-7537-516F3E119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D6029-15F7-9783-A5B7-A3AE347ABE2D}"/>
              </a:ext>
            </a:extLst>
          </p:cNvPr>
          <p:cNvSpPr>
            <a:spLocks noGrp="1"/>
          </p:cNvSpPr>
          <p:nvPr>
            <p:ph type="title"/>
          </p:nvPr>
        </p:nvSpPr>
        <p:spPr/>
        <p:txBody>
          <a:bodyPr/>
          <a:lstStyle/>
          <a:p>
            <a:r>
              <a:rPr lang="en-US"/>
              <a:t>Color: Extended palette for charts</a:t>
            </a:r>
          </a:p>
        </p:txBody>
      </p:sp>
      <p:sp>
        <p:nvSpPr>
          <p:cNvPr id="58" name="Content Placeholder 57">
            <a:extLst>
              <a:ext uri="{FF2B5EF4-FFF2-40B4-BE49-F238E27FC236}">
                <a16:creationId xmlns:a16="http://schemas.microsoft.com/office/drawing/2014/main" id="{1EDEF121-A5A9-08C7-0935-431C9EA6001F}"/>
              </a:ext>
            </a:extLst>
          </p:cNvPr>
          <p:cNvSpPr>
            <a:spLocks noGrp="1"/>
          </p:cNvSpPr>
          <p:nvPr>
            <p:ph sz="half" idx="1"/>
          </p:nvPr>
        </p:nvSpPr>
        <p:spPr>
          <a:xfrm>
            <a:off x="457200" y="1527048"/>
            <a:ext cx="4921045" cy="4462272"/>
          </a:xfrm>
        </p:spPr>
        <p:txBody>
          <a:bodyPr vert="horz" lIns="0" tIns="0" rIns="0" bIns="0" rtlCol="0" anchor="t">
            <a:noAutofit/>
          </a:bodyPr>
          <a:lstStyle/>
          <a:p>
            <a:pPr marL="0" indent="0">
              <a:buNone/>
            </a:pPr>
            <a:r>
              <a:rPr lang="en-US"/>
              <a:t>Our extended color palette is available for use if a dataset requires additional colors for comprehension. The colors are numbered in the order they should be used. </a:t>
            </a:r>
          </a:p>
          <a:p>
            <a:pPr marL="0" indent="0">
              <a:buNone/>
            </a:pPr>
            <a:r>
              <a:rPr lang="en-US"/>
              <a:t>Each of these colors have been tested for accessibility, have AA accessibility as a graphical object, and colors 4-11 can accept text labels in either white or Onyx.</a:t>
            </a:r>
          </a:p>
          <a:p>
            <a:pPr marL="0" indent="0">
              <a:buNone/>
            </a:pPr>
            <a:r>
              <a:rPr lang="en-US"/>
              <a:t>The extended palette (colors 4-11) should </a:t>
            </a:r>
            <a:r>
              <a:rPr lang="en-US" b="1"/>
              <a:t>never</a:t>
            </a:r>
            <a:r>
              <a:rPr lang="en-US"/>
              <a:t> be used for text, labels or any purpose other than chart comprehension.</a:t>
            </a:r>
          </a:p>
          <a:p>
            <a:endParaRPr lang="en-US"/>
          </a:p>
        </p:txBody>
      </p:sp>
      <p:sp>
        <p:nvSpPr>
          <p:cNvPr id="6" name="TextBox 5">
            <a:extLst>
              <a:ext uri="{FF2B5EF4-FFF2-40B4-BE49-F238E27FC236}">
                <a16:creationId xmlns:a16="http://schemas.microsoft.com/office/drawing/2014/main" id="{48DF8E98-AAE7-84BB-1A42-837E57056A86}"/>
              </a:ext>
            </a:extLst>
          </p:cNvPr>
          <p:cNvSpPr txBox="1"/>
          <p:nvPr/>
        </p:nvSpPr>
        <p:spPr>
          <a:xfrm>
            <a:off x="9428393" y="2590541"/>
            <a:ext cx="1123074" cy="1005840"/>
          </a:xfrm>
          <a:prstGeom prst="rect">
            <a:avLst/>
          </a:prstGeom>
          <a:solidFill>
            <a:srgbClr val="3C92B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9. Aquamarine</a:t>
            </a:r>
          </a:p>
          <a:p>
            <a:pPr algn="l"/>
            <a:r>
              <a:rPr lang="en-US" sz="1050">
                <a:latin typeface="Gartner Sans" panose="020B0504030402040204" pitchFamily="34" charset="77"/>
              </a:rPr>
              <a:t>#3C92B5</a:t>
            </a:r>
          </a:p>
        </p:txBody>
      </p:sp>
      <p:sp>
        <p:nvSpPr>
          <p:cNvPr id="7" name="TextBox 6">
            <a:extLst>
              <a:ext uri="{FF2B5EF4-FFF2-40B4-BE49-F238E27FC236}">
                <a16:creationId xmlns:a16="http://schemas.microsoft.com/office/drawing/2014/main" id="{1EF768D2-E721-4FC8-6EEE-582253185153}"/>
              </a:ext>
            </a:extLst>
          </p:cNvPr>
          <p:cNvSpPr txBox="1">
            <a:spLocks/>
          </p:cNvSpPr>
          <p:nvPr/>
        </p:nvSpPr>
        <p:spPr>
          <a:xfrm>
            <a:off x="9428393" y="1527048"/>
            <a:ext cx="1123074" cy="1005840"/>
          </a:xfrm>
          <a:prstGeom prst="rect">
            <a:avLst/>
          </a:prstGeom>
          <a:solidFill>
            <a:srgbClr val="167ACB"/>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4. Sapphire</a:t>
            </a:r>
          </a:p>
          <a:p>
            <a:pPr algn="l"/>
            <a:r>
              <a:rPr lang="en-US" sz="1050">
                <a:latin typeface="Gartner Sans" panose="020B0504030402040204" pitchFamily="34" charset="77"/>
              </a:rPr>
              <a:t>#167ACB</a:t>
            </a:r>
          </a:p>
        </p:txBody>
      </p:sp>
      <p:sp>
        <p:nvSpPr>
          <p:cNvPr id="22" name="TextBox 21">
            <a:extLst>
              <a:ext uri="{FF2B5EF4-FFF2-40B4-BE49-F238E27FC236}">
                <a16:creationId xmlns:a16="http://schemas.microsoft.com/office/drawing/2014/main" id="{702E8FA6-DB64-2000-B34E-1BD94846D832}"/>
              </a:ext>
            </a:extLst>
          </p:cNvPr>
          <p:cNvSpPr txBox="1"/>
          <p:nvPr/>
        </p:nvSpPr>
        <p:spPr>
          <a:xfrm>
            <a:off x="5839715" y="2590541"/>
            <a:ext cx="1123074" cy="1005840"/>
          </a:xfrm>
          <a:prstGeom prst="rect">
            <a:avLst/>
          </a:prstGeom>
          <a:solidFill>
            <a:srgbClr val="5A798C"/>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6. Granite</a:t>
            </a:r>
          </a:p>
          <a:p>
            <a:pPr algn="l"/>
            <a:r>
              <a:rPr lang="en-US" sz="1050">
                <a:latin typeface="Gartner Sans" panose="020B0504030402040204" pitchFamily="34" charset="77"/>
              </a:rPr>
              <a:t>#5A798C</a:t>
            </a:r>
          </a:p>
        </p:txBody>
      </p:sp>
      <p:sp>
        <p:nvSpPr>
          <p:cNvPr id="23" name="TextBox 22">
            <a:extLst>
              <a:ext uri="{FF2B5EF4-FFF2-40B4-BE49-F238E27FC236}">
                <a16:creationId xmlns:a16="http://schemas.microsoft.com/office/drawing/2014/main" id="{324C3E53-DDC3-DEB3-3D81-4148D8FFB54D}"/>
              </a:ext>
            </a:extLst>
          </p:cNvPr>
          <p:cNvSpPr txBox="1">
            <a:spLocks/>
          </p:cNvSpPr>
          <p:nvPr/>
        </p:nvSpPr>
        <p:spPr>
          <a:xfrm>
            <a:off x="10614627" y="1527048"/>
            <a:ext cx="1123074" cy="1005840"/>
          </a:xfrm>
          <a:prstGeom prst="rect">
            <a:avLst/>
          </a:prstGeom>
          <a:solidFill>
            <a:srgbClr val="4C8CD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5. Topaz</a:t>
            </a:r>
          </a:p>
          <a:p>
            <a:pPr algn="l"/>
            <a:r>
              <a:rPr lang="en-US" sz="1050">
                <a:latin typeface="Gartner Sans" panose="020B0504030402040204" pitchFamily="34" charset="77"/>
              </a:rPr>
              <a:t>#4C8CD2</a:t>
            </a:r>
          </a:p>
        </p:txBody>
      </p:sp>
      <p:sp>
        <p:nvSpPr>
          <p:cNvPr id="39" name="TextBox 38">
            <a:extLst>
              <a:ext uri="{FF2B5EF4-FFF2-40B4-BE49-F238E27FC236}">
                <a16:creationId xmlns:a16="http://schemas.microsoft.com/office/drawing/2014/main" id="{06374612-3AF4-C0B0-8999-EF86C82C3D58}"/>
              </a:ext>
            </a:extLst>
          </p:cNvPr>
          <p:cNvSpPr txBox="1"/>
          <p:nvPr/>
        </p:nvSpPr>
        <p:spPr>
          <a:xfrm>
            <a:off x="7035941" y="2590541"/>
            <a:ext cx="1123074" cy="1005840"/>
          </a:xfrm>
          <a:prstGeom prst="rect">
            <a:avLst/>
          </a:prstGeom>
          <a:solidFill>
            <a:srgbClr val="9673BE"/>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7. Amethyst</a:t>
            </a:r>
          </a:p>
          <a:p>
            <a:pPr algn="l"/>
            <a:r>
              <a:rPr lang="en-US" sz="1050">
                <a:latin typeface="Gartner Sans" panose="020B0504030402040204" pitchFamily="34" charset="77"/>
              </a:rPr>
              <a:t>#9673BE</a:t>
            </a:r>
          </a:p>
        </p:txBody>
      </p:sp>
      <p:sp>
        <p:nvSpPr>
          <p:cNvPr id="40" name="TextBox 39">
            <a:extLst>
              <a:ext uri="{FF2B5EF4-FFF2-40B4-BE49-F238E27FC236}">
                <a16:creationId xmlns:a16="http://schemas.microsoft.com/office/drawing/2014/main" id="{36575F9C-683D-E84F-DDD9-39EFA1315B19}"/>
              </a:ext>
            </a:extLst>
          </p:cNvPr>
          <p:cNvSpPr txBox="1"/>
          <p:nvPr/>
        </p:nvSpPr>
        <p:spPr>
          <a:xfrm>
            <a:off x="8232167" y="2590541"/>
            <a:ext cx="1123074" cy="1005840"/>
          </a:xfrm>
          <a:prstGeom prst="rect">
            <a:avLst/>
          </a:prstGeom>
          <a:solidFill>
            <a:srgbClr val="6872B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8. Lapis</a:t>
            </a:r>
          </a:p>
          <a:p>
            <a:pPr algn="l"/>
            <a:r>
              <a:rPr lang="en-US" sz="1050">
                <a:latin typeface="Gartner Sans" panose="020B0504030402040204" pitchFamily="34" charset="77"/>
              </a:rPr>
              <a:t>#6872B6</a:t>
            </a:r>
          </a:p>
        </p:txBody>
      </p:sp>
      <p:sp>
        <p:nvSpPr>
          <p:cNvPr id="56" name="TextBox 55">
            <a:extLst>
              <a:ext uri="{FF2B5EF4-FFF2-40B4-BE49-F238E27FC236}">
                <a16:creationId xmlns:a16="http://schemas.microsoft.com/office/drawing/2014/main" id="{40FF584F-CCB4-9A28-D49E-2D1FA88733E0}"/>
              </a:ext>
            </a:extLst>
          </p:cNvPr>
          <p:cNvSpPr txBox="1"/>
          <p:nvPr/>
        </p:nvSpPr>
        <p:spPr>
          <a:xfrm>
            <a:off x="5839714" y="3654034"/>
            <a:ext cx="1123074" cy="1005840"/>
          </a:xfrm>
          <a:prstGeom prst="rect">
            <a:avLst/>
          </a:prstGeom>
          <a:solidFill>
            <a:srgbClr val="58938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11. Jade</a:t>
            </a:r>
          </a:p>
          <a:p>
            <a:pPr algn="l"/>
            <a:r>
              <a:rPr lang="en-US" sz="1050">
                <a:latin typeface="Gartner Sans" panose="020B0504030402040204" pitchFamily="34" charset="77"/>
              </a:rPr>
              <a:t>#589384</a:t>
            </a:r>
          </a:p>
        </p:txBody>
      </p:sp>
      <p:sp>
        <p:nvSpPr>
          <p:cNvPr id="57" name="TextBox 56">
            <a:extLst>
              <a:ext uri="{FF2B5EF4-FFF2-40B4-BE49-F238E27FC236}">
                <a16:creationId xmlns:a16="http://schemas.microsoft.com/office/drawing/2014/main" id="{701013BF-2EEC-B8AD-5E93-194EA598A11C}"/>
              </a:ext>
            </a:extLst>
          </p:cNvPr>
          <p:cNvSpPr txBox="1"/>
          <p:nvPr/>
        </p:nvSpPr>
        <p:spPr>
          <a:xfrm>
            <a:off x="10614627" y="2590541"/>
            <a:ext cx="1123074" cy="1005840"/>
          </a:xfrm>
          <a:prstGeom prst="rect">
            <a:avLst/>
          </a:prstGeom>
          <a:solidFill>
            <a:srgbClr val="0A8F7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defPPr>
              <a:defRPr lang="en-US"/>
            </a:defPPr>
            <a:lvl1pPr algn="ct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50" b="1">
                <a:latin typeface="Gartner Sans" panose="020B0504030402040204" pitchFamily="34" charset="77"/>
              </a:rPr>
              <a:t>10. Emerald</a:t>
            </a:r>
          </a:p>
          <a:p>
            <a:pPr algn="l"/>
            <a:r>
              <a:rPr lang="en-US" sz="1050">
                <a:latin typeface="Gartner Sans" panose="020B0504030402040204" pitchFamily="34" charset="77"/>
              </a:rPr>
              <a:t>#0A8F74</a:t>
            </a:r>
          </a:p>
        </p:txBody>
      </p:sp>
      <p:sp>
        <p:nvSpPr>
          <p:cNvPr id="5" name="Rectangle 4">
            <a:extLst>
              <a:ext uri="{FF2B5EF4-FFF2-40B4-BE49-F238E27FC236}">
                <a16:creationId xmlns:a16="http://schemas.microsoft.com/office/drawing/2014/main" id="{38183C69-3C59-9300-872D-44FB4A230837}"/>
              </a:ext>
            </a:extLst>
          </p:cNvPr>
          <p:cNvSpPr>
            <a:spLocks/>
          </p:cNvSpPr>
          <p:nvPr/>
        </p:nvSpPr>
        <p:spPr>
          <a:xfrm>
            <a:off x="5839715" y="1527048"/>
            <a:ext cx="1123074" cy="1005840"/>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050" b="1">
                <a:solidFill>
                  <a:srgbClr val="FFFFFF"/>
                </a:solidFill>
              </a:rPr>
              <a:t>1. Gartner Blue</a:t>
            </a:r>
            <a:endParaRPr lang="en-US" sz="1050">
              <a:solidFill>
                <a:srgbClr val="FFFFFF"/>
              </a:solidFill>
            </a:endParaRPr>
          </a:p>
          <a:p>
            <a:r>
              <a:rPr lang="en-US" sz="1050">
                <a:solidFill>
                  <a:srgbClr val="FFFFFF"/>
                </a:solidFill>
              </a:rPr>
              <a:t>#002869</a:t>
            </a:r>
          </a:p>
        </p:txBody>
      </p:sp>
      <p:sp>
        <p:nvSpPr>
          <p:cNvPr id="8" name="Rectangle 7">
            <a:extLst>
              <a:ext uri="{FF2B5EF4-FFF2-40B4-BE49-F238E27FC236}">
                <a16:creationId xmlns:a16="http://schemas.microsoft.com/office/drawing/2014/main" id="{58EA0625-D013-D807-C9C0-23A3EAAC4C5F}"/>
              </a:ext>
            </a:extLst>
          </p:cNvPr>
          <p:cNvSpPr>
            <a:spLocks/>
          </p:cNvSpPr>
          <p:nvPr/>
        </p:nvSpPr>
        <p:spPr>
          <a:xfrm>
            <a:off x="7035941" y="1527048"/>
            <a:ext cx="1123074" cy="1005840"/>
          </a:xfrm>
          <a:prstGeom prst="rect">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050" b="1">
                <a:solidFill>
                  <a:srgbClr val="FFFFFF"/>
                </a:solidFill>
              </a:rPr>
              <a:t>2. Cobalt</a:t>
            </a:r>
            <a:endParaRPr lang="en-US" sz="1050">
              <a:solidFill>
                <a:srgbClr val="FFFFFF"/>
              </a:solidFill>
            </a:endParaRPr>
          </a:p>
          <a:p>
            <a:r>
              <a:rPr lang="en-US" sz="1050">
                <a:solidFill>
                  <a:srgbClr val="FFFFFF"/>
                </a:solidFill>
              </a:rPr>
              <a:t>#0057AF</a:t>
            </a:r>
          </a:p>
        </p:txBody>
      </p:sp>
      <p:sp>
        <p:nvSpPr>
          <p:cNvPr id="9" name="Rectangle 8">
            <a:extLst>
              <a:ext uri="{FF2B5EF4-FFF2-40B4-BE49-F238E27FC236}">
                <a16:creationId xmlns:a16="http://schemas.microsoft.com/office/drawing/2014/main" id="{215FBB76-8F89-6C63-0304-540F05EFB3AC}"/>
              </a:ext>
            </a:extLst>
          </p:cNvPr>
          <p:cNvSpPr>
            <a:spLocks/>
          </p:cNvSpPr>
          <p:nvPr/>
        </p:nvSpPr>
        <p:spPr>
          <a:xfrm>
            <a:off x="8232167" y="1527048"/>
            <a:ext cx="1123074" cy="100584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45720" tIns="45720" rIns="45720" bIns="45720" numCol="1" spcCol="0" rtlCol="0" fromWordArt="0" anchor="t" anchorCtr="0" forceAA="0" compatLnSpc="1">
            <a:prstTxWarp prst="textNoShape">
              <a:avLst/>
            </a:prstTxWarp>
            <a:noAutofit/>
          </a:bodyPr>
          <a:lstStyle/>
          <a:p>
            <a:r>
              <a:rPr lang="en-US" sz="1050" b="1">
                <a:solidFill>
                  <a:srgbClr val="FFFFFF"/>
                </a:solidFill>
              </a:rPr>
              <a:t>3. Opal*</a:t>
            </a:r>
            <a:endParaRPr lang="en-US" sz="1050">
              <a:solidFill>
                <a:srgbClr val="FFFFFF"/>
              </a:solidFill>
            </a:endParaRPr>
          </a:p>
          <a:p>
            <a:r>
              <a:rPr lang="en-US" sz="1050">
                <a:solidFill>
                  <a:srgbClr val="FFFFFF"/>
                </a:solidFill>
              </a:rPr>
              <a:t>#1F96FF</a:t>
            </a:r>
          </a:p>
          <a:p>
            <a:endParaRPr lang="en-US" sz="1050">
              <a:solidFill>
                <a:srgbClr val="FFFFFF"/>
              </a:solidFill>
            </a:endParaRPr>
          </a:p>
          <a:p>
            <a:r>
              <a:rPr lang="en-US" sz="1050">
                <a:solidFill>
                  <a:srgbClr val="FFFFFF"/>
                </a:solidFill>
              </a:rPr>
              <a:t>*on white or </a:t>
            </a:r>
            <a:br>
              <a:rPr lang="en-US" sz="1050">
                <a:solidFill>
                  <a:srgbClr val="FFFFFF"/>
                </a:solidFill>
              </a:rPr>
            </a:br>
            <a:r>
              <a:rPr lang="en-US" sz="1050">
                <a:solidFill>
                  <a:srgbClr val="FFFFFF"/>
                </a:solidFill>
              </a:rPr>
              <a:t>dark </a:t>
            </a:r>
            <a:r>
              <a:rPr lang="en-US" sz="1050" err="1">
                <a:solidFill>
                  <a:srgbClr val="FFFFFF"/>
                </a:solidFill>
              </a:rPr>
              <a:t>bkgrnd</a:t>
            </a:r>
            <a:endParaRPr lang="en-US" sz="1050">
              <a:solidFill>
                <a:srgbClr val="FFFFFF"/>
              </a:solidFill>
            </a:endParaRPr>
          </a:p>
        </p:txBody>
      </p:sp>
      <p:grpSp>
        <p:nvGrpSpPr>
          <p:cNvPr id="4" name="Group 3">
            <a:extLst>
              <a:ext uri="{FF2B5EF4-FFF2-40B4-BE49-F238E27FC236}">
                <a16:creationId xmlns:a16="http://schemas.microsoft.com/office/drawing/2014/main" id="{D84541A6-6A47-BBBC-FB45-4068FB70B3AD}"/>
              </a:ext>
            </a:extLst>
          </p:cNvPr>
          <p:cNvGrpSpPr/>
          <p:nvPr/>
        </p:nvGrpSpPr>
        <p:grpSpPr>
          <a:xfrm>
            <a:off x="7851891" y="4177795"/>
            <a:ext cx="2765326" cy="1276547"/>
            <a:chOff x="448581" y="2751663"/>
            <a:chExt cx="2765326" cy="1276547"/>
          </a:xfrm>
        </p:grpSpPr>
        <p:sp>
          <p:nvSpPr>
            <p:cNvPr id="10" name="Rectangle 9">
              <a:extLst>
                <a:ext uri="{FF2B5EF4-FFF2-40B4-BE49-F238E27FC236}">
                  <a16:creationId xmlns:a16="http://schemas.microsoft.com/office/drawing/2014/main" id="{15D766B4-DCAC-5F7D-BBAB-3682A6775464}"/>
                </a:ext>
              </a:extLst>
            </p:cNvPr>
            <p:cNvSpPr>
              <a:spLocks noChangeAspect="1"/>
            </p:cNvSpPr>
            <p:nvPr/>
          </p:nvSpPr>
          <p:spPr>
            <a:xfrm>
              <a:off x="537483" y="2995932"/>
              <a:ext cx="178590" cy="178590"/>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1</a:t>
              </a:r>
            </a:p>
          </p:txBody>
        </p:sp>
        <p:sp>
          <p:nvSpPr>
            <p:cNvPr id="12" name="Rectangle 11">
              <a:extLst>
                <a:ext uri="{FF2B5EF4-FFF2-40B4-BE49-F238E27FC236}">
                  <a16:creationId xmlns:a16="http://schemas.microsoft.com/office/drawing/2014/main" id="{E0AAD5EC-0E09-8DC6-3660-4C194C519786}"/>
                </a:ext>
              </a:extLst>
            </p:cNvPr>
            <p:cNvSpPr>
              <a:spLocks noChangeAspect="1"/>
            </p:cNvSpPr>
            <p:nvPr/>
          </p:nvSpPr>
          <p:spPr>
            <a:xfrm>
              <a:off x="804704" y="2995932"/>
              <a:ext cx="178590" cy="178590"/>
            </a:xfrm>
            <a:prstGeom prst="rect">
              <a:avLst/>
            </a:prstGeom>
            <a:solidFill>
              <a:srgbClr val="0057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2</a:t>
              </a:r>
            </a:p>
          </p:txBody>
        </p:sp>
        <p:sp>
          <p:nvSpPr>
            <p:cNvPr id="13" name="Rectangle 12">
              <a:extLst>
                <a:ext uri="{FF2B5EF4-FFF2-40B4-BE49-F238E27FC236}">
                  <a16:creationId xmlns:a16="http://schemas.microsoft.com/office/drawing/2014/main" id="{F682BEBA-45BA-26A3-48E8-FEF77E9BEC78}"/>
                </a:ext>
              </a:extLst>
            </p:cNvPr>
            <p:cNvSpPr>
              <a:spLocks noChangeAspect="1"/>
            </p:cNvSpPr>
            <p:nvPr/>
          </p:nvSpPr>
          <p:spPr>
            <a:xfrm>
              <a:off x="1071925" y="2995932"/>
              <a:ext cx="178590" cy="178590"/>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3</a:t>
              </a:r>
            </a:p>
          </p:txBody>
        </p:sp>
        <p:sp>
          <p:nvSpPr>
            <p:cNvPr id="14" name="Rectangle 13">
              <a:extLst>
                <a:ext uri="{FF2B5EF4-FFF2-40B4-BE49-F238E27FC236}">
                  <a16:creationId xmlns:a16="http://schemas.microsoft.com/office/drawing/2014/main" id="{BE7473C8-B83A-25BB-8553-850AD14B165B}"/>
                </a:ext>
              </a:extLst>
            </p:cNvPr>
            <p:cNvSpPr>
              <a:spLocks noChangeAspect="1"/>
            </p:cNvSpPr>
            <p:nvPr/>
          </p:nvSpPr>
          <p:spPr>
            <a:xfrm>
              <a:off x="1339146" y="2995932"/>
              <a:ext cx="178590" cy="178590"/>
            </a:xfrm>
            <a:prstGeom prst="rect">
              <a:avLst/>
            </a:prstGeom>
            <a:solidFill>
              <a:srgbClr val="167AC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4</a:t>
              </a:r>
            </a:p>
          </p:txBody>
        </p:sp>
        <p:sp>
          <p:nvSpPr>
            <p:cNvPr id="15" name="Rectangle 14">
              <a:extLst>
                <a:ext uri="{FF2B5EF4-FFF2-40B4-BE49-F238E27FC236}">
                  <a16:creationId xmlns:a16="http://schemas.microsoft.com/office/drawing/2014/main" id="{CCF4A09D-19DF-FD8A-97D9-CB6D76575616}"/>
                </a:ext>
              </a:extLst>
            </p:cNvPr>
            <p:cNvSpPr>
              <a:spLocks noChangeAspect="1"/>
            </p:cNvSpPr>
            <p:nvPr/>
          </p:nvSpPr>
          <p:spPr>
            <a:xfrm>
              <a:off x="1606367" y="2995932"/>
              <a:ext cx="178590" cy="178590"/>
            </a:xfrm>
            <a:prstGeom prst="rect">
              <a:avLst/>
            </a:prstGeom>
            <a:solidFill>
              <a:srgbClr val="4C8C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5</a:t>
              </a:r>
            </a:p>
          </p:txBody>
        </p:sp>
        <p:sp>
          <p:nvSpPr>
            <p:cNvPr id="16" name="Rectangle 15">
              <a:extLst>
                <a:ext uri="{FF2B5EF4-FFF2-40B4-BE49-F238E27FC236}">
                  <a16:creationId xmlns:a16="http://schemas.microsoft.com/office/drawing/2014/main" id="{80339DE0-83A5-6587-3FA6-F17AB55A5BC3}"/>
                </a:ext>
              </a:extLst>
            </p:cNvPr>
            <p:cNvSpPr>
              <a:spLocks noChangeAspect="1"/>
            </p:cNvSpPr>
            <p:nvPr/>
          </p:nvSpPr>
          <p:spPr>
            <a:xfrm>
              <a:off x="1873588" y="3253251"/>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17" name="Rectangle 16">
              <a:extLst>
                <a:ext uri="{FF2B5EF4-FFF2-40B4-BE49-F238E27FC236}">
                  <a16:creationId xmlns:a16="http://schemas.microsoft.com/office/drawing/2014/main" id="{55430848-5F04-D4DE-955E-CE41B4994915}"/>
                </a:ext>
              </a:extLst>
            </p:cNvPr>
            <p:cNvSpPr>
              <a:spLocks noChangeAspect="1"/>
            </p:cNvSpPr>
            <p:nvPr/>
          </p:nvSpPr>
          <p:spPr>
            <a:xfrm>
              <a:off x="537483" y="3252890"/>
              <a:ext cx="178590" cy="178590"/>
            </a:xfrm>
            <a:prstGeom prst="rect">
              <a:avLst/>
            </a:prstGeom>
            <a:solidFill>
              <a:srgbClr val="5A79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6</a:t>
              </a:r>
            </a:p>
          </p:txBody>
        </p:sp>
        <p:sp>
          <p:nvSpPr>
            <p:cNvPr id="18" name="Rectangle 17">
              <a:extLst>
                <a:ext uri="{FF2B5EF4-FFF2-40B4-BE49-F238E27FC236}">
                  <a16:creationId xmlns:a16="http://schemas.microsoft.com/office/drawing/2014/main" id="{7C9B9C57-AE06-7272-0631-CDC172B9D8ED}"/>
                </a:ext>
              </a:extLst>
            </p:cNvPr>
            <p:cNvSpPr>
              <a:spLocks noChangeAspect="1"/>
            </p:cNvSpPr>
            <p:nvPr/>
          </p:nvSpPr>
          <p:spPr>
            <a:xfrm>
              <a:off x="804704" y="3252890"/>
              <a:ext cx="178590" cy="178590"/>
            </a:xfrm>
            <a:prstGeom prst="rect">
              <a:avLst/>
            </a:prstGeom>
            <a:solidFill>
              <a:srgbClr val="9673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7</a:t>
              </a:r>
            </a:p>
          </p:txBody>
        </p:sp>
        <p:sp>
          <p:nvSpPr>
            <p:cNvPr id="19" name="Rectangle 18">
              <a:extLst>
                <a:ext uri="{FF2B5EF4-FFF2-40B4-BE49-F238E27FC236}">
                  <a16:creationId xmlns:a16="http://schemas.microsoft.com/office/drawing/2014/main" id="{6F387074-1AB6-4059-0BC5-A980AFAAC7C6}"/>
                </a:ext>
              </a:extLst>
            </p:cNvPr>
            <p:cNvSpPr>
              <a:spLocks noChangeAspect="1"/>
            </p:cNvSpPr>
            <p:nvPr/>
          </p:nvSpPr>
          <p:spPr>
            <a:xfrm>
              <a:off x="1071925" y="3252890"/>
              <a:ext cx="178590" cy="178590"/>
            </a:xfrm>
            <a:prstGeom prst="rect">
              <a:avLst/>
            </a:prstGeom>
            <a:solidFill>
              <a:srgbClr val="6872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8</a:t>
              </a:r>
            </a:p>
          </p:txBody>
        </p:sp>
        <p:sp>
          <p:nvSpPr>
            <p:cNvPr id="20" name="Rectangle 19">
              <a:extLst>
                <a:ext uri="{FF2B5EF4-FFF2-40B4-BE49-F238E27FC236}">
                  <a16:creationId xmlns:a16="http://schemas.microsoft.com/office/drawing/2014/main" id="{3EBC23B6-5C07-8E0C-1511-079147D6EA8F}"/>
                </a:ext>
              </a:extLst>
            </p:cNvPr>
            <p:cNvSpPr>
              <a:spLocks noChangeAspect="1"/>
            </p:cNvSpPr>
            <p:nvPr/>
          </p:nvSpPr>
          <p:spPr>
            <a:xfrm>
              <a:off x="1339146" y="3252890"/>
              <a:ext cx="178590" cy="178590"/>
            </a:xfrm>
            <a:prstGeom prst="rect">
              <a:avLst/>
            </a:prstGeom>
            <a:solidFill>
              <a:srgbClr val="3C92B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9</a:t>
              </a:r>
            </a:p>
          </p:txBody>
        </p:sp>
        <p:sp>
          <p:nvSpPr>
            <p:cNvPr id="21" name="Rectangle 20">
              <a:extLst>
                <a:ext uri="{FF2B5EF4-FFF2-40B4-BE49-F238E27FC236}">
                  <a16:creationId xmlns:a16="http://schemas.microsoft.com/office/drawing/2014/main" id="{7E7352B7-8212-5A72-488C-C65D4BFADD5A}"/>
                </a:ext>
              </a:extLst>
            </p:cNvPr>
            <p:cNvSpPr>
              <a:spLocks noChangeAspect="1"/>
            </p:cNvSpPr>
            <p:nvPr/>
          </p:nvSpPr>
          <p:spPr>
            <a:xfrm>
              <a:off x="1606367" y="3252890"/>
              <a:ext cx="178590" cy="178590"/>
            </a:xfrm>
            <a:prstGeom prst="rect">
              <a:avLst/>
            </a:prstGeom>
            <a:solidFill>
              <a:srgbClr val="0A8F7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10</a:t>
              </a:r>
            </a:p>
          </p:txBody>
        </p:sp>
        <p:sp>
          <p:nvSpPr>
            <p:cNvPr id="24" name="Rectangle 23">
              <a:extLst>
                <a:ext uri="{FF2B5EF4-FFF2-40B4-BE49-F238E27FC236}">
                  <a16:creationId xmlns:a16="http://schemas.microsoft.com/office/drawing/2014/main" id="{4E231CB0-E81B-DCCC-809E-ED2BE645E3F3}"/>
                </a:ext>
              </a:extLst>
            </p:cNvPr>
            <p:cNvSpPr>
              <a:spLocks noChangeAspect="1"/>
            </p:cNvSpPr>
            <p:nvPr/>
          </p:nvSpPr>
          <p:spPr>
            <a:xfrm>
              <a:off x="2140809" y="3253251"/>
              <a:ext cx="178590" cy="178590"/>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5" name="Rectangle 24">
              <a:extLst>
                <a:ext uri="{FF2B5EF4-FFF2-40B4-BE49-F238E27FC236}">
                  <a16:creationId xmlns:a16="http://schemas.microsoft.com/office/drawing/2014/main" id="{46E24DA0-C70C-3E1F-B64D-6D144C028456}"/>
                </a:ext>
              </a:extLst>
            </p:cNvPr>
            <p:cNvSpPr>
              <a:spLocks noChangeAspect="1"/>
            </p:cNvSpPr>
            <p:nvPr/>
          </p:nvSpPr>
          <p:spPr>
            <a:xfrm>
              <a:off x="1873588"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6" name="Rectangle 25">
              <a:extLst>
                <a:ext uri="{FF2B5EF4-FFF2-40B4-BE49-F238E27FC236}">
                  <a16:creationId xmlns:a16="http://schemas.microsoft.com/office/drawing/2014/main" id="{34D908A3-7CBB-73EF-E9C2-DE4C5AEB5F86}"/>
                </a:ext>
              </a:extLst>
            </p:cNvPr>
            <p:cNvSpPr>
              <a:spLocks noChangeAspect="1"/>
            </p:cNvSpPr>
            <p:nvPr/>
          </p:nvSpPr>
          <p:spPr>
            <a:xfrm>
              <a:off x="537483" y="3510029"/>
              <a:ext cx="178590" cy="178590"/>
            </a:xfrm>
            <a:prstGeom prst="rect">
              <a:avLst/>
            </a:prstGeom>
            <a:solidFill>
              <a:srgbClr val="58938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000"/>
                <a:t>11</a:t>
              </a:r>
            </a:p>
          </p:txBody>
        </p:sp>
        <p:sp>
          <p:nvSpPr>
            <p:cNvPr id="27" name="Rectangle 26">
              <a:extLst>
                <a:ext uri="{FF2B5EF4-FFF2-40B4-BE49-F238E27FC236}">
                  <a16:creationId xmlns:a16="http://schemas.microsoft.com/office/drawing/2014/main" id="{D4627698-3746-7FF4-D845-A506F1954468}"/>
                </a:ext>
              </a:extLst>
            </p:cNvPr>
            <p:cNvSpPr>
              <a:spLocks noChangeAspect="1"/>
            </p:cNvSpPr>
            <p:nvPr/>
          </p:nvSpPr>
          <p:spPr>
            <a:xfrm>
              <a:off x="804704"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8" name="Rectangle 27">
              <a:extLst>
                <a:ext uri="{FF2B5EF4-FFF2-40B4-BE49-F238E27FC236}">
                  <a16:creationId xmlns:a16="http://schemas.microsoft.com/office/drawing/2014/main" id="{24D9D6DB-3836-04F5-3299-75099B08FBBC}"/>
                </a:ext>
              </a:extLst>
            </p:cNvPr>
            <p:cNvSpPr>
              <a:spLocks noChangeAspect="1"/>
            </p:cNvSpPr>
            <p:nvPr/>
          </p:nvSpPr>
          <p:spPr>
            <a:xfrm>
              <a:off x="1071925"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29" name="Rectangle 28">
              <a:extLst>
                <a:ext uri="{FF2B5EF4-FFF2-40B4-BE49-F238E27FC236}">
                  <a16:creationId xmlns:a16="http://schemas.microsoft.com/office/drawing/2014/main" id="{57AB7045-4FDF-0BA1-9F37-AA06142F52E6}"/>
                </a:ext>
              </a:extLst>
            </p:cNvPr>
            <p:cNvSpPr>
              <a:spLocks noChangeAspect="1"/>
            </p:cNvSpPr>
            <p:nvPr/>
          </p:nvSpPr>
          <p:spPr>
            <a:xfrm>
              <a:off x="1339146"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0" name="Rectangle 29">
              <a:extLst>
                <a:ext uri="{FF2B5EF4-FFF2-40B4-BE49-F238E27FC236}">
                  <a16:creationId xmlns:a16="http://schemas.microsoft.com/office/drawing/2014/main" id="{4C41136B-D26F-A206-C25D-1FD3DD50C9E5}"/>
                </a:ext>
              </a:extLst>
            </p:cNvPr>
            <p:cNvSpPr>
              <a:spLocks noChangeAspect="1"/>
            </p:cNvSpPr>
            <p:nvPr/>
          </p:nvSpPr>
          <p:spPr>
            <a:xfrm>
              <a:off x="1606367" y="3509848"/>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1" name="Rectangle 30">
              <a:extLst>
                <a:ext uri="{FF2B5EF4-FFF2-40B4-BE49-F238E27FC236}">
                  <a16:creationId xmlns:a16="http://schemas.microsoft.com/office/drawing/2014/main" id="{2343FB38-9C05-652A-C602-0859FA78F43B}"/>
                </a:ext>
              </a:extLst>
            </p:cNvPr>
            <p:cNvSpPr>
              <a:spLocks noChangeAspect="1"/>
            </p:cNvSpPr>
            <p:nvPr/>
          </p:nvSpPr>
          <p:spPr>
            <a:xfrm>
              <a:off x="2140809"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2" name="TextBox 31">
              <a:extLst>
                <a:ext uri="{FF2B5EF4-FFF2-40B4-BE49-F238E27FC236}">
                  <a16:creationId xmlns:a16="http://schemas.microsoft.com/office/drawing/2014/main" id="{E4C3F85D-CA4D-0F64-9697-00130971E403}"/>
                </a:ext>
              </a:extLst>
            </p:cNvPr>
            <p:cNvSpPr txBox="1"/>
            <p:nvPr/>
          </p:nvSpPr>
          <p:spPr>
            <a:xfrm>
              <a:off x="448581" y="2751663"/>
              <a:ext cx="2765326" cy="1276547"/>
            </a:xfrm>
            <a:prstGeom prst="rect">
              <a:avLst/>
            </a:prstGeom>
            <a:noFill/>
            <a:ln w="12700">
              <a:solidFill>
                <a:srgbClr val="707996"/>
              </a:solidFill>
            </a:ln>
          </p:spPr>
          <p:txBody>
            <a:bodyPr wrap="square" lIns="91440" rIns="0" rtlCol="0">
              <a:noAutofit/>
            </a:bodyPr>
            <a:lstStyle>
              <a:defPPr>
                <a:defRPr lang="en-US"/>
              </a:defPPr>
              <a:lvl1pPr>
                <a:defRPr sz="1000">
                  <a:solidFill>
                    <a:srgbClr val="00002D"/>
                  </a:solidFill>
                </a:defRPr>
              </a:lvl1pPr>
            </a:lstStyle>
            <a:p>
              <a:r>
                <a:rPr lang="en-US"/>
                <a:t>Custom Colors</a:t>
              </a:r>
            </a:p>
          </p:txBody>
        </p:sp>
        <p:sp>
          <p:nvSpPr>
            <p:cNvPr id="33" name="Rectangle 32">
              <a:extLst>
                <a:ext uri="{FF2B5EF4-FFF2-40B4-BE49-F238E27FC236}">
                  <a16:creationId xmlns:a16="http://schemas.microsoft.com/office/drawing/2014/main" id="{95E1C6A2-ACDE-C825-90DF-93F0FCE4A665}"/>
                </a:ext>
              </a:extLst>
            </p:cNvPr>
            <p:cNvSpPr>
              <a:spLocks noChangeAspect="1"/>
            </p:cNvSpPr>
            <p:nvPr/>
          </p:nvSpPr>
          <p:spPr>
            <a:xfrm>
              <a:off x="1873588"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4" name="Rectangle 33">
              <a:extLst>
                <a:ext uri="{FF2B5EF4-FFF2-40B4-BE49-F238E27FC236}">
                  <a16:creationId xmlns:a16="http://schemas.microsoft.com/office/drawing/2014/main" id="{01001734-636A-3FC9-3188-67BB40327C0A}"/>
                </a:ext>
              </a:extLst>
            </p:cNvPr>
            <p:cNvSpPr>
              <a:spLocks noChangeAspect="1"/>
            </p:cNvSpPr>
            <p:nvPr/>
          </p:nvSpPr>
          <p:spPr>
            <a:xfrm>
              <a:off x="537483"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5" name="Rectangle 34">
              <a:extLst>
                <a:ext uri="{FF2B5EF4-FFF2-40B4-BE49-F238E27FC236}">
                  <a16:creationId xmlns:a16="http://schemas.microsoft.com/office/drawing/2014/main" id="{F57BDA6B-0D93-92AF-DEB1-BFF0207C155F}"/>
                </a:ext>
              </a:extLst>
            </p:cNvPr>
            <p:cNvSpPr>
              <a:spLocks noChangeAspect="1"/>
            </p:cNvSpPr>
            <p:nvPr/>
          </p:nvSpPr>
          <p:spPr>
            <a:xfrm>
              <a:off x="804704"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6" name="Rectangle 35">
              <a:extLst>
                <a:ext uri="{FF2B5EF4-FFF2-40B4-BE49-F238E27FC236}">
                  <a16:creationId xmlns:a16="http://schemas.microsoft.com/office/drawing/2014/main" id="{E3AE24C6-B244-C25A-4D74-C832FAA7D239}"/>
                </a:ext>
              </a:extLst>
            </p:cNvPr>
            <p:cNvSpPr>
              <a:spLocks noChangeAspect="1"/>
            </p:cNvSpPr>
            <p:nvPr/>
          </p:nvSpPr>
          <p:spPr>
            <a:xfrm>
              <a:off x="1071925"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7" name="Rectangle 36">
              <a:extLst>
                <a:ext uri="{FF2B5EF4-FFF2-40B4-BE49-F238E27FC236}">
                  <a16:creationId xmlns:a16="http://schemas.microsoft.com/office/drawing/2014/main" id="{2AE22A54-200B-ED04-341A-124ECB61672F}"/>
                </a:ext>
              </a:extLst>
            </p:cNvPr>
            <p:cNvSpPr>
              <a:spLocks noChangeAspect="1"/>
            </p:cNvSpPr>
            <p:nvPr/>
          </p:nvSpPr>
          <p:spPr>
            <a:xfrm>
              <a:off x="1339146"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38" name="Rectangle 37">
              <a:extLst>
                <a:ext uri="{FF2B5EF4-FFF2-40B4-BE49-F238E27FC236}">
                  <a16:creationId xmlns:a16="http://schemas.microsoft.com/office/drawing/2014/main" id="{210824D8-D1A1-7FFC-26AF-360F1C4F873C}"/>
                </a:ext>
              </a:extLst>
            </p:cNvPr>
            <p:cNvSpPr>
              <a:spLocks noChangeAspect="1"/>
            </p:cNvSpPr>
            <p:nvPr/>
          </p:nvSpPr>
          <p:spPr>
            <a:xfrm>
              <a:off x="1606367"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1" name="Rectangle 40">
              <a:extLst>
                <a:ext uri="{FF2B5EF4-FFF2-40B4-BE49-F238E27FC236}">
                  <a16:creationId xmlns:a16="http://schemas.microsoft.com/office/drawing/2014/main" id="{0D704A18-2741-5C74-7D02-32E7FC66F5E0}"/>
                </a:ext>
              </a:extLst>
            </p:cNvPr>
            <p:cNvSpPr>
              <a:spLocks noChangeAspect="1"/>
            </p:cNvSpPr>
            <p:nvPr/>
          </p:nvSpPr>
          <p:spPr>
            <a:xfrm>
              <a:off x="2140809"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2" name="Rectangle 41">
              <a:extLst>
                <a:ext uri="{FF2B5EF4-FFF2-40B4-BE49-F238E27FC236}">
                  <a16:creationId xmlns:a16="http://schemas.microsoft.com/office/drawing/2014/main" id="{BEC60588-F695-30E5-5753-ECFBD0810EEA}"/>
                </a:ext>
              </a:extLst>
            </p:cNvPr>
            <p:cNvSpPr>
              <a:spLocks noChangeAspect="1"/>
            </p:cNvSpPr>
            <p:nvPr/>
          </p:nvSpPr>
          <p:spPr>
            <a:xfrm>
              <a:off x="1873588" y="2996473"/>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3" name="Rectangle 42">
              <a:extLst>
                <a:ext uri="{FF2B5EF4-FFF2-40B4-BE49-F238E27FC236}">
                  <a16:creationId xmlns:a16="http://schemas.microsoft.com/office/drawing/2014/main" id="{CCA897C1-81C9-1E5A-8A0D-69366057D880}"/>
                </a:ext>
              </a:extLst>
            </p:cNvPr>
            <p:cNvSpPr>
              <a:spLocks noChangeAspect="1"/>
            </p:cNvSpPr>
            <p:nvPr/>
          </p:nvSpPr>
          <p:spPr>
            <a:xfrm>
              <a:off x="2140809" y="2996473"/>
              <a:ext cx="178590" cy="178590"/>
            </a:xfrm>
            <a:prstGeom prst="rect">
              <a:avLst/>
            </a:prstGeom>
            <a:solidFill>
              <a:srgbClr val="B8D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4" name="Rectangle 43">
              <a:extLst>
                <a:ext uri="{FF2B5EF4-FFF2-40B4-BE49-F238E27FC236}">
                  <a16:creationId xmlns:a16="http://schemas.microsoft.com/office/drawing/2014/main" id="{114C0D50-D641-ACE2-0843-F8D4F8593F8A}"/>
                </a:ext>
              </a:extLst>
            </p:cNvPr>
            <p:cNvSpPr>
              <a:spLocks noChangeAspect="1"/>
            </p:cNvSpPr>
            <p:nvPr/>
          </p:nvSpPr>
          <p:spPr>
            <a:xfrm>
              <a:off x="2408030" y="2996473"/>
              <a:ext cx="178590" cy="178590"/>
            </a:xfrm>
            <a:prstGeom prst="rect">
              <a:avLst/>
            </a:prstGeom>
            <a:solidFill>
              <a:srgbClr val="E361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5" name="Rectangle 44">
              <a:extLst>
                <a:ext uri="{FF2B5EF4-FFF2-40B4-BE49-F238E27FC236}">
                  <a16:creationId xmlns:a16="http://schemas.microsoft.com/office/drawing/2014/main" id="{147E3241-87D8-0F04-BE94-F8BC489848F4}"/>
                </a:ext>
              </a:extLst>
            </p:cNvPr>
            <p:cNvSpPr>
              <a:spLocks noChangeAspect="1"/>
            </p:cNvSpPr>
            <p:nvPr/>
          </p:nvSpPr>
          <p:spPr>
            <a:xfrm>
              <a:off x="2675251" y="2996473"/>
              <a:ext cx="178590" cy="178590"/>
            </a:xfrm>
            <a:prstGeom prst="rect">
              <a:avLst/>
            </a:prstGeom>
            <a:solidFill>
              <a:srgbClr val="00002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6" name="Rectangle 45">
              <a:extLst>
                <a:ext uri="{FF2B5EF4-FFF2-40B4-BE49-F238E27FC236}">
                  <a16:creationId xmlns:a16="http://schemas.microsoft.com/office/drawing/2014/main" id="{CE3B3350-960D-D1B2-D2EC-96A6E9405506}"/>
                </a:ext>
              </a:extLst>
            </p:cNvPr>
            <p:cNvSpPr>
              <a:spLocks noChangeAspect="1"/>
            </p:cNvSpPr>
            <p:nvPr/>
          </p:nvSpPr>
          <p:spPr>
            <a:xfrm>
              <a:off x="2942469" y="2996473"/>
              <a:ext cx="178590" cy="178590"/>
            </a:xfrm>
            <a:prstGeom prst="rect">
              <a:avLst/>
            </a:prstGeom>
            <a:solidFill>
              <a:srgbClr val="DE0A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7" name="Rectangle 46">
              <a:extLst>
                <a:ext uri="{FF2B5EF4-FFF2-40B4-BE49-F238E27FC236}">
                  <a16:creationId xmlns:a16="http://schemas.microsoft.com/office/drawing/2014/main" id="{267B6D81-1696-199D-A4E1-B069C57D79A5}"/>
                </a:ext>
              </a:extLst>
            </p:cNvPr>
            <p:cNvSpPr>
              <a:spLocks noChangeAspect="1"/>
            </p:cNvSpPr>
            <p:nvPr/>
          </p:nvSpPr>
          <p:spPr>
            <a:xfrm>
              <a:off x="2942469" y="3253251"/>
              <a:ext cx="178590" cy="178590"/>
            </a:xfrm>
            <a:prstGeom prst="rect">
              <a:avLst/>
            </a:prstGeom>
            <a:solidFill>
              <a:srgbClr val="F5AB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8" name="Rectangle 47">
              <a:extLst>
                <a:ext uri="{FF2B5EF4-FFF2-40B4-BE49-F238E27FC236}">
                  <a16:creationId xmlns:a16="http://schemas.microsoft.com/office/drawing/2014/main" id="{2555A2E9-059A-9168-6D02-BD0D89274043}"/>
                </a:ext>
              </a:extLst>
            </p:cNvPr>
            <p:cNvSpPr>
              <a:spLocks noChangeAspect="1"/>
            </p:cNvSpPr>
            <p:nvPr/>
          </p:nvSpPr>
          <p:spPr>
            <a:xfrm>
              <a:off x="2408030" y="3253251"/>
              <a:ext cx="178590" cy="178590"/>
            </a:xfrm>
            <a:prstGeom prst="rect">
              <a:avLst/>
            </a:prstGeom>
            <a:solidFill>
              <a:srgbClr val="70799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49" name="Rectangle 48">
              <a:extLst>
                <a:ext uri="{FF2B5EF4-FFF2-40B4-BE49-F238E27FC236}">
                  <a16:creationId xmlns:a16="http://schemas.microsoft.com/office/drawing/2014/main" id="{D24AA36B-6BBF-7578-50B0-788B0721EAB0}"/>
                </a:ext>
              </a:extLst>
            </p:cNvPr>
            <p:cNvSpPr>
              <a:spLocks noChangeAspect="1"/>
            </p:cNvSpPr>
            <p:nvPr/>
          </p:nvSpPr>
          <p:spPr>
            <a:xfrm>
              <a:off x="2675251" y="3253251"/>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0" name="Rectangle 49">
              <a:extLst>
                <a:ext uri="{FF2B5EF4-FFF2-40B4-BE49-F238E27FC236}">
                  <a16:creationId xmlns:a16="http://schemas.microsoft.com/office/drawing/2014/main" id="{C6D8AA1A-5982-1D99-52B0-0601A934A2B4}"/>
                </a:ext>
              </a:extLst>
            </p:cNvPr>
            <p:cNvSpPr>
              <a:spLocks noChangeAspect="1"/>
            </p:cNvSpPr>
            <p:nvPr/>
          </p:nvSpPr>
          <p:spPr>
            <a:xfrm>
              <a:off x="2942469" y="3510029"/>
              <a:ext cx="178590" cy="178590"/>
            </a:xfrm>
            <a:prstGeom prst="rect">
              <a:avLst/>
            </a:prstGeom>
            <a:solidFill>
              <a:srgbClr val="00A76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1" name="Rectangle 50">
              <a:extLst>
                <a:ext uri="{FF2B5EF4-FFF2-40B4-BE49-F238E27FC236}">
                  <a16:creationId xmlns:a16="http://schemas.microsoft.com/office/drawing/2014/main" id="{65659776-67F1-A515-1B9E-971CF6B197DB}"/>
                </a:ext>
              </a:extLst>
            </p:cNvPr>
            <p:cNvSpPr>
              <a:spLocks noChangeAspect="1"/>
            </p:cNvSpPr>
            <p:nvPr/>
          </p:nvSpPr>
          <p:spPr>
            <a:xfrm>
              <a:off x="2408030"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2" name="Rectangle 51">
              <a:extLst>
                <a:ext uri="{FF2B5EF4-FFF2-40B4-BE49-F238E27FC236}">
                  <a16:creationId xmlns:a16="http://schemas.microsoft.com/office/drawing/2014/main" id="{2CB2FAA7-4D5E-0362-4ED6-577526403D90}"/>
                </a:ext>
              </a:extLst>
            </p:cNvPr>
            <p:cNvSpPr>
              <a:spLocks noChangeAspect="1"/>
            </p:cNvSpPr>
            <p:nvPr/>
          </p:nvSpPr>
          <p:spPr>
            <a:xfrm>
              <a:off x="2675251" y="3766806"/>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3" name="Rectangle 52">
              <a:extLst>
                <a:ext uri="{FF2B5EF4-FFF2-40B4-BE49-F238E27FC236}">
                  <a16:creationId xmlns:a16="http://schemas.microsoft.com/office/drawing/2014/main" id="{87AC59DC-3DF5-9887-4105-3DF800E87B92}"/>
                </a:ext>
              </a:extLst>
            </p:cNvPr>
            <p:cNvSpPr>
              <a:spLocks noChangeAspect="1"/>
            </p:cNvSpPr>
            <p:nvPr/>
          </p:nvSpPr>
          <p:spPr>
            <a:xfrm>
              <a:off x="2408030"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4" name="Rectangle 53">
              <a:extLst>
                <a:ext uri="{FF2B5EF4-FFF2-40B4-BE49-F238E27FC236}">
                  <a16:creationId xmlns:a16="http://schemas.microsoft.com/office/drawing/2014/main" id="{3B1F72A2-B670-EAC4-1CC2-4B125DC7FD59}"/>
                </a:ext>
              </a:extLst>
            </p:cNvPr>
            <p:cNvSpPr>
              <a:spLocks noChangeAspect="1"/>
            </p:cNvSpPr>
            <p:nvPr/>
          </p:nvSpPr>
          <p:spPr>
            <a:xfrm>
              <a:off x="2675251" y="3510029"/>
              <a:ext cx="178590" cy="178590"/>
            </a:xfrm>
            <a:prstGeom prst="rect">
              <a:avLst/>
            </a:prstGeom>
            <a:solidFill>
              <a:schemeClr val="bg1"/>
            </a:solidFill>
            <a:ln>
              <a:solidFill>
                <a:srgbClr val="70799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sp>
          <p:nvSpPr>
            <p:cNvPr id="55" name="Rectangle 54">
              <a:extLst>
                <a:ext uri="{FF2B5EF4-FFF2-40B4-BE49-F238E27FC236}">
                  <a16:creationId xmlns:a16="http://schemas.microsoft.com/office/drawing/2014/main" id="{F322221D-C332-D6A7-1B8E-36E16931BB89}"/>
                </a:ext>
              </a:extLst>
            </p:cNvPr>
            <p:cNvSpPr>
              <a:spLocks noChangeAspect="1"/>
            </p:cNvSpPr>
            <p:nvPr/>
          </p:nvSpPr>
          <p:spPr>
            <a:xfrm>
              <a:off x="2942469" y="3766806"/>
              <a:ext cx="178590" cy="178590"/>
            </a:xfrm>
            <a:prstGeom prst="rect">
              <a:avLst/>
            </a:prstGeom>
            <a:solidFill>
              <a:srgbClr val="006AC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1000"/>
            </a:p>
          </p:txBody>
        </p:sp>
      </p:grpSp>
      <p:sp>
        <p:nvSpPr>
          <p:cNvPr id="114" name="TextBox 113">
            <a:extLst>
              <a:ext uri="{FF2B5EF4-FFF2-40B4-BE49-F238E27FC236}">
                <a16:creationId xmlns:a16="http://schemas.microsoft.com/office/drawing/2014/main" id="{8F2DF1E8-CBB8-55A4-CBD4-B507047A00C6}"/>
              </a:ext>
            </a:extLst>
          </p:cNvPr>
          <p:cNvSpPr txBox="1"/>
          <p:nvPr/>
        </p:nvSpPr>
        <p:spPr>
          <a:xfrm>
            <a:off x="463423" y="868680"/>
            <a:ext cx="11274552" cy="307777"/>
          </a:xfrm>
          <a:prstGeom prst="rect">
            <a:avLst/>
          </a:prstGeom>
          <a:noFill/>
        </p:spPr>
        <p:txBody>
          <a:bodyPr wrap="square" lIns="0" tIns="0" rIns="0" bIns="0">
            <a:spAutoFit/>
          </a:bodyPr>
          <a:lstStyle/>
          <a:p>
            <a:r>
              <a:rPr lang="en-US" sz="2000">
                <a:solidFill>
                  <a:srgbClr val="0057AF"/>
                </a:solidFill>
              </a:rPr>
              <a:t>Color order for up to 11 segments</a:t>
            </a:r>
          </a:p>
        </p:txBody>
      </p:sp>
    </p:spTree>
    <p:extLst>
      <p:ext uri="{BB962C8B-B14F-4D97-AF65-F5344CB8AC3E}">
        <p14:creationId xmlns:p14="http://schemas.microsoft.com/office/powerpoint/2010/main" val="70165372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0C26-4C6B-7F89-6D33-D5DFDAE48F5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48EC5EC1-19EF-121F-3AAC-B9338723124B}"/>
              </a:ext>
            </a:extLst>
          </p:cNvPr>
          <p:cNvSpPr>
            <a:spLocks noGrp="1"/>
          </p:cNvSpPr>
          <p:nvPr>
            <p:ph type="title"/>
          </p:nvPr>
        </p:nvSpPr>
        <p:spPr/>
        <p:txBody>
          <a:bodyPr/>
          <a:lstStyle/>
          <a:p>
            <a:r>
              <a:rPr lang="en-US"/>
              <a:t>Color: Graphs</a:t>
            </a:r>
          </a:p>
        </p:txBody>
      </p:sp>
      <p:sp>
        <p:nvSpPr>
          <p:cNvPr id="3" name="Content Placeholder">
            <a:extLst>
              <a:ext uri="{FF2B5EF4-FFF2-40B4-BE49-F238E27FC236}">
                <a16:creationId xmlns:a16="http://schemas.microsoft.com/office/drawing/2014/main" id="{A80F4843-0350-3B4C-713C-D2F196E4BFE8}"/>
              </a:ext>
            </a:extLst>
          </p:cNvPr>
          <p:cNvSpPr>
            <a:spLocks noGrp="1"/>
          </p:cNvSpPr>
          <p:nvPr>
            <p:ph sz="half" idx="1"/>
          </p:nvPr>
        </p:nvSpPr>
        <p:spPr>
          <a:xfrm>
            <a:off x="457200" y="1079576"/>
            <a:ext cx="5638800" cy="4880367"/>
          </a:xfrm>
        </p:spPr>
        <p:txBody>
          <a:bodyPr vert="horz" lIns="0" tIns="0" rIns="0" bIns="0" rtlCol="0" anchor="t">
            <a:noAutofit/>
          </a:bodyPr>
          <a:lstStyle/>
          <a:p>
            <a:pPr marL="0" indent="0">
              <a:buNone/>
            </a:pPr>
            <a:r>
              <a:rPr lang="en-US" sz="2000" b="1"/>
              <a:t>Applying color conservatively to graphs will ensure that the graph feels proprietary to Gartner and make it quick to consume. </a:t>
            </a:r>
          </a:p>
          <a:p>
            <a:pPr marL="0" indent="0">
              <a:buNone/>
            </a:pPr>
            <a:r>
              <a:rPr lang="en-US" sz="2000"/>
              <a:t>If you have more than four datasets, your graph will populate with multiple colors. To refine this and make sure your key take-away is highlighted:</a:t>
            </a:r>
          </a:p>
          <a:p>
            <a:r>
              <a:rPr lang="en-US" sz="2000"/>
              <a:t>Double-click the portion of your graph that represents the most important piece of data </a:t>
            </a:r>
            <a:br>
              <a:rPr lang="en-US" sz="2000"/>
            </a:br>
            <a:r>
              <a:rPr lang="en-US" sz="2000"/>
              <a:t>and make that fill color </a:t>
            </a:r>
            <a:r>
              <a:rPr lang="en-US"/>
              <a:t>Cobalt</a:t>
            </a:r>
            <a:r>
              <a:rPr lang="en-US" sz="2000"/>
              <a:t>. </a:t>
            </a:r>
          </a:p>
          <a:p>
            <a:r>
              <a:rPr lang="en-US" sz="2000"/>
              <a:t>Double-click secondary information and make that fill color Gartner Blue. </a:t>
            </a:r>
          </a:p>
        </p:txBody>
      </p:sp>
      <p:sp>
        <p:nvSpPr>
          <p:cNvPr id="20" name="Shape 1">
            <a:extLst>
              <a:ext uri="{FF2B5EF4-FFF2-40B4-BE49-F238E27FC236}">
                <a16:creationId xmlns:a16="http://schemas.microsoft.com/office/drawing/2014/main" id="{DD52E458-B564-08DD-BB97-A71973B9BCE7}"/>
              </a:ext>
            </a:extLst>
          </p:cNvPr>
          <p:cNvSpPr/>
          <p:nvPr/>
        </p:nvSpPr>
        <p:spPr>
          <a:xfrm>
            <a:off x="6234113" y="367740"/>
            <a:ext cx="5503862" cy="969496"/>
          </a:xfrm>
          <a:prstGeom prst="rect">
            <a:avLst/>
          </a:prstGeom>
          <a:solidFill>
            <a:srgbClr val="FFFFFF"/>
          </a:solidFill>
          <a:ln>
            <a:solidFill>
              <a:srgbClr val="DE0A01"/>
            </a:solidFill>
          </a:ln>
        </p:spPr>
        <p:txBody>
          <a:bodyPr wrap="square">
            <a:spAutoFit/>
          </a:bodyPr>
          <a:lstStyle/>
          <a:p>
            <a:pPr>
              <a:spcBef>
                <a:spcPts val="600"/>
              </a:spcBef>
            </a:pPr>
            <a:r>
              <a:rPr lang="en-US" sz="1400" b="1">
                <a:solidFill>
                  <a:srgbClr val="DE0A01"/>
                </a:solidFill>
              </a:rPr>
              <a:t>Read and delete box. </a:t>
            </a:r>
          </a:p>
          <a:p>
            <a:pPr>
              <a:spcBef>
                <a:spcPts val="600"/>
              </a:spcBef>
            </a:pPr>
            <a:r>
              <a:rPr lang="en-US" sz="1100" b="1">
                <a:solidFill>
                  <a:srgbClr val="DE0A01"/>
                </a:solidFill>
              </a:rPr>
              <a:t>Copy this URL into your browser to download starter graphs and tables </a:t>
            </a:r>
            <a:r>
              <a:rPr lang="en-US" sz="1100">
                <a:solidFill>
                  <a:srgbClr val="DE0A01"/>
                </a:solidFill>
              </a:rPr>
              <a:t>posted on the Corporate PowerPoint template page of the Brand Center: </a:t>
            </a:r>
            <a:r>
              <a:rPr lang="en-US" sz="1100">
                <a:solidFill>
                  <a:srgbClr val="DE0A01"/>
                </a:solidFill>
                <a:hlinkClick r:id="rId3">
                  <a:extLst>
                    <a:ext uri="{A12FA001-AC4F-418D-AE19-62706E023703}">
                      <ahyp:hlinkClr xmlns:ahyp="http://schemas.microsoft.com/office/drawing/2018/hyperlinkcolor" val="tx"/>
                    </a:ext>
                  </a:extLst>
                </a:hlinkClick>
              </a:rPr>
              <a:t>https://gtnr.it/2rlmZgI</a:t>
            </a:r>
            <a:endParaRPr lang="en-US" sz="1100">
              <a:solidFill>
                <a:srgbClr val="DE0A01"/>
              </a:solidFill>
            </a:endParaRPr>
          </a:p>
          <a:p>
            <a:pPr>
              <a:spcBef>
                <a:spcPts val="600"/>
              </a:spcBef>
            </a:pPr>
            <a:r>
              <a:rPr lang="en-US" sz="1100" b="1">
                <a:solidFill>
                  <a:srgbClr val="DE0A01"/>
                </a:solidFill>
              </a:rPr>
              <a:t>Find more advanced starter graphs </a:t>
            </a:r>
            <a:r>
              <a:rPr lang="en-US" sz="1100" b="1">
                <a:solidFill>
                  <a:srgbClr val="DE0A01"/>
                </a:solidFill>
                <a:hlinkClick r:id="rId4">
                  <a:extLst>
                    <a:ext uri="{A12FA001-AC4F-418D-AE19-62706E023703}">
                      <ahyp:hlinkClr xmlns:ahyp="http://schemas.microsoft.com/office/drawing/2018/hyperlinkcolor" val="tx"/>
                    </a:ext>
                  </a:extLst>
                </a:hlinkClick>
              </a:rPr>
              <a:t>here</a:t>
            </a:r>
            <a:r>
              <a:rPr lang="en-US" sz="1100">
                <a:solidFill>
                  <a:srgbClr val="DE0A01"/>
                </a:solidFill>
              </a:rPr>
              <a:t>.</a:t>
            </a:r>
          </a:p>
        </p:txBody>
      </p:sp>
      <p:graphicFrame>
        <p:nvGraphicFramePr>
          <p:cNvPr id="4" name="57">
            <a:extLst>
              <a:ext uri="{FF2B5EF4-FFF2-40B4-BE49-F238E27FC236}">
                <a16:creationId xmlns:a16="http://schemas.microsoft.com/office/drawing/2014/main" id="{C9B8571F-60AB-0FD1-77E0-DAB245C9C711}"/>
              </a:ext>
            </a:extLst>
          </p:cNvPr>
          <p:cNvGraphicFramePr/>
          <p:nvPr>
            <p:extLst>
              <p:ext uri="{D42A27DB-BD31-4B8C-83A1-F6EECF244321}">
                <p14:modId xmlns:p14="http://schemas.microsoft.com/office/powerpoint/2010/main" val="4277975110"/>
              </p:ext>
            </p:extLst>
          </p:nvPr>
        </p:nvGraphicFramePr>
        <p:xfrm>
          <a:off x="6234112" y="1524000"/>
          <a:ext cx="5497639" cy="446563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80912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EB7AE45-AAD3-A178-9E59-7215BAA2EEB8}"/>
              </a:ext>
            </a:extLst>
          </p:cNvPr>
          <p:cNvCxnSpPr/>
          <p:nvPr/>
        </p:nvCxnSpPr>
        <p:spPr>
          <a:xfrm flipH="1">
            <a:off x="9001374" y="5232992"/>
            <a:ext cx="0" cy="553968"/>
          </a:xfrm>
          <a:prstGeom prst="line">
            <a:avLst/>
          </a:prstGeom>
          <a:noFill/>
          <a:ln w="19050" cap="flat" cmpd="sng">
            <a:solidFill>
              <a:srgbClr val="707996"/>
            </a:solidFill>
            <a:prstDash val="solid"/>
            <a:round/>
            <a:headEnd type="none" w="lg" len="med"/>
            <a:tailEnd type="none" w="lg" len="med"/>
          </a:ln>
        </p:spPr>
      </p:cxnSp>
      <p:cxnSp>
        <p:nvCxnSpPr>
          <p:cNvPr id="3" name="Straight Connector 2">
            <a:extLst>
              <a:ext uri="{FF2B5EF4-FFF2-40B4-BE49-F238E27FC236}">
                <a16:creationId xmlns:a16="http://schemas.microsoft.com/office/drawing/2014/main" id="{404F1BCB-09F2-5BA3-17DC-CF88FEB3E557}"/>
              </a:ext>
            </a:extLst>
          </p:cNvPr>
          <p:cNvCxnSpPr/>
          <p:nvPr/>
        </p:nvCxnSpPr>
        <p:spPr>
          <a:xfrm>
            <a:off x="9001759" y="5507475"/>
            <a:ext cx="257302" cy="0"/>
          </a:xfrm>
          <a:prstGeom prst="line">
            <a:avLst/>
          </a:prstGeom>
          <a:noFill/>
          <a:ln w="19050" cap="flat" cmpd="sng">
            <a:solidFill>
              <a:srgbClr val="707996"/>
            </a:solidFill>
            <a:prstDash val="solid"/>
            <a:round/>
            <a:headEnd type="none" w="lg" len="med"/>
            <a:tailEnd type="none" w="lg" len="med"/>
          </a:ln>
        </p:spPr>
      </p:cxnSp>
      <p:sp>
        <p:nvSpPr>
          <p:cNvPr id="5" name="TextBox 1">
            <a:extLst>
              <a:ext uri="{FF2B5EF4-FFF2-40B4-BE49-F238E27FC236}">
                <a16:creationId xmlns:a16="http://schemas.microsoft.com/office/drawing/2014/main" id="{C4A5E64F-566E-B1FB-F4E5-CC6288A18BD9}"/>
              </a:ext>
            </a:extLst>
          </p:cNvPr>
          <p:cNvSpPr txBox="1"/>
          <p:nvPr/>
        </p:nvSpPr>
        <p:spPr>
          <a:xfrm flipH="1">
            <a:off x="565344" y="3057678"/>
            <a:ext cx="331927" cy="331927"/>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1</a:t>
            </a:r>
          </a:p>
        </p:txBody>
      </p:sp>
      <p:sp>
        <p:nvSpPr>
          <p:cNvPr id="6" name="TextBox 2">
            <a:extLst>
              <a:ext uri="{FF2B5EF4-FFF2-40B4-BE49-F238E27FC236}">
                <a16:creationId xmlns:a16="http://schemas.microsoft.com/office/drawing/2014/main" id="{25FDEE0F-DAB9-A7E9-02D2-84133ED954DF}"/>
              </a:ext>
            </a:extLst>
          </p:cNvPr>
          <p:cNvSpPr txBox="1"/>
          <p:nvPr/>
        </p:nvSpPr>
        <p:spPr>
          <a:xfrm flipH="1">
            <a:off x="1016005" y="3057678"/>
            <a:ext cx="331927" cy="331927"/>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2</a:t>
            </a:r>
          </a:p>
        </p:txBody>
      </p:sp>
      <p:sp>
        <p:nvSpPr>
          <p:cNvPr id="7" name="TextBox 3">
            <a:extLst>
              <a:ext uri="{FF2B5EF4-FFF2-40B4-BE49-F238E27FC236}">
                <a16:creationId xmlns:a16="http://schemas.microsoft.com/office/drawing/2014/main" id="{0008A4B3-AE4A-29AD-2D19-AED843B872B0}"/>
              </a:ext>
            </a:extLst>
          </p:cNvPr>
          <p:cNvSpPr txBox="1"/>
          <p:nvPr/>
        </p:nvSpPr>
        <p:spPr>
          <a:xfrm flipH="1">
            <a:off x="1466666" y="3057678"/>
            <a:ext cx="331927" cy="331927"/>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3</a:t>
            </a:r>
          </a:p>
        </p:txBody>
      </p:sp>
      <p:sp>
        <p:nvSpPr>
          <p:cNvPr id="8" name="TextBox 4">
            <a:extLst>
              <a:ext uri="{FF2B5EF4-FFF2-40B4-BE49-F238E27FC236}">
                <a16:creationId xmlns:a16="http://schemas.microsoft.com/office/drawing/2014/main" id="{8B1A7487-4A00-4E0B-7F5E-65C91BFBD2BD}"/>
              </a:ext>
            </a:extLst>
          </p:cNvPr>
          <p:cNvSpPr txBox="1"/>
          <p:nvPr/>
        </p:nvSpPr>
        <p:spPr>
          <a:xfrm flipH="1">
            <a:off x="1917327" y="3057678"/>
            <a:ext cx="331927" cy="331927"/>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4</a:t>
            </a:r>
          </a:p>
        </p:txBody>
      </p:sp>
      <p:sp>
        <p:nvSpPr>
          <p:cNvPr id="9" name="TextBox 5">
            <a:extLst>
              <a:ext uri="{FF2B5EF4-FFF2-40B4-BE49-F238E27FC236}">
                <a16:creationId xmlns:a16="http://schemas.microsoft.com/office/drawing/2014/main" id="{8A90ACCC-0238-56BF-C23C-7B5B9C95AE64}"/>
              </a:ext>
            </a:extLst>
          </p:cNvPr>
          <p:cNvSpPr txBox="1"/>
          <p:nvPr/>
        </p:nvSpPr>
        <p:spPr>
          <a:xfrm flipH="1">
            <a:off x="2367988" y="3057678"/>
            <a:ext cx="331927" cy="331927"/>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5</a:t>
            </a:r>
          </a:p>
        </p:txBody>
      </p:sp>
      <p:sp>
        <p:nvSpPr>
          <p:cNvPr id="10" name="TextBox 6">
            <a:extLst>
              <a:ext uri="{FF2B5EF4-FFF2-40B4-BE49-F238E27FC236}">
                <a16:creationId xmlns:a16="http://schemas.microsoft.com/office/drawing/2014/main" id="{1E611320-D0DE-CEBF-5FBA-E21D1027C989}"/>
              </a:ext>
            </a:extLst>
          </p:cNvPr>
          <p:cNvSpPr txBox="1"/>
          <p:nvPr/>
        </p:nvSpPr>
        <p:spPr>
          <a:xfrm flipH="1">
            <a:off x="537473" y="3497151"/>
            <a:ext cx="387669" cy="387669"/>
          </a:xfrm>
          <a:prstGeom prst="ellipse">
            <a:avLst/>
          </a:prstGeom>
          <a:solidFill>
            <a:schemeClr val="tx2"/>
          </a:solidFill>
          <a:ln>
            <a:noFill/>
          </a:ln>
        </p:spPr>
        <p:txBody>
          <a:bodyPr wrap="none" lIns="0" tIns="0" rIns="0" bIns="0" rtlCol="0" anchor="ctr" anchorCtr="1">
            <a:noAutofit/>
          </a:bodyPr>
          <a:lstStyle/>
          <a:p>
            <a:pPr algn="ctr"/>
            <a:r>
              <a:rPr lang="en-US" sz="1600" b="1">
                <a:solidFill>
                  <a:schemeClr val="bg2"/>
                </a:solidFill>
              </a:rPr>
              <a:t>1</a:t>
            </a:r>
          </a:p>
        </p:txBody>
      </p:sp>
      <p:sp>
        <p:nvSpPr>
          <p:cNvPr id="11" name="TextBox 7">
            <a:extLst>
              <a:ext uri="{FF2B5EF4-FFF2-40B4-BE49-F238E27FC236}">
                <a16:creationId xmlns:a16="http://schemas.microsoft.com/office/drawing/2014/main" id="{17390EF7-C15A-7733-AE07-04BB1C469A41}"/>
              </a:ext>
            </a:extLst>
          </p:cNvPr>
          <p:cNvSpPr txBox="1"/>
          <p:nvPr/>
        </p:nvSpPr>
        <p:spPr>
          <a:xfrm flipH="1">
            <a:off x="988134" y="3497151"/>
            <a:ext cx="387669" cy="387669"/>
          </a:xfrm>
          <a:prstGeom prst="ellipse">
            <a:avLst/>
          </a:prstGeom>
          <a:solidFill>
            <a:schemeClr val="tx2"/>
          </a:solidFill>
          <a:ln>
            <a:noFill/>
          </a:ln>
        </p:spPr>
        <p:txBody>
          <a:bodyPr wrap="none" lIns="0" tIns="0" rIns="0" bIns="0" rtlCol="0" anchor="ctr" anchorCtr="1">
            <a:noAutofit/>
          </a:bodyPr>
          <a:lstStyle/>
          <a:p>
            <a:pPr algn="ctr"/>
            <a:r>
              <a:rPr lang="en-US" sz="1600" b="1">
                <a:solidFill>
                  <a:schemeClr val="bg2"/>
                </a:solidFill>
              </a:rPr>
              <a:t>2</a:t>
            </a:r>
          </a:p>
        </p:txBody>
      </p:sp>
      <p:sp>
        <p:nvSpPr>
          <p:cNvPr id="12" name="TextBox 8">
            <a:extLst>
              <a:ext uri="{FF2B5EF4-FFF2-40B4-BE49-F238E27FC236}">
                <a16:creationId xmlns:a16="http://schemas.microsoft.com/office/drawing/2014/main" id="{F5BF515B-9D0F-61F1-B37F-2034E122CD99}"/>
              </a:ext>
            </a:extLst>
          </p:cNvPr>
          <p:cNvSpPr txBox="1"/>
          <p:nvPr/>
        </p:nvSpPr>
        <p:spPr>
          <a:xfrm flipH="1">
            <a:off x="1438795" y="3497151"/>
            <a:ext cx="387669" cy="387669"/>
          </a:xfrm>
          <a:prstGeom prst="ellipse">
            <a:avLst/>
          </a:prstGeom>
          <a:solidFill>
            <a:schemeClr val="tx2"/>
          </a:solidFill>
          <a:ln>
            <a:noFill/>
          </a:ln>
        </p:spPr>
        <p:txBody>
          <a:bodyPr wrap="none" lIns="0" tIns="0" rIns="0" bIns="0" rtlCol="0" anchor="ctr" anchorCtr="1">
            <a:noAutofit/>
          </a:bodyPr>
          <a:lstStyle/>
          <a:p>
            <a:pPr algn="ctr"/>
            <a:r>
              <a:rPr lang="en-US" sz="1600" b="1">
                <a:solidFill>
                  <a:schemeClr val="bg2"/>
                </a:solidFill>
              </a:rPr>
              <a:t>3</a:t>
            </a:r>
          </a:p>
        </p:txBody>
      </p:sp>
      <p:sp>
        <p:nvSpPr>
          <p:cNvPr id="13" name="TextBox 9">
            <a:extLst>
              <a:ext uri="{FF2B5EF4-FFF2-40B4-BE49-F238E27FC236}">
                <a16:creationId xmlns:a16="http://schemas.microsoft.com/office/drawing/2014/main" id="{2CEF0FDC-3694-6F73-AABB-74DAF46A62B3}"/>
              </a:ext>
            </a:extLst>
          </p:cNvPr>
          <p:cNvSpPr txBox="1"/>
          <p:nvPr/>
        </p:nvSpPr>
        <p:spPr>
          <a:xfrm flipH="1">
            <a:off x="1889456" y="3497151"/>
            <a:ext cx="387669" cy="387669"/>
          </a:xfrm>
          <a:prstGeom prst="ellipse">
            <a:avLst/>
          </a:prstGeom>
          <a:solidFill>
            <a:schemeClr val="tx2"/>
          </a:solidFill>
          <a:ln>
            <a:noFill/>
          </a:ln>
        </p:spPr>
        <p:txBody>
          <a:bodyPr wrap="none" lIns="0" tIns="0" rIns="0" bIns="0" rtlCol="0" anchor="ctr" anchorCtr="1">
            <a:noAutofit/>
          </a:bodyPr>
          <a:lstStyle/>
          <a:p>
            <a:pPr algn="ctr"/>
            <a:r>
              <a:rPr lang="en-US" sz="1600" b="1">
                <a:solidFill>
                  <a:schemeClr val="bg2"/>
                </a:solidFill>
              </a:rPr>
              <a:t>4</a:t>
            </a:r>
          </a:p>
        </p:txBody>
      </p:sp>
      <p:sp>
        <p:nvSpPr>
          <p:cNvPr id="14" name="TextBox 10">
            <a:extLst>
              <a:ext uri="{FF2B5EF4-FFF2-40B4-BE49-F238E27FC236}">
                <a16:creationId xmlns:a16="http://schemas.microsoft.com/office/drawing/2014/main" id="{22748290-81E0-9D30-C556-DC46EB5F1674}"/>
              </a:ext>
            </a:extLst>
          </p:cNvPr>
          <p:cNvSpPr txBox="1"/>
          <p:nvPr/>
        </p:nvSpPr>
        <p:spPr>
          <a:xfrm flipH="1">
            <a:off x="2340117" y="3497151"/>
            <a:ext cx="387669" cy="387669"/>
          </a:xfrm>
          <a:prstGeom prst="ellipse">
            <a:avLst/>
          </a:prstGeom>
          <a:solidFill>
            <a:schemeClr val="tx2"/>
          </a:solidFill>
          <a:ln>
            <a:noFill/>
          </a:ln>
        </p:spPr>
        <p:txBody>
          <a:bodyPr wrap="none" lIns="0" tIns="0" rIns="0" bIns="0" rtlCol="0" anchor="ctr" anchorCtr="1">
            <a:noAutofit/>
          </a:bodyPr>
          <a:lstStyle/>
          <a:p>
            <a:pPr algn="ctr"/>
            <a:r>
              <a:rPr lang="en-US" sz="1600" b="1">
                <a:solidFill>
                  <a:schemeClr val="bg2"/>
                </a:solidFill>
              </a:rPr>
              <a:t>5</a:t>
            </a:r>
          </a:p>
        </p:txBody>
      </p:sp>
      <p:sp>
        <p:nvSpPr>
          <p:cNvPr id="15" name="TextBox 11">
            <a:extLst>
              <a:ext uri="{FF2B5EF4-FFF2-40B4-BE49-F238E27FC236}">
                <a16:creationId xmlns:a16="http://schemas.microsoft.com/office/drawing/2014/main" id="{9EF537B8-CEE2-888C-5C78-8E3FBCF493B7}"/>
              </a:ext>
            </a:extLst>
          </p:cNvPr>
          <p:cNvSpPr txBox="1"/>
          <p:nvPr/>
        </p:nvSpPr>
        <p:spPr>
          <a:xfrm flipH="1">
            <a:off x="537473" y="3988313"/>
            <a:ext cx="387669" cy="387669"/>
          </a:xfrm>
          <a:prstGeom prst="ellipse">
            <a:avLst/>
          </a:prstGeom>
          <a:solidFill>
            <a:schemeClr val="accent2"/>
          </a:solidFill>
          <a:ln>
            <a:noFill/>
          </a:ln>
        </p:spPr>
        <p:txBody>
          <a:bodyPr wrap="none" lIns="0" tIns="0" rIns="0" bIns="0" rtlCol="0" anchor="ctr" anchorCtr="1">
            <a:noAutofit/>
          </a:bodyPr>
          <a:lstStyle/>
          <a:p>
            <a:pPr algn="ctr"/>
            <a:r>
              <a:rPr lang="en-US" sz="1600" b="1">
                <a:solidFill>
                  <a:schemeClr val="bg1"/>
                </a:solidFill>
              </a:rPr>
              <a:t>1</a:t>
            </a:r>
          </a:p>
        </p:txBody>
      </p:sp>
      <p:sp>
        <p:nvSpPr>
          <p:cNvPr id="16" name="TextBox 12">
            <a:extLst>
              <a:ext uri="{FF2B5EF4-FFF2-40B4-BE49-F238E27FC236}">
                <a16:creationId xmlns:a16="http://schemas.microsoft.com/office/drawing/2014/main" id="{BC4852D1-53BF-7CA4-91AA-D75FF925528B}"/>
              </a:ext>
            </a:extLst>
          </p:cNvPr>
          <p:cNvSpPr txBox="1"/>
          <p:nvPr/>
        </p:nvSpPr>
        <p:spPr>
          <a:xfrm flipH="1">
            <a:off x="988134" y="3988313"/>
            <a:ext cx="387669" cy="387669"/>
          </a:xfrm>
          <a:prstGeom prst="ellipse">
            <a:avLst/>
          </a:prstGeom>
          <a:solidFill>
            <a:schemeClr val="accent2"/>
          </a:solidFill>
          <a:ln>
            <a:noFill/>
          </a:ln>
        </p:spPr>
        <p:txBody>
          <a:bodyPr wrap="none" lIns="0" tIns="0" rIns="0" bIns="0" rtlCol="0" anchor="ctr" anchorCtr="1">
            <a:noAutofit/>
          </a:bodyPr>
          <a:lstStyle/>
          <a:p>
            <a:pPr algn="ctr"/>
            <a:r>
              <a:rPr lang="en-US" sz="1600" b="1">
                <a:solidFill>
                  <a:schemeClr val="bg1"/>
                </a:solidFill>
              </a:rPr>
              <a:t>2</a:t>
            </a:r>
          </a:p>
        </p:txBody>
      </p:sp>
      <p:sp>
        <p:nvSpPr>
          <p:cNvPr id="17" name="TextBox 13">
            <a:extLst>
              <a:ext uri="{FF2B5EF4-FFF2-40B4-BE49-F238E27FC236}">
                <a16:creationId xmlns:a16="http://schemas.microsoft.com/office/drawing/2014/main" id="{23F24B8E-67F7-2589-EA36-D307572BEBB0}"/>
              </a:ext>
            </a:extLst>
          </p:cNvPr>
          <p:cNvSpPr txBox="1"/>
          <p:nvPr/>
        </p:nvSpPr>
        <p:spPr>
          <a:xfrm flipH="1">
            <a:off x="1438795" y="3988313"/>
            <a:ext cx="387669" cy="387669"/>
          </a:xfrm>
          <a:prstGeom prst="ellipse">
            <a:avLst/>
          </a:prstGeom>
          <a:solidFill>
            <a:schemeClr val="accent2"/>
          </a:solidFill>
          <a:ln>
            <a:noFill/>
          </a:ln>
        </p:spPr>
        <p:txBody>
          <a:bodyPr wrap="none" lIns="0" tIns="0" rIns="0" bIns="0" rtlCol="0" anchor="ctr" anchorCtr="1">
            <a:noAutofit/>
          </a:bodyPr>
          <a:lstStyle/>
          <a:p>
            <a:pPr algn="ctr"/>
            <a:r>
              <a:rPr lang="en-US" sz="1600" b="1">
                <a:solidFill>
                  <a:schemeClr val="bg1"/>
                </a:solidFill>
              </a:rPr>
              <a:t>3</a:t>
            </a:r>
          </a:p>
        </p:txBody>
      </p:sp>
      <p:sp>
        <p:nvSpPr>
          <p:cNvPr id="18" name="TextBox 14">
            <a:extLst>
              <a:ext uri="{FF2B5EF4-FFF2-40B4-BE49-F238E27FC236}">
                <a16:creationId xmlns:a16="http://schemas.microsoft.com/office/drawing/2014/main" id="{D3A09B21-1FB9-6ADB-9FBB-F01824BE1019}"/>
              </a:ext>
            </a:extLst>
          </p:cNvPr>
          <p:cNvSpPr txBox="1"/>
          <p:nvPr/>
        </p:nvSpPr>
        <p:spPr>
          <a:xfrm flipH="1">
            <a:off x="1889456" y="3988313"/>
            <a:ext cx="387669" cy="387669"/>
          </a:xfrm>
          <a:prstGeom prst="ellipse">
            <a:avLst/>
          </a:prstGeom>
          <a:solidFill>
            <a:schemeClr val="accent2"/>
          </a:solidFill>
          <a:ln>
            <a:noFill/>
          </a:ln>
        </p:spPr>
        <p:txBody>
          <a:bodyPr wrap="none" lIns="0" tIns="0" rIns="0" bIns="0" rtlCol="0" anchor="ctr" anchorCtr="1">
            <a:noAutofit/>
          </a:bodyPr>
          <a:lstStyle/>
          <a:p>
            <a:pPr algn="ctr"/>
            <a:r>
              <a:rPr lang="en-US" sz="1600" b="1">
                <a:solidFill>
                  <a:schemeClr val="bg1"/>
                </a:solidFill>
              </a:rPr>
              <a:t>4</a:t>
            </a:r>
          </a:p>
        </p:txBody>
      </p:sp>
      <p:sp>
        <p:nvSpPr>
          <p:cNvPr id="19" name="TextBox 15">
            <a:extLst>
              <a:ext uri="{FF2B5EF4-FFF2-40B4-BE49-F238E27FC236}">
                <a16:creationId xmlns:a16="http://schemas.microsoft.com/office/drawing/2014/main" id="{019B17DD-520C-C2EB-CACA-4765CC41C0CC}"/>
              </a:ext>
            </a:extLst>
          </p:cNvPr>
          <p:cNvSpPr txBox="1"/>
          <p:nvPr/>
        </p:nvSpPr>
        <p:spPr>
          <a:xfrm flipH="1">
            <a:off x="2340117" y="3988313"/>
            <a:ext cx="387669" cy="387669"/>
          </a:xfrm>
          <a:prstGeom prst="ellipse">
            <a:avLst/>
          </a:prstGeom>
          <a:solidFill>
            <a:schemeClr val="accent2"/>
          </a:solidFill>
          <a:ln>
            <a:noFill/>
          </a:ln>
        </p:spPr>
        <p:txBody>
          <a:bodyPr wrap="none" lIns="0" tIns="0" rIns="0" bIns="0" rtlCol="0" anchor="ctr" anchorCtr="1">
            <a:noAutofit/>
          </a:bodyPr>
          <a:lstStyle/>
          <a:p>
            <a:pPr algn="ctr"/>
            <a:r>
              <a:rPr lang="en-US" sz="1600" b="1">
                <a:solidFill>
                  <a:schemeClr val="bg1"/>
                </a:solidFill>
              </a:rPr>
              <a:t>5</a:t>
            </a:r>
          </a:p>
        </p:txBody>
      </p:sp>
      <p:sp>
        <p:nvSpPr>
          <p:cNvPr id="20" name="TextBox 16">
            <a:extLst>
              <a:ext uri="{FF2B5EF4-FFF2-40B4-BE49-F238E27FC236}">
                <a16:creationId xmlns:a16="http://schemas.microsoft.com/office/drawing/2014/main" id="{0D458431-E585-D260-F8F2-E28E0364276D}"/>
              </a:ext>
            </a:extLst>
          </p:cNvPr>
          <p:cNvSpPr txBox="1"/>
          <p:nvPr/>
        </p:nvSpPr>
        <p:spPr>
          <a:xfrm flipH="1">
            <a:off x="537473" y="4479475"/>
            <a:ext cx="387669" cy="387669"/>
          </a:xfrm>
          <a:prstGeom prst="ellipse">
            <a:avLst/>
          </a:prstGeom>
          <a:solidFill>
            <a:schemeClr val="accent3"/>
          </a:solidFill>
          <a:ln>
            <a:noFill/>
          </a:ln>
        </p:spPr>
        <p:txBody>
          <a:bodyPr wrap="none" lIns="0" tIns="0" rIns="0" bIns="0" rtlCol="0" anchor="ctr" anchorCtr="1">
            <a:noAutofit/>
          </a:bodyPr>
          <a:lstStyle/>
          <a:p>
            <a:pPr algn="ctr"/>
            <a:r>
              <a:rPr lang="en-US" sz="1600" b="1"/>
              <a:t>1</a:t>
            </a:r>
          </a:p>
        </p:txBody>
      </p:sp>
      <p:sp>
        <p:nvSpPr>
          <p:cNvPr id="21" name="TextBox 17">
            <a:extLst>
              <a:ext uri="{FF2B5EF4-FFF2-40B4-BE49-F238E27FC236}">
                <a16:creationId xmlns:a16="http://schemas.microsoft.com/office/drawing/2014/main" id="{D46A0711-415D-144F-A2DB-22F5302EC36D}"/>
              </a:ext>
            </a:extLst>
          </p:cNvPr>
          <p:cNvSpPr txBox="1"/>
          <p:nvPr/>
        </p:nvSpPr>
        <p:spPr>
          <a:xfrm flipH="1">
            <a:off x="988134" y="4479475"/>
            <a:ext cx="387669" cy="387669"/>
          </a:xfrm>
          <a:prstGeom prst="ellipse">
            <a:avLst/>
          </a:prstGeom>
          <a:solidFill>
            <a:schemeClr val="accent3"/>
          </a:solidFill>
          <a:ln>
            <a:noFill/>
          </a:ln>
        </p:spPr>
        <p:txBody>
          <a:bodyPr wrap="none" lIns="0" tIns="0" rIns="0" bIns="0" rtlCol="0" anchor="ctr" anchorCtr="1">
            <a:noAutofit/>
          </a:bodyPr>
          <a:lstStyle/>
          <a:p>
            <a:pPr algn="ctr"/>
            <a:r>
              <a:rPr lang="en-US" sz="1600" b="1"/>
              <a:t>2</a:t>
            </a:r>
          </a:p>
        </p:txBody>
      </p:sp>
      <p:sp>
        <p:nvSpPr>
          <p:cNvPr id="22" name="TextBox 18">
            <a:extLst>
              <a:ext uri="{FF2B5EF4-FFF2-40B4-BE49-F238E27FC236}">
                <a16:creationId xmlns:a16="http://schemas.microsoft.com/office/drawing/2014/main" id="{D3B7325D-8E2A-7C8A-89AD-C80F04871609}"/>
              </a:ext>
            </a:extLst>
          </p:cNvPr>
          <p:cNvSpPr txBox="1"/>
          <p:nvPr/>
        </p:nvSpPr>
        <p:spPr>
          <a:xfrm flipH="1">
            <a:off x="1438795" y="4479475"/>
            <a:ext cx="387669" cy="387669"/>
          </a:xfrm>
          <a:prstGeom prst="ellipse">
            <a:avLst/>
          </a:prstGeom>
          <a:solidFill>
            <a:schemeClr val="accent3"/>
          </a:solidFill>
          <a:ln>
            <a:noFill/>
          </a:ln>
        </p:spPr>
        <p:txBody>
          <a:bodyPr wrap="none" lIns="0" tIns="0" rIns="0" bIns="0" rtlCol="0" anchor="ctr" anchorCtr="1">
            <a:noAutofit/>
          </a:bodyPr>
          <a:lstStyle/>
          <a:p>
            <a:pPr algn="ctr"/>
            <a:r>
              <a:rPr lang="en-US" sz="1600" b="1"/>
              <a:t>3</a:t>
            </a:r>
          </a:p>
        </p:txBody>
      </p:sp>
      <p:sp>
        <p:nvSpPr>
          <p:cNvPr id="23" name="TextBox 19">
            <a:extLst>
              <a:ext uri="{FF2B5EF4-FFF2-40B4-BE49-F238E27FC236}">
                <a16:creationId xmlns:a16="http://schemas.microsoft.com/office/drawing/2014/main" id="{37C10F81-CA6E-E094-6A63-67B084F1C4D6}"/>
              </a:ext>
            </a:extLst>
          </p:cNvPr>
          <p:cNvSpPr txBox="1"/>
          <p:nvPr/>
        </p:nvSpPr>
        <p:spPr>
          <a:xfrm flipH="1">
            <a:off x="1889456" y="4479475"/>
            <a:ext cx="387669" cy="387669"/>
          </a:xfrm>
          <a:prstGeom prst="ellipse">
            <a:avLst/>
          </a:prstGeom>
          <a:solidFill>
            <a:schemeClr val="accent3"/>
          </a:solidFill>
          <a:ln>
            <a:noFill/>
          </a:ln>
        </p:spPr>
        <p:txBody>
          <a:bodyPr wrap="none" lIns="0" tIns="0" rIns="0" bIns="0" rtlCol="0" anchor="ctr" anchorCtr="1">
            <a:noAutofit/>
          </a:bodyPr>
          <a:lstStyle/>
          <a:p>
            <a:pPr algn="ctr"/>
            <a:r>
              <a:rPr lang="en-US" sz="1600" b="1"/>
              <a:t>4</a:t>
            </a:r>
          </a:p>
        </p:txBody>
      </p:sp>
      <p:sp>
        <p:nvSpPr>
          <p:cNvPr id="24" name="TextBox 20">
            <a:extLst>
              <a:ext uri="{FF2B5EF4-FFF2-40B4-BE49-F238E27FC236}">
                <a16:creationId xmlns:a16="http://schemas.microsoft.com/office/drawing/2014/main" id="{860F2046-A0EA-AB7B-69A4-0A3F07AA8E6D}"/>
              </a:ext>
            </a:extLst>
          </p:cNvPr>
          <p:cNvSpPr txBox="1"/>
          <p:nvPr/>
        </p:nvSpPr>
        <p:spPr>
          <a:xfrm flipH="1">
            <a:off x="2340117" y="4479475"/>
            <a:ext cx="387669" cy="387669"/>
          </a:xfrm>
          <a:prstGeom prst="ellipse">
            <a:avLst/>
          </a:prstGeom>
          <a:solidFill>
            <a:schemeClr val="accent3"/>
          </a:solidFill>
          <a:ln>
            <a:noFill/>
          </a:ln>
        </p:spPr>
        <p:txBody>
          <a:bodyPr wrap="none" lIns="0" tIns="0" rIns="0" bIns="0" rtlCol="0" anchor="ctr" anchorCtr="1">
            <a:noAutofit/>
          </a:bodyPr>
          <a:lstStyle/>
          <a:p>
            <a:pPr algn="ctr"/>
            <a:r>
              <a:rPr lang="en-US" sz="1600" b="1"/>
              <a:t>5</a:t>
            </a:r>
          </a:p>
        </p:txBody>
      </p:sp>
      <p:sp>
        <p:nvSpPr>
          <p:cNvPr id="35" name="TextBox 31">
            <a:extLst>
              <a:ext uri="{FF2B5EF4-FFF2-40B4-BE49-F238E27FC236}">
                <a16:creationId xmlns:a16="http://schemas.microsoft.com/office/drawing/2014/main" id="{A97F97F0-BC70-364B-0D69-BC801215B947}"/>
              </a:ext>
            </a:extLst>
          </p:cNvPr>
          <p:cNvSpPr txBox="1"/>
          <p:nvPr/>
        </p:nvSpPr>
        <p:spPr>
          <a:xfrm flipH="1">
            <a:off x="610347" y="2693815"/>
            <a:ext cx="241920" cy="241920"/>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1</a:t>
            </a:r>
          </a:p>
        </p:txBody>
      </p:sp>
      <p:sp>
        <p:nvSpPr>
          <p:cNvPr id="36" name="TextBox 32">
            <a:extLst>
              <a:ext uri="{FF2B5EF4-FFF2-40B4-BE49-F238E27FC236}">
                <a16:creationId xmlns:a16="http://schemas.microsoft.com/office/drawing/2014/main" id="{5538551C-60C4-2A3E-D8D8-7AF259A6E1A9}"/>
              </a:ext>
            </a:extLst>
          </p:cNvPr>
          <p:cNvSpPr txBox="1"/>
          <p:nvPr/>
        </p:nvSpPr>
        <p:spPr>
          <a:xfrm flipH="1">
            <a:off x="1061008" y="2693815"/>
            <a:ext cx="241920" cy="241920"/>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2</a:t>
            </a:r>
          </a:p>
        </p:txBody>
      </p:sp>
      <p:sp>
        <p:nvSpPr>
          <p:cNvPr id="37" name="TextBox 33">
            <a:extLst>
              <a:ext uri="{FF2B5EF4-FFF2-40B4-BE49-F238E27FC236}">
                <a16:creationId xmlns:a16="http://schemas.microsoft.com/office/drawing/2014/main" id="{5E90E195-AFCC-EBF8-F181-74403E647E73}"/>
              </a:ext>
            </a:extLst>
          </p:cNvPr>
          <p:cNvSpPr txBox="1"/>
          <p:nvPr/>
        </p:nvSpPr>
        <p:spPr>
          <a:xfrm flipH="1">
            <a:off x="1511669" y="2693815"/>
            <a:ext cx="241920" cy="241920"/>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3</a:t>
            </a:r>
          </a:p>
        </p:txBody>
      </p:sp>
      <p:sp>
        <p:nvSpPr>
          <p:cNvPr id="38" name="TextBox 34">
            <a:extLst>
              <a:ext uri="{FF2B5EF4-FFF2-40B4-BE49-F238E27FC236}">
                <a16:creationId xmlns:a16="http://schemas.microsoft.com/office/drawing/2014/main" id="{BE306EC7-E134-9906-45DF-6837E2E4F3F3}"/>
              </a:ext>
            </a:extLst>
          </p:cNvPr>
          <p:cNvSpPr txBox="1"/>
          <p:nvPr/>
        </p:nvSpPr>
        <p:spPr>
          <a:xfrm flipH="1">
            <a:off x="1962330" y="2693815"/>
            <a:ext cx="241920" cy="241920"/>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4</a:t>
            </a:r>
          </a:p>
        </p:txBody>
      </p:sp>
      <p:sp>
        <p:nvSpPr>
          <p:cNvPr id="39" name="TextBox 35">
            <a:extLst>
              <a:ext uri="{FF2B5EF4-FFF2-40B4-BE49-F238E27FC236}">
                <a16:creationId xmlns:a16="http://schemas.microsoft.com/office/drawing/2014/main" id="{923AF49A-FB24-7978-4A14-9DA65319A15F}"/>
              </a:ext>
            </a:extLst>
          </p:cNvPr>
          <p:cNvSpPr txBox="1"/>
          <p:nvPr/>
        </p:nvSpPr>
        <p:spPr>
          <a:xfrm flipH="1">
            <a:off x="2412991" y="2693815"/>
            <a:ext cx="241920" cy="241920"/>
          </a:xfrm>
          <a:prstGeom prst="ellipse">
            <a:avLst/>
          </a:prstGeom>
          <a:solidFill>
            <a:schemeClr val="tx2"/>
          </a:solidFill>
          <a:ln>
            <a:noFill/>
          </a:ln>
        </p:spPr>
        <p:txBody>
          <a:bodyPr wrap="none" lIns="0" tIns="0" rIns="0" bIns="0" rtlCol="0" anchor="ctr" anchorCtr="1">
            <a:noAutofit/>
          </a:bodyPr>
          <a:lstStyle/>
          <a:p>
            <a:pPr algn="ctr"/>
            <a:r>
              <a:rPr lang="en-US" sz="1200" b="1">
                <a:solidFill>
                  <a:schemeClr val="bg2"/>
                </a:solidFill>
              </a:rPr>
              <a:t>5</a:t>
            </a:r>
          </a:p>
        </p:txBody>
      </p:sp>
      <p:sp>
        <p:nvSpPr>
          <p:cNvPr id="40" name="Shape 1">
            <a:extLst>
              <a:ext uri="{FF2B5EF4-FFF2-40B4-BE49-F238E27FC236}">
                <a16:creationId xmlns:a16="http://schemas.microsoft.com/office/drawing/2014/main" id="{9E3A31B6-2531-8BAD-949E-E59C82D15C04}"/>
              </a:ext>
            </a:extLst>
          </p:cNvPr>
          <p:cNvSpPr/>
          <p:nvPr/>
        </p:nvSpPr>
        <p:spPr>
          <a:xfrm>
            <a:off x="4051165" y="2693815"/>
            <a:ext cx="325348" cy="325348"/>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41" name="Shape 2">
            <a:extLst>
              <a:ext uri="{FF2B5EF4-FFF2-40B4-BE49-F238E27FC236}">
                <a16:creationId xmlns:a16="http://schemas.microsoft.com/office/drawing/2014/main" id="{A1635F96-7537-1F2A-93F6-A8DB8434855D}"/>
              </a:ext>
            </a:extLst>
          </p:cNvPr>
          <p:cNvSpPr/>
          <p:nvPr/>
        </p:nvSpPr>
        <p:spPr>
          <a:xfrm flipH="1">
            <a:off x="4051165" y="2693815"/>
            <a:ext cx="325348" cy="325348"/>
          </a:xfrm>
          <a:prstGeom prst="pie">
            <a:avLst>
              <a:gd name="adj1" fmla="val 5400000"/>
              <a:gd name="adj2" fmla="val 1620000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42" name="Shape 3">
            <a:extLst>
              <a:ext uri="{FF2B5EF4-FFF2-40B4-BE49-F238E27FC236}">
                <a16:creationId xmlns:a16="http://schemas.microsoft.com/office/drawing/2014/main" id="{5F8353CA-4FD9-A909-077A-52EE123F0596}"/>
              </a:ext>
            </a:extLst>
          </p:cNvPr>
          <p:cNvSpPr/>
          <p:nvPr/>
        </p:nvSpPr>
        <p:spPr>
          <a:xfrm flipH="1">
            <a:off x="4527001" y="2693815"/>
            <a:ext cx="325348" cy="325348"/>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43" name="Shape 4">
            <a:extLst>
              <a:ext uri="{FF2B5EF4-FFF2-40B4-BE49-F238E27FC236}">
                <a16:creationId xmlns:a16="http://schemas.microsoft.com/office/drawing/2014/main" id="{927BCCE3-49F0-AF3F-58FF-BDB5F39840B1}"/>
              </a:ext>
            </a:extLst>
          </p:cNvPr>
          <p:cNvSpPr/>
          <p:nvPr/>
        </p:nvSpPr>
        <p:spPr>
          <a:xfrm flipH="1">
            <a:off x="4527001" y="2693815"/>
            <a:ext cx="325348" cy="325348"/>
          </a:xfrm>
          <a:prstGeom prst="pi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44" name="Shape 5">
            <a:extLst>
              <a:ext uri="{FF2B5EF4-FFF2-40B4-BE49-F238E27FC236}">
                <a16:creationId xmlns:a16="http://schemas.microsoft.com/office/drawing/2014/main" id="{55AE92F9-ECB0-1216-5533-7E9AA12A234F}"/>
              </a:ext>
            </a:extLst>
          </p:cNvPr>
          <p:cNvSpPr/>
          <p:nvPr/>
        </p:nvSpPr>
        <p:spPr>
          <a:xfrm>
            <a:off x="4051165" y="3262544"/>
            <a:ext cx="325348" cy="325348"/>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45" name="Shape 6">
            <a:extLst>
              <a:ext uri="{FF2B5EF4-FFF2-40B4-BE49-F238E27FC236}">
                <a16:creationId xmlns:a16="http://schemas.microsoft.com/office/drawing/2014/main" id="{E096B02C-3D5A-7C41-2DDD-E9823CE8C1CF}"/>
              </a:ext>
            </a:extLst>
          </p:cNvPr>
          <p:cNvSpPr/>
          <p:nvPr/>
        </p:nvSpPr>
        <p:spPr>
          <a:xfrm flipH="1">
            <a:off x="4051165" y="3262544"/>
            <a:ext cx="325348" cy="325348"/>
          </a:xfrm>
          <a:prstGeom prst="pie">
            <a:avLst>
              <a:gd name="adj1" fmla="val 5400000"/>
              <a:gd name="adj2" fmla="val 16200000"/>
            </a:avLst>
          </a:prstGeom>
          <a:solidFill>
            <a:schemeClr val="accent2"/>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46" name="Shape 7">
            <a:extLst>
              <a:ext uri="{FF2B5EF4-FFF2-40B4-BE49-F238E27FC236}">
                <a16:creationId xmlns:a16="http://schemas.microsoft.com/office/drawing/2014/main" id="{3D6AD515-EC21-D92B-7D70-5996F6AFBF4D}"/>
              </a:ext>
            </a:extLst>
          </p:cNvPr>
          <p:cNvSpPr/>
          <p:nvPr/>
        </p:nvSpPr>
        <p:spPr>
          <a:xfrm flipH="1">
            <a:off x="4527001" y="3262544"/>
            <a:ext cx="325348" cy="325348"/>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47" name="Shape 8">
            <a:extLst>
              <a:ext uri="{FF2B5EF4-FFF2-40B4-BE49-F238E27FC236}">
                <a16:creationId xmlns:a16="http://schemas.microsoft.com/office/drawing/2014/main" id="{FA8A9EF8-D280-217A-A683-48BE24F603BD}"/>
              </a:ext>
            </a:extLst>
          </p:cNvPr>
          <p:cNvSpPr/>
          <p:nvPr/>
        </p:nvSpPr>
        <p:spPr>
          <a:xfrm flipH="1">
            <a:off x="4527001" y="3262544"/>
            <a:ext cx="325348" cy="325348"/>
          </a:xfrm>
          <a:prstGeom prst="pie">
            <a:avLst/>
          </a:prstGeom>
          <a:solidFill>
            <a:schemeClr val="accent2"/>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48" name="Shape 9">
            <a:extLst>
              <a:ext uri="{FF2B5EF4-FFF2-40B4-BE49-F238E27FC236}">
                <a16:creationId xmlns:a16="http://schemas.microsoft.com/office/drawing/2014/main" id="{9306AE2F-4208-E7CA-16F8-3976187895CF}"/>
              </a:ext>
            </a:extLst>
          </p:cNvPr>
          <p:cNvSpPr/>
          <p:nvPr/>
        </p:nvSpPr>
        <p:spPr>
          <a:xfrm>
            <a:off x="3099493" y="2693815"/>
            <a:ext cx="325348" cy="325348"/>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49" name="Shape 10">
            <a:extLst>
              <a:ext uri="{FF2B5EF4-FFF2-40B4-BE49-F238E27FC236}">
                <a16:creationId xmlns:a16="http://schemas.microsoft.com/office/drawing/2014/main" id="{0C1F1BEB-FC98-860D-047B-47F25FD299F0}"/>
              </a:ext>
            </a:extLst>
          </p:cNvPr>
          <p:cNvSpPr/>
          <p:nvPr/>
        </p:nvSpPr>
        <p:spPr>
          <a:xfrm>
            <a:off x="3099493" y="3262544"/>
            <a:ext cx="325348" cy="325348"/>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50" name="Shape 11">
            <a:extLst>
              <a:ext uri="{FF2B5EF4-FFF2-40B4-BE49-F238E27FC236}">
                <a16:creationId xmlns:a16="http://schemas.microsoft.com/office/drawing/2014/main" id="{2A4DFB57-12F0-EEBC-BC16-8B3A450B114F}"/>
              </a:ext>
            </a:extLst>
          </p:cNvPr>
          <p:cNvSpPr/>
          <p:nvPr/>
        </p:nvSpPr>
        <p:spPr>
          <a:xfrm>
            <a:off x="5002837" y="2693815"/>
            <a:ext cx="325348" cy="325348"/>
          </a:xfrm>
          <a:prstGeom prst="ellipse">
            <a:avLst/>
          </a:prstGeom>
          <a:solidFill>
            <a:schemeClr val="tx2"/>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51" name="Shape 12">
            <a:extLst>
              <a:ext uri="{FF2B5EF4-FFF2-40B4-BE49-F238E27FC236}">
                <a16:creationId xmlns:a16="http://schemas.microsoft.com/office/drawing/2014/main" id="{8BDD61C7-F6F4-739D-75FA-AAD59584C46C}"/>
              </a:ext>
            </a:extLst>
          </p:cNvPr>
          <p:cNvSpPr/>
          <p:nvPr/>
        </p:nvSpPr>
        <p:spPr>
          <a:xfrm>
            <a:off x="5002837" y="3262544"/>
            <a:ext cx="325348" cy="325348"/>
          </a:xfrm>
          <a:prstGeom prst="ellipse">
            <a:avLst/>
          </a:prstGeom>
          <a:solidFill>
            <a:schemeClr val="accent2"/>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52" name="Shape 13">
            <a:extLst>
              <a:ext uri="{FF2B5EF4-FFF2-40B4-BE49-F238E27FC236}">
                <a16:creationId xmlns:a16="http://schemas.microsoft.com/office/drawing/2014/main" id="{2A6461EA-FDC2-583E-5AA2-F8449A7C355E}"/>
              </a:ext>
            </a:extLst>
          </p:cNvPr>
          <p:cNvSpPr/>
          <p:nvPr/>
        </p:nvSpPr>
        <p:spPr>
          <a:xfrm flipH="1">
            <a:off x="3575329" y="2693815"/>
            <a:ext cx="325348" cy="325348"/>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53" name="Shape 14">
            <a:extLst>
              <a:ext uri="{FF2B5EF4-FFF2-40B4-BE49-F238E27FC236}">
                <a16:creationId xmlns:a16="http://schemas.microsoft.com/office/drawing/2014/main" id="{83D8BB17-F848-F7EF-74F7-3366929B467B}"/>
              </a:ext>
            </a:extLst>
          </p:cNvPr>
          <p:cNvSpPr/>
          <p:nvPr/>
        </p:nvSpPr>
        <p:spPr>
          <a:xfrm flipH="1">
            <a:off x="3575329" y="2693815"/>
            <a:ext cx="325348" cy="325348"/>
          </a:xfrm>
          <a:prstGeom prst="pie">
            <a:avLst>
              <a:gd name="adj1" fmla="val 10800000"/>
              <a:gd name="adj2" fmla="val 16200000"/>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54" name="Shape 15">
            <a:extLst>
              <a:ext uri="{FF2B5EF4-FFF2-40B4-BE49-F238E27FC236}">
                <a16:creationId xmlns:a16="http://schemas.microsoft.com/office/drawing/2014/main" id="{5FDDEAD8-191A-6D86-E935-73D196FF6FFE}"/>
              </a:ext>
            </a:extLst>
          </p:cNvPr>
          <p:cNvSpPr/>
          <p:nvPr/>
        </p:nvSpPr>
        <p:spPr>
          <a:xfrm flipH="1">
            <a:off x="3575329" y="3262544"/>
            <a:ext cx="325348" cy="325348"/>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55" name="Shape 16">
            <a:extLst>
              <a:ext uri="{FF2B5EF4-FFF2-40B4-BE49-F238E27FC236}">
                <a16:creationId xmlns:a16="http://schemas.microsoft.com/office/drawing/2014/main" id="{DD6AB3E7-9D16-7A6C-CBFD-81373E88C1D1}"/>
              </a:ext>
            </a:extLst>
          </p:cNvPr>
          <p:cNvSpPr/>
          <p:nvPr/>
        </p:nvSpPr>
        <p:spPr>
          <a:xfrm flipH="1">
            <a:off x="3575329" y="3262544"/>
            <a:ext cx="325348" cy="325348"/>
          </a:xfrm>
          <a:prstGeom prst="pie">
            <a:avLst>
              <a:gd name="adj1" fmla="val 10800000"/>
              <a:gd name="adj2" fmla="val 16200000"/>
            </a:avLst>
          </a:prstGeom>
          <a:solidFill>
            <a:schemeClr val="accent2"/>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tx1"/>
              </a:solidFill>
            </a:endParaRPr>
          </a:p>
        </p:txBody>
      </p:sp>
      <p:sp>
        <p:nvSpPr>
          <p:cNvPr id="56" name="Shape 17">
            <a:extLst>
              <a:ext uri="{FF2B5EF4-FFF2-40B4-BE49-F238E27FC236}">
                <a16:creationId xmlns:a16="http://schemas.microsoft.com/office/drawing/2014/main" id="{FBA6BF01-8D93-9A6C-D88B-29FE4A9038BD}"/>
              </a:ext>
            </a:extLst>
          </p:cNvPr>
          <p:cNvSpPr/>
          <p:nvPr/>
        </p:nvSpPr>
        <p:spPr>
          <a:xfrm>
            <a:off x="463551" y="2101567"/>
            <a:ext cx="2264236" cy="3319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ctr"/>
            <a:r>
              <a:rPr lang="en-US" sz="1400" b="1">
                <a:solidFill>
                  <a:schemeClr val="bg2"/>
                </a:solidFill>
              </a:rPr>
              <a:t>Numeral markers</a:t>
            </a:r>
          </a:p>
        </p:txBody>
      </p:sp>
      <p:sp>
        <p:nvSpPr>
          <p:cNvPr id="57" name="Shape 18">
            <a:extLst>
              <a:ext uri="{FF2B5EF4-FFF2-40B4-BE49-F238E27FC236}">
                <a16:creationId xmlns:a16="http://schemas.microsoft.com/office/drawing/2014/main" id="{6E164C14-7AAA-214C-56EC-CD8179306111}"/>
              </a:ext>
            </a:extLst>
          </p:cNvPr>
          <p:cNvSpPr/>
          <p:nvPr/>
        </p:nvSpPr>
        <p:spPr>
          <a:xfrm>
            <a:off x="3098969" y="2101566"/>
            <a:ext cx="2264236" cy="3319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ctr"/>
            <a:r>
              <a:rPr lang="en-US" sz="1400" b="1">
                <a:solidFill>
                  <a:schemeClr val="bg2"/>
                </a:solidFill>
              </a:rPr>
              <a:t>Harvey balls</a:t>
            </a:r>
          </a:p>
        </p:txBody>
      </p:sp>
      <p:sp>
        <p:nvSpPr>
          <p:cNvPr id="58" name="Shape 19">
            <a:extLst>
              <a:ext uri="{FF2B5EF4-FFF2-40B4-BE49-F238E27FC236}">
                <a16:creationId xmlns:a16="http://schemas.microsoft.com/office/drawing/2014/main" id="{E2BDC3FE-4FDA-19D2-0E57-3442C5A6E9F0}"/>
              </a:ext>
            </a:extLst>
          </p:cNvPr>
          <p:cNvSpPr/>
          <p:nvPr/>
        </p:nvSpPr>
        <p:spPr>
          <a:xfrm>
            <a:off x="5734387" y="2101565"/>
            <a:ext cx="2264236" cy="3319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ctr"/>
            <a:r>
              <a:rPr lang="en-US" sz="1400" b="1">
                <a:solidFill>
                  <a:schemeClr val="bg2"/>
                </a:solidFill>
              </a:rPr>
              <a:t>Arrows</a:t>
            </a:r>
          </a:p>
        </p:txBody>
      </p:sp>
      <p:sp>
        <p:nvSpPr>
          <p:cNvPr id="59" name="Freeform: Shape 65">
            <a:extLst>
              <a:ext uri="{FF2B5EF4-FFF2-40B4-BE49-F238E27FC236}">
                <a16:creationId xmlns:a16="http://schemas.microsoft.com/office/drawing/2014/main" id="{DAE34605-BEAB-1DEF-498C-B548DCDC5CB5}"/>
              </a:ext>
            </a:extLst>
          </p:cNvPr>
          <p:cNvSpPr/>
          <p:nvPr/>
        </p:nvSpPr>
        <p:spPr>
          <a:xfrm>
            <a:off x="7311951" y="3598234"/>
            <a:ext cx="561975" cy="484632"/>
          </a:xfrm>
          <a:custGeom>
            <a:avLst/>
            <a:gdLst>
              <a:gd name="connsiteX0" fmla="*/ 0 w 561975"/>
              <a:gd name="connsiteY0" fmla="*/ 0 h 492125"/>
              <a:gd name="connsiteX1" fmla="*/ 0 w 561975"/>
              <a:gd name="connsiteY1" fmla="*/ 492125 h 492125"/>
              <a:gd name="connsiteX2" fmla="*/ 561975 w 561975"/>
              <a:gd name="connsiteY2" fmla="*/ 492125 h 492125"/>
            </a:gdLst>
            <a:ahLst/>
            <a:cxnLst>
              <a:cxn ang="0">
                <a:pos x="connsiteX0" y="connsiteY0"/>
              </a:cxn>
              <a:cxn ang="0">
                <a:pos x="connsiteX1" y="connsiteY1"/>
              </a:cxn>
              <a:cxn ang="0">
                <a:pos x="connsiteX2" y="connsiteY2"/>
              </a:cxn>
            </a:cxnLst>
            <a:rect l="l" t="t" r="r" b="b"/>
            <a:pathLst>
              <a:path w="561975" h="492125">
                <a:moveTo>
                  <a:pt x="0" y="0"/>
                </a:moveTo>
                <a:lnTo>
                  <a:pt x="0" y="492125"/>
                </a:lnTo>
                <a:lnTo>
                  <a:pt x="561975" y="492125"/>
                </a:lnTo>
              </a:path>
            </a:pathLst>
          </a:custGeom>
          <a:noFill/>
          <a:ln w="19050">
            <a:solidFill>
              <a:srgbClr val="707996"/>
            </a:solidFill>
            <a:prstDash val="soli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3">
            <a:extLst>
              <a:ext uri="{FF2B5EF4-FFF2-40B4-BE49-F238E27FC236}">
                <a16:creationId xmlns:a16="http://schemas.microsoft.com/office/drawing/2014/main" id="{4D9E4260-CFCF-D396-BD38-821428CA8F10}"/>
              </a:ext>
            </a:extLst>
          </p:cNvPr>
          <p:cNvSpPr/>
          <p:nvPr/>
        </p:nvSpPr>
        <p:spPr>
          <a:xfrm>
            <a:off x="7311951" y="2612354"/>
            <a:ext cx="561975" cy="484632"/>
          </a:xfrm>
          <a:custGeom>
            <a:avLst/>
            <a:gdLst>
              <a:gd name="connsiteX0" fmla="*/ 0 w 561975"/>
              <a:gd name="connsiteY0" fmla="*/ 0 h 492125"/>
              <a:gd name="connsiteX1" fmla="*/ 0 w 561975"/>
              <a:gd name="connsiteY1" fmla="*/ 492125 h 492125"/>
              <a:gd name="connsiteX2" fmla="*/ 561975 w 561975"/>
              <a:gd name="connsiteY2" fmla="*/ 492125 h 492125"/>
            </a:gdLst>
            <a:ahLst/>
            <a:cxnLst>
              <a:cxn ang="0">
                <a:pos x="connsiteX0" y="connsiteY0"/>
              </a:cxn>
              <a:cxn ang="0">
                <a:pos x="connsiteX1" y="connsiteY1"/>
              </a:cxn>
              <a:cxn ang="0">
                <a:pos x="connsiteX2" y="connsiteY2"/>
              </a:cxn>
            </a:cxnLst>
            <a:rect l="l" t="t" r="r" b="b"/>
            <a:pathLst>
              <a:path w="561975" h="492125">
                <a:moveTo>
                  <a:pt x="0" y="0"/>
                </a:moveTo>
                <a:lnTo>
                  <a:pt x="0" y="492125"/>
                </a:lnTo>
                <a:lnTo>
                  <a:pt x="561975" y="492125"/>
                </a:lnTo>
              </a:path>
            </a:pathLst>
          </a:custGeom>
          <a:noFill/>
          <a:ln w="19050">
            <a:solidFill>
              <a:srgbClr val="707996"/>
            </a:solidFill>
            <a:prstDash val="dash"/>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Shape 20">
            <a:extLst>
              <a:ext uri="{FF2B5EF4-FFF2-40B4-BE49-F238E27FC236}">
                <a16:creationId xmlns:a16="http://schemas.microsoft.com/office/drawing/2014/main" id="{1A540F2E-D946-6BC2-3560-AB97F8CB6E9D}"/>
              </a:ext>
            </a:extLst>
          </p:cNvPr>
          <p:cNvSpPr/>
          <p:nvPr/>
        </p:nvSpPr>
        <p:spPr>
          <a:xfrm>
            <a:off x="8369804" y="2101565"/>
            <a:ext cx="3368297" cy="3319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ctr"/>
            <a:r>
              <a:rPr lang="en-US" sz="1400" b="1">
                <a:solidFill>
                  <a:schemeClr val="bg2"/>
                </a:solidFill>
              </a:rPr>
              <a:t>Callout boxes and brackets</a:t>
            </a:r>
          </a:p>
        </p:txBody>
      </p:sp>
      <p:cxnSp>
        <p:nvCxnSpPr>
          <p:cNvPr id="62" name="Shape 21">
            <a:extLst>
              <a:ext uri="{FF2B5EF4-FFF2-40B4-BE49-F238E27FC236}">
                <a16:creationId xmlns:a16="http://schemas.microsoft.com/office/drawing/2014/main" id="{FD59EDD1-5177-AB24-1710-502F44B8DE1E}"/>
              </a:ext>
            </a:extLst>
          </p:cNvPr>
          <p:cNvCxnSpPr/>
          <p:nvPr/>
        </p:nvCxnSpPr>
        <p:spPr>
          <a:xfrm flipH="1">
            <a:off x="8417026" y="3371384"/>
            <a:ext cx="333274" cy="0"/>
          </a:xfrm>
          <a:prstGeom prst="straightConnector1">
            <a:avLst/>
          </a:prstGeom>
          <a:noFill/>
          <a:ln w="19050" cap="flat" cmpd="sng">
            <a:solidFill>
              <a:srgbClr val="707996"/>
            </a:solidFill>
            <a:prstDash val="solid"/>
            <a:round/>
            <a:headEnd type="none" w="lg" len="med"/>
            <a:tailEnd type="triangle" w="lg" len="med"/>
          </a:ln>
        </p:spPr>
      </p:cxnSp>
      <p:cxnSp>
        <p:nvCxnSpPr>
          <p:cNvPr id="63" name="Shape 22">
            <a:extLst>
              <a:ext uri="{FF2B5EF4-FFF2-40B4-BE49-F238E27FC236}">
                <a16:creationId xmlns:a16="http://schemas.microsoft.com/office/drawing/2014/main" id="{DCC5EACF-BE73-770D-3230-CA2B376D37F6}"/>
              </a:ext>
            </a:extLst>
          </p:cNvPr>
          <p:cNvCxnSpPr/>
          <p:nvPr/>
        </p:nvCxnSpPr>
        <p:spPr>
          <a:xfrm flipH="1">
            <a:off x="8417026" y="2877830"/>
            <a:ext cx="333274" cy="0"/>
          </a:xfrm>
          <a:prstGeom prst="straightConnector1">
            <a:avLst/>
          </a:prstGeom>
          <a:noFill/>
          <a:ln w="19050" cap="flat" cmpd="sng">
            <a:solidFill>
              <a:srgbClr val="E36135"/>
            </a:solidFill>
            <a:prstDash val="solid"/>
            <a:round/>
            <a:headEnd type="none" w="lg" len="med"/>
            <a:tailEnd type="triangle" w="lg" len="med"/>
          </a:ln>
        </p:spPr>
      </p:cxnSp>
      <p:cxnSp>
        <p:nvCxnSpPr>
          <p:cNvPr id="64" name="Straight Connector 63">
            <a:extLst>
              <a:ext uri="{FF2B5EF4-FFF2-40B4-BE49-F238E27FC236}">
                <a16:creationId xmlns:a16="http://schemas.microsoft.com/office/drawing/2014/main" id="{036BFB34-447C-FA02-906D-4C553364A5BB}"/>
              </a:ext>
            </a:extLst>
          </p:cNvPr>
          <p:cNvCxnSpPr/>
          <p:nvPr/>
        </p:nvCxnSpPr>
        <p:spPr>
          <a:xfrm>
            <a:off x="11732137" y="2673408"/>
            <a:ext cx="0" cy="553968"/>
          </a:xfrm>
          <a:prstGeom prst="line">
            <a:avLst/>
          </a:prstGeom>
          <a:noFill/>
          <a:ln w="19050" cap="flat" cmpd="sng">
            <a:solidFill>
              <a:srgbClr val="707996"/>
            </a:solidFill>
            <a:prstDash val="solid"/>
            <a:round/>
            <a:headEnd type="none" w="lg" len="med"/>
            <a:tailEnd type="none" w="lg" len="med"/>
          </a:ln>
        </p:spPr>
      </p:cxnSp>
      <p:cxnSp>
        <p:nvCxnSpPr>
          <p:cNvPr id="65" name="Straight Connector 64">
            <a:extLst>
              <a:ext uri="{FF2B5EF4-FFF2-40B4-BE49-F238E27FC236}">
                <a16:creationId xmlns:a16="http://schemas.microsoft.com/office/drawing/2014/main" id="{3787FB49-2FC4-1755-5303-B10674D94A9F}"/>
              </a:ext>
            </a:extLst>
          </p:cNvPr>
          <p:cNvCxnSpPr/>
          <p:nvPr/>
        </p:nvCxnSpPr>
        <p:spPr>
          <a:xfrm flipH="1">
            <a:off x="11474450" y="2947891"/>
            <a:ext cx="257302" cy="0"/>
          </a:xfrm>
          <a:prstGeom prst="line">
            <a:avLst/>
          </a:prstGeom>
          <a:noFill/>
          <a:ln w="19050" cap="flat" cmpd="sng">
            <a:solidFill>
              <a:srgbClr val="707996"/>
            </a:solidFill>
            <a:prstDash val="solid"/>
            <a:round/>
            <a:headEnd type="none" w="lg" len="med"/>
            <a:tailEnd type="none" w="lg" len="med"/>
          </a:ln>
        </p:spPr>
      </p:cxnSp>
      <p:cxnSp>
        <p:nvCxnSpPr>
          <p:cNvPr id="66" name="Shape 23">
            <a:extLst>
              <a:ext uri="{FF2B5EF4-FFF2-40B4-BE49-F238E27FC236}">
                <a16:creationId xmlns:a16="http://schemas.microsoft.com/office/drawing/2014/main" id="{19356FA5-84AE-211B-1BA9-6ACA88CD4B2C}"/>
              </a:ext>
            </a:extLst>
          </p:cNvPr>
          <p:cNvCxnSpPr/>
          <p:nvPr/>
        </p:nvCxnSpPr>
        <p:spPr>
          <a:xfrm flipH="1">
            <a:off x="8417026" y="3967969"/>
            <a:ext cx="333274" cy="0"/>
          </a:xfrm>
          <a:prstGeom prst="straightConnector1">
            <a:avLst/>
          </a:prstGeom>
          <a:noFill/>
          <a:ln w="19050" cap="flat" cmpd="sng">
            <a:solidFill>
              <a:schemeClr val="tx2"/>
            </a:solidFill>
            <a:prstDash val="solid"/>
            <a:round/>
            <a:headEnd type="none" w="lg" len="med"/>
            <a:tailEnd type="triangle" w="lg" len="med"/>
          </a:ln>
        </p:spPr>
      </p:cxnSp>
      <p:sp>
        <p:nvSpPr>
          <p:cNvPr id="67" name="TextBox 36">
            <a:extLst>
              <a:ext uri="{FF2B5EF4-FFF2-40B4-BE49-F238E27FC236}">
                <a16:creationId xmlns:a16="http://schemas.microsoft.com/office/drawing/2014/main" id="{776B24E5-0F9B-E7FA-04F9-F8D832025B14}"/>
              </a:ext>
            </a:extLst>
          </p:cNvPr>
          <p:cNvSpPr txBox="1">
            <a:spLocks/>
          </p:cNvSpPr>
          <p:nvPr/>
        </p:nvSpPr>
        <p:spPr>
          <a:xfrm>
            <a:off x="463550" y="1349983"/>
            <a:ext cx="11274425" cy="553998"/>
          </a:xfrm>
          <a:prstGeom prst="rect">
            <a:avLst/>
          </a:prstGeom>
        </p:spPr>
        <p:txBody>
          <a:bodyPr vert="horz" lIns="0" tIns="0" rIns="0" bIns="0" rtlCol="0">
            <a:spAutoFit/>
          </a:bodyPr>
          <a:lstStyle>
            <a:lvl1pPr marL="246063" indent="-246063"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2950" indent="-314325"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4750" indent="-24765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4813" indent="-317500" algn="l" defTabSz="914400" rtl="0" eaLnBrk="1" latinLnBrk="0" hangingPunct="1">
              <a:lnSpc>
                <a:spcPct val="90000"/>
              </a:lnSpc>
              <a:spcBef>
                <a:spcPts val="1200"/>
              </a:spcBef>
              <a:spcAft>
                <a:spcPts val="0"/>
              </a:spcAft>
              <a:buSzPct val="100000"/>
              <a:buFont typeface="Arial" panose="020B0604020202020204" pitchFamily="34" charset="0"/>
              <a:buChar char="–"/>
              <a:tabLst/>
              <a:defRPr sz="2400" kern="1200">
                <a:solidFill>
                  <a:schemeClr val="tx1"/>
                </a:solidFill>
                <a:latin typeface="+mn-lt"/>
                <a:ea typeface="+mn-ea"/>
                <a:cs typeface="+mn-cs"/>
              </a:defRPr>
            </a:lvl4pPr>
            <a:lvl5pPr marL="2105025" indent="-247650"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Use this set of graphic elements with either quantitative or qualitative graphics to help the reader navigate the overall graphic.</a:t>
            </a:r>
          </a:p>
        </p:txBody>
      </p:sp>
      <p:cxnSp>
        <p:nvCxnSpPr>
          <p:cNvPr id="68" name="Straight Connector 67">
            <a:extLst>
              <a:ext uri="{FF2B5EF4-FFF2-40B4-BE49-F238E27FC236}">
                <a16:creationId xmlns:a16="http://schemas.microsoft.com/office/drawing/2014/main" id="{B0C001EC-C970-A35C-50F1-D6C88BBAEA62}"/>
              </a:ext>
            </a:extLst>
          </p:cNvPr>
          <p:cNvCxnSpPr>
            <a:cxnSpLocks/>
          </p:cNvCxnSpPr>
          <p:nvPr/>
        </p:nvCxnSpPr>
        <p:spPr>
          <a:xfrm flipV="1">
            <a:off x="6586946" y="2576812"/>
            <a:ext cx="0" cy="1544562"/>
          </a:xfrm>
          <a:prstGeom prst="line">
            <a:avLst/>
          </a:prstGeom>
          <a:noFill/>
          <a:ln w="19050" cap="sq" cmpd="sng">
            <a:solidFill>
              <a:srgbClr val="707996"/>
            </a:solidFill>
            <a:prstDash val="solid"/>
            <a:round/>
            <a:headEnd type="none" w="lg" len="med"/>
            <a:tailEnd type="triangle" w="lg" len="med"/>
          </a:ln>
        </p:spPr>
      </p:cxnSp>
      <p:cxnSp>
        <p:nvCxnSpPr>
          <p:cNvPr id="69" name="Straight Connector 68">
            <a:extLst>
              <a:ext uri="{FF2B5EF4-FFF2-40B4-BE49-F238E27FC236}">
                <a16:creationId xmlns:a16="http://schemas.microsoft.com/office/drawing/2014/main" id="{F0139ACE-AD63-DCE7-9FA2-AE56D38E65C8}"/>
              </a:ext>
            </a:extLst>
          </p:cNvPr>
          <p:cNvCxnSpPr>
            <a:cxnSpLocks/>
          </p:cNvCxnSpPr>
          <p:nvPr/>
        </p:nvCxnSpPr>
        <p:spPr>
          <a:xfrm flipV="1">
            <a:off x="6230219" y="2576812"/>
            <a:ext cx="0" cy="1544562"/>
          </a:xfrm>
          <a:prstGeom prst="line">
            <a:avLst/>
          </a:prstGeom>
          <a:noFill/>
          <a:ln w="19050" cap="sq" cmpd="sng">
            <a:solidFill>
              <a:srgbClr val="E36135"/>
            </a:solidFill>
            <a:prstDash val="solid"/>
            <a:round/>
            <a:headEnd type="none" w="lg" len="med"/>
            <a:tailEnd type="triangle" w="lg" len="med"/>
          </a:ln>
        </p:spPr>
      </p:cxnSp>
      <p:cxnSp>
        <p:nvCxnSpPr>
          <p:cNvPr id="70" name="Straight Connector 69">
            <a:extLst>
              <a:ext uri="{FF2B5EF4-FFF2-40B4-BE49-F238E27FC236}">
                <a16:creationId xmlns:a16="http://schemas.microsoft.com/office/drawing/2014/main" id="{C1478EAE-C9D8-8901-3C4A-1E42736D7064}"/>
              </a:ext>
            </a:extLst>
          </p:cNvPr>
          <p:cNvCxnSpPr>
            <a:cxnSpLocks/>
          </p:cNvCxnSpPr>
          <p:nvPr/>
        </p:nvCxnSpPr>
        <p:spPr>
          <a:xfrm flipV="1">
            <a:off x="5873492" y="2576812"/>
            <a:ext cx="0" cy="1544562"/>
          </a:xfrm>
          <a:prstGeom prst="line">
            <a:avLst/>
          </a:prstGeom>
          <a:noFill/>
          <a:ln w="19050" cap="sq" cmpd="sng">
            <a:solidFill>
              <a:srgbClr val="707996"/>
            </a:solidFill>
            <a:prstDash val="dash"/>
            <a:round/>
            <a:headEnd type="none" w="lg" len="med"/>
            <a:tailEnd type="triangle" w="lg" len="med"/>
          </a:ln>
        </p:spPr>
      </p:cxnSp>
      <p:cxnSp>
        <p:nvCxnSpPr>
          <p:cNvPr id="71" name="Straight Connector 70">
            <a:extLst>
              <a:ext uri="{FF2B5EF4-FFF2-40B4-BE49-F238E27FC236}">
                <a16:creationId xmlns:a16="http://schemas.microsoft.com/office/drawing/2014/main" id="{9A7BABAF-F28F-F708-98DF-14242064DF63}"/>
              </a:ext>
            </a:extLst>
          </p:cNvPr>
          <p:cNvCxnSpPr>
            <a:cxnSpLocks/>
          </p:cNvCxnSpPr>
          <p:nvPr/>
        </p:nvCxnSpPr>
        <p:spPr>
          <a:xfrm flipV="1">
            <a:off x="6943672" y="2576812"/>
            <a:ext cx="0" cy="1544562"/>
          </a:xfrm>
          <a:prstGeom prst="line">
            <a:avLst/>
          </a:prstGeom>
          <a:noFill/>
          <a:ln w="19050" cap="sq" cmpd="sng">
            <a:solidFill>
              <a:schemeClr val="tx2"/>
            </a:solidFill>
            <a:prstDash val="solid"/>
            <a:round/>
            <a:headEnd type="none" w="lg" len="med"/>
            <a:tailEnd type="triangle" w="lg" len="med"/>
          </a:ln>
        </p:spPr>
      </p:cxnSp>
      <p:cxnSp>
        <p:nvCxnSpPr>
          <p:cNvPr id="72" name="Straight Connector 71">
            <a:extLst>
              <a:ext uri="{FF2B5EF4-FFF2-40B4-BE49-F238E27FC236}">
                <a16:creationId xmlns:a16="http://schemas.microsoft.com/office/drawing/2014/main" id="{F87525A3-E635-6468-2755-97F773208849}"/>
              </a:ext>
            </a:extLst>
          </p:cNvPr>
          <p:cNvCxnSpPr/>
          <p:nvPr/>
        </p:nvCxnSpPr>
        <p:spPr>
          <a:xfrm>
            <a:off x="6097390" y="4568538"/>
            <a:ext cx="1554480" cy="0"/>
          </a:xfrm>
          <a:prstGeom prst="line">
            <a:avLst/>
          </a:prstGeom>
          <a:noFill/>
          <a:ln w="19050" cap="sq" cmpd="sng">
            <a:solidFill>
              <a:srgbClr val="707996"/>
            </a:solidFill>
            <a:prstDash val="dash"/>
            <a:round/>
            <a:headEnd type="triangle" w="lg" len="med"/>
            <a:tailEnd type="triangle" w="lg" len="med"/>
          </a:ln>
        </p:spPr>
      </p:cxnSp>
      <p:cxnSp>
        <p:nvCxnSpPr>
          <p:cNvPr id="73" name="Straight Connector 72">
            <a:extLst>
              <a:ext uri="{FF2B5EF4-FFF2-40B4-BE49-F238E27FC236}">
                <a16:creationId xmlns:a16="http://schemas.microsoft.com/office/drawing/2014/main" id="{339BD72B-6413-B04D-B04E-4D0FB1365A94}"/>
              </a:ext>
            </a:extLst>
          </p:cNvPr>
          <p:cNvCxnSpPr/>
          <p:nvPr/>
        </p:nvCxnSpPr>
        <p:spPr>
          <a:xfrm>
            <a:off x="6097390" y="4969931"/>
            <a:ext cx="1554480" cy="0"/>
          </a:xfrm>
          <a:prstGeom prst="line">
            <a:avLst/>
          </a:prstGeom>
          <a:noFill/>
          <a:ln w="19050" cap="sq" cmpd="sng">
            <a:solidFill>
              <a:srgbClr val="E36135"/>
            </a:solidFill>
            <a:prstDash val="solid"/>
            <a:round/>
            <a:headEnd type="triangle" w="lg" len="med"/>
            <a:tailEnd type="triangle" w="lg" len="med"/>
          </a:ln>
        </p:spPr>
      </p:cxnSp>
      <p:cxnSp>
        <p:nvCxnSpPr>
          <p:cNvPr id="74" name="Straight Connector 73">
            <a:extLst>
              <a:ext uri="{FF2B5EF4-FFF2-40B4-BE49-F238E27FC236}">
                <a16:creationId xmlns:a16="http://schemas.microsoft.com/office/drawing/2014/main" id="{29058002-7199-2558-01FE-493665FF8612}"/>
              </a:ext>
            </a:extLst>
          </p:cNvPr>
          <p:cNvCxnSpPr/>
          <p:nvPr/>
        </p:nvCxnSpPr>
        <p:spPr>
          <a:xfrm>
            <a:off x="6097390" y="5371324"/>
            <a:ext cx="1554480" cy="0"/>
          </a:xfrm>
          <a:prstGeom prst="line">
            <a:avLst/>
          </a:prstGeom>
          <a:noFill/>
          <a:ln w="19050" cap="sq" cmpd="sng">
            <a:solidFill>
              <a:srgbClr val="707996"/>
            </a:solidFill>
            <a:prstDash val="solid"/>
            <a:round/>
            <a:headEnd type="triangle" w="lg" len="med"/>
            <a:tailEnd type="triangle" w="lg" len="med"/>
          </a:ln>
        </p:spPr>
      </p:cxnSp>
      <p:cxnSp>
        <p:nvCxnSpPr>
          <p:cNvPr id="75" name="Straight Connector 74">
            <a:extLst>
              <a:ext uri="{FF2B5EF4-FFF2-40B4-BE49-F238E27FC236}">
                <a16:creationId xmlns:a16="http://schemas.microsoft.com/office/drawing/2014/main" id="{C2ECA653-011D-214F-F30D-C366123F53C4}"/>
              </a:ext>
            </a:extLst>
          </p:cNvPr>
          <p:cNvCxnSpPr/>
          <p:nvPr/>
        </p:nvCxnSpPr>
        <p:spPr>
          <a:xfrm>
            <a:off x="6097390" y="5772717"/>
            <a:ext cx="1554480" cy="0"/>
          </a:xfrm>
          <a:prstGeom prst="line">
            <a:avLst/>
          </a:prstGeom>
          <a:noFill/>
          <a:ln w="19050" cap="sq" cmpd="sng">
            <a:solidFill>
              <a:schemeClr val="tx2"/>
            </a:solidFill>
            <a:prstDash val="solid"/>
            <a:round/>
            <a:headEnd type="triangle" w="lg" len="med"/>
            <a:tailEnd type="triangle" w="lg" len="med"/>
          </a:ln>
        </p:spPr>
      </p:cxnSp>
      <p:sp>
        <p:nvSpPr>
          <p:cNvPr id="76" name="Shape 24">
            <a:extLst>
              <a:ext uri="{FF2B5EF4-FFF2-40B4-BE49-F238E27FC236}">
                <a16:creationId xmlns:a16="http://schemas.microsoft.com/office/drawing/2014/main" id="{B0F66807-0659-8218-BC1A-6DF45B86A9E0}"/>
              </a:ext>
            </a:extLst>
          </p:cNvPr>
          <p:cNvSpPr/>
          <p:nvPr/>
        </p:nvSpPr>
        <p:spPr>
          <a:xfrm rot="5400000">
            <a:off x="10013289" y="3126889"/>
            <a:ext cx="178001" cy="2801335"/>
          </a:xfrm>
          <a:prstGeom prst="rightBrace">
            <a:avLst>
              <a:gd name="adj1" fmla="val 0"/>
              <a:gd name="adj2" fmla="val 50000"/>
            </a:avLst>
          </a:prstGeom>
          <a:noFill/>
          <a:ln w="19050" cap="flat" cmpd="sng">
            <a:solidFill>
              <a:srgbClr val="707996"/>
            </a:solidFill>
            <a:prstDash val="solid"/>
            <a:round/>
            <a:headEnd type="none" w="lg" len="med"/>
            <a:tailEnd type="none" w="lg" len="med"/>
          </a:ln>
        </p:spPr>
        <p:txBody>
          <a:bodyPr rtlCol="0" anchor="ctr"/>
          <a:lstStyle/>
          <a:p>
            <a:pPr algn="ctr"/>
            <a:endParaRPr lang="en-US"/>
          </a:p>
        </p:txBody>
      </p:sp>
      <p:sp>
        <p:nvSpPr>
          <p:cNvPr id="77" name="TextBox 76">
            <a:extLst>
              <a:ext uri="{FF2B5EF4-FFF2-40B4-BE49-F238E27FC236}">
                <a16:creationId xmlns:a16="http://schemas.microsoft.com/office/drawing/2014/main" id="{CAD051C7-198F-B19B-4CB3-A2CE4F910F1F}"/>
              </a:ext>
            </a:extLst>
          </p:cNvPr>
          <p:cNvSpPr txBox="1"/>
          <p:nvPr/>
        </p:nvSpPr>
        <p:spPr>
          <a:xfrm>
            <a:off x="8686320" y="2693178"/>
            <a:ext cx="1430785" cy="369302"/>
          </a:xfrm>
          <a:prstGeom prst="rect">
            <a:avLst/>
          </a:prstGeom>
          <a:solidFill>
            <a:srgbClr val="FFFFFF"/>
          </a:solidFill>
          <a:ln w="19050">
            <a:solidFill>
              <a:srgbClr val="E36135"/>
            </a:solidFill>
          </a:ln>
        </p:spPr>
        <p:txBody>
          <a:bodyPr wrap="square" lIns="91440" tIns="91440" rIns="91440" bIns="91440" rtlCol="0" anchor="ctr" anchorCtr="0">
            <a:spAutoFit/>
          </a:bodyPr>
          <a:lstStyle/>
          <a:p>
            <a:pPr algn="l">
              <a:spcBef>
                <a:spcPts val="600"/>
              </a:spcBef>
            </a:pPr>
            <a:r>
              <a:rPr lang="en-US" sz="1200"/>
              <a:t>Callout box</a:t>
            </a:r>
          </a:p>
        </p:txBody>
      </p:sp>
      <p:sp>
        <p:nvSpPr>
          <p:cNvPr id="78" name="TextBox 77">
            <a:extLst>
              <a:ext uri="{FF2B5EF4-FFF2-40B4-BE49-F238E27FC236}">
                <a16:creationId xmlns:a16="http://schemas.microsoft.com/office/drawing/2014/main" id="{19A21953-F72A-A9F2-4170-60ECEBB17D6E}"/>
              </a:ext>
            </a:extLst>
          </p:cNvPr>
          <p:cNvSpPr txBox="1"/>
          <p:nvPr/>
        </p:nvSpPr>
        <p:spPr>
          <a:xfrm>
            <a:off x="8701623" y="3186734"/>
            <a:ext cx="1430785" cy="369302"/>
          </a:xfrm>
          <a:prstGeom prst="rect">
            <a:avLst/>
          </a:prstGeom>
          <a:solidFill>
            <a:srgbClr val="FFFFFF"/>
          </a:solidFill>
          <a:ln w="19050">
            <a:solidFill>
              <a:srgbClr val="707996"/>
            </a:solidFill>
          </a:ln>
        </p:spPr>
        <p:txBody>
          <a:bodyPr wrap="square" lIns="91440" tIns="91440" rIns="91440" bIns="91440" rtlCol="0" anchor="ctr" anchorCtr="0">
            <a:spAutoFit/>
          </a:bodyPr>
          <a:lstStyle/>
          <a:p>
            <a:pPr algn="l">
              <a:spcBef>
                <a:spcPts val="600"/>
              </a:spcBef>
            </a:pPr>
            <a:r>
              <a:rPr lang="en-US" sz="1200"/>
              <a:t>Callout box</a:t>
            </a:r>
          </a:p>
        </p:txBody>
      </p:sp>
      <p:sp>
        <p:nvSpPr>
          <p:cNvPr id="79" name="TextBox 78">
            <a:extLst>
              <a:ext uri="{FF2B5EF4-FFF2-40B4-BE49-F238E27FC236}">
                <a16:creationId xmlns:a16="http://schemas.microsoft.com/office/drawing/2014/main" id="{57B10E19-3EFA-FE4B-5959-C35FEF529553}"/>
              </a:ext>
            </a:extLst>
          </p:cNvPr>
          <p:cNvSpPr txBox="1"/>
          <p:nvPr/>
        </p:nvSpPr>
        <p:spPr>
          <a:xfrm>
            <a:off x="10380155" y="2673408"/>
            <a:ext cx="1122804" cy="553968"/>
          </a:xfrm>
          <a:prstGeom prst="rect">
            <a:avLst/>
          </a:prstGeom>
          <a:solidFill>
            <a:srgbClr val="FFFFFF"/>
          </a:solidFill>
          <a:ln w="19050">
            <a:solidFill>
              <a:srgbClr val="707996"/>
            </a:solidFill>
          </a:ln>
        </p:spPr>
        <p:txBody>
          <a:bodyPr wrap="square" lIns="91440" tIns="91440" rIns="91440" bIns="91440" rtlCol="0" anchor="ctr" anchorCtr="0">
            <a:spAutoFit/>
          </a:bodyPr>
          <a:lstStyle/>
          <a:p>
            <a:pPr algn="l">
              <a:spcBef>
                <a:spcPts val="600"/>
              </a:spcBef>
            </a:pPr>
            <a:r>
              <a:rPr lang="en-US" sz="1200"/>
              <a:t>Bracket call- out box</a:t>
            </a:r>
          </a:p>
        </p:txBody>
      </p:sp>
      <p:sp>
        <p:nvSpPr>
          <p:cNvPr id="80" name="TextBox 79">
            <a:extLst>
              <a:ext uri="{FF2B5EF4-FFF2-40B4-BE49-F238E27FC236}">
                <a16:creationId xmlns:a16="http://schemas.microsoft.com/office/drawing/2014/main" id="{4697D21C-0C37-11AB-8196-E92B6DDA5533}"/>
              </a:ext>
            </a:extLst>
          </p:cNvPr>
          <p:cNvSpPr txBox="1"/>
          <p:nvPr/>
        </p:nvSpPr>
        <p:spPr>
          <a:xfrm>
            <a:off x="8897898" y="4570512"/>
            <a:ext cx="2408782" cy="369302"/>
          </a:xfrm>
          <a:prstGeom prst="rect">
            <a:avLst/>
          </a:prstGeom>
          <a:noFill/>
          <a:ln w="12700">
            <a:noFill/>
          </a:ln>
        </p:spPr>
        <p:txBody>
          <a:bodyPr wrap="square" lIns="91440" tIns="91440" rIns="91440" bIns="91440" rtlCol="0">
            <a:spAutoFit/>
          </a:bodyPr>
          <a:lstStyle/>
          <a:p>
            <a:pPr algn="ctr">
              <a:spcBef>
                <a:spcPts val="600"/>
              </a:spcBef>
            </a:pPr>
            <a:r>
              <a:rPr lang="en-US" sz="1200"/>
              <a:t>Bracket sample</a:t>
            </a:r>
          </a:p>
        </p:txBody>
      </p:sp>
      <p:sp>
        <p:nvSpPr>
          <p:cNvPr id="81" name="TextBox 80">
            <a:extLst>
              <a:ext uri="{FF2B5EF4-FFF2-40B4-BE49-F238E27FC236}">
                <a16:creationId xmlns:a16="http://schemas.microsoft.com/office/drawing/2014/main" id="{3C1666CA-19D4-E369-2250-F8D393305E45}"/>
              </a:ext>
            </a:extLst>
          </p:cNvPr>
          <p:cNvSpPr txBox="1"/>
          <p:nvPr/>
        </p:nvSpPr>
        <p:spPr>
          <a:xfrm>
            <a:off x="9245075" y="5057997"/>
            <a:ext cx="2408782" cy="923299"/>
          </a:xfrm>
          <a:prstGeom prst="rect">
            <a:avLst/>
          </a:prstGeom>
          <a:noFill/>
          <a:ln w="12700">
            <a:noFill/>
          </a:ln>
        </p:spPr>
        <p:txBody>
          <a:bodyPr wrap="square" lIns="91440" tIns="91440" rIns="91440" bIns="91440" rtlCol="0" anchor="t">
            <a:spAutoFit/>
          </a:bodyPr>
          <a:lstStyle/>
          <a:p>
            <a:pPr>
              <a:spcBef>
                <a:spcPts val="600"/>
              </a:spcBef>
            </a:pPr>
            <a:r>
              <a:rPr lang="en-US" sz="1200"/>
              <a:t>Bracket and text without box. This shape is the only way for a completely consistent look. It is simple and unobtrusive, as well.</a:t>
            </a:r>
          </a:p>
        </p:txBody>
      </p:sp>
      <p:sp>
        <p:nvSpPr>
          <p:cNvPr id="82" name="TextBox 81">
            <a:extLst>
              <a:ext uri="{FF2B5EF4-FFF2-40B4-BE49-F238E27FC236}">
                <a16:creationId xmlns:a16="http://schemas.microsoft.com/office/drawing/2014/main" id="{DD8328BF-D0D9-3232-9B71-61B26B88CD58}"/>
              </a:ext>
            </a:extLst>
          </p:cNvPr>
          <p:cNvSpPr txBox="1"/>
          <p:nvPr/>
        </p:nvSpPr>
        <p:spPr>
          <a:xfrm>
            <a:off x="8701623" y="3690986"/>
            <a:ext cx="1445437" cy="553968"/>
          </a:xfrm>
          <a:prstGeom prst="rect">
            <a:avLst/>
          </a:prstGeom>
          <a:solidFill>
            <a:srgbClr val="FFFFFF"/>
          </a:solidFill>
          <a:ln w="19050">
            <a:solidFill>
              <a:schemeClr val="tx2"/>
            </a:solidFill>
          </a:ln>
        </p:spPr>
        <p:txBody>
          <a:bodyPr wrap="square" lIns="91440" tIns="91440" rIns="91440" bIns="91440" rtlCol="0" anchor="ctr" anchorCtr="0">
            <a:spAutoFit/>
          </a:bodyPr>
          <a:lstStyle/>
          <a:p>
            <a:pPr algn="l">
              <a:spcBef>
                <a:spcPts val="600"/>
              </a:spcBef>
            </a:pPr>
            <a:r>
              <a:rPr lang="en-US" sz="1200"/>
              <a:t>Callout text without a box</a:t>
            </a:r>
          </a:p>
        </p:txBody>
      </p:sp>
      <p:sp>
        <p:nvSpPr>
          <p:cNvPr id="25" name="Title 24">
            <a:extLst>
              <a:ext uri="{FF2B5EF4-FFF2-40B4-BE49-F238E27FC236}">
                <a16:creationId xmlns:a16="http://schemas.microsoft.com/office/drawing/2014/main" id="{7C83007F-1B0B-A09C-F243-4DAE01B591AC}"/>
              </a:ext>
            </a:extLst>
          </p:cNvPr>
          <p:cNvSpPr>
            <a:spLocks noGrp="1"/>
          </p:cNvSpPr>
          <p:nvPr>
            <p:ph type="title"/>
          </p:nvPr>
        </p:nvSpPr>
        <p:spPr>
          <a:xfrm>
            <a:off x="457200" y="361950"/>
            <a:ext cx="11274552" cy="451231"/>
          </a:xfrm>
        </p:spPr>
        <p:txBody>
          <a:bodyPr/>
          <a:lstStyle/>
          <a:p>
            <a:r>
              <a:rPr lang="en-US"/>
              <a:t>Graphic Elements</a:t>
            </a:r>
            <a:br>
              <a:rPr lang="en-US"/>
            </a:br>
            <a:endParaRPr lang="en-US"/>
          </a:p>
        </p:txBody>
      </p:sp>
    </p:spTree>
    <p:extLst>
      <p:ext uri="{BB962C8B-B14F-4D97-AF65-F5344CB8AC3E}">
        <p14:creationId xmlns:p14="http://schemas.microsoft.com/office/powerpoint/2010/main" val="162095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B053-193A-B7A8-A802-0B65930E469E}"/>
              </a:ext>
            </a:extLst>
          </p:cNvPr>
          <p:cNvSpPr>
            <a:spLocks noGrp="1"/>
          </p:cNvSpPr>
          <p:nvPr>
            <p:ph type="title"/>
          </p:nvPr>
        </p:nvSpPr>
        <p:spPr/>
        <p:txBody>
          <a:bodyPr/>
          <a:lstStyle/>
          <a:p>
            <a:r>
              <a:rPr lang="en-US"/>
              <a:t>Sample Table </a:t>
            </a:r>
            <a:r>
              <a:rPr lang="en-US">
                <a:latin typeface="Gartner Sans Semibold" panose="020B0704030402040204" pitchFamily="34" charset="0"/>
              </a:rPr>
              <a:t>— Dark Version</a:t>
            </a:r>
            <a:endParaRPr lang="en-US"/>
          </a:p>
        </p:txBody>
      </p:sp>
      <p:graphicFrame>
        <p:nvGraphicFramePr>
          <p:cNvPr id="4" name="Content Placeholder 3">
            <a:extLst>
              <a:ext uri="{FF2B5EF4-FFF2-40B4-BE49-F238E27FC236}">
                <a16:creationId xmlns:a16="http://schemas.microsoft.com/office/drawing/2014/main" id="{DD2366A5-810C-8588-A3FD-D1D19F5B99C7}"/>
              </a:ext>
            </a:extLst>
          </p:cNvPr>
          <p:cNvGraphicFramePr>
            <a:graphicFrameLocks/>
          </p:cNvGraphicFramePr>
          <p:nvPr>
            <p:extLst>
              <p:ext uri="{D42A27DB-BD31-4B8C-83A1-F6EECF244321}">
                <p14:modId xmlns:p14="http://schemas.microsoft.com/office/powerpoint/2010/main" val="34084141"/>
              </p:ext>
            </p:extLst>
          </p:nvPr>
        </p:nvGraphicFramePr>
        <p:xfrm>
          <a:off x="457200" y="1353331"/>
          <a:ext cx="11280775" cy="4649732"/>
        </p:xfrm>
        <a:graphic>
          <a:graphicData uri="http://schemas.openxmlformats.org/drawingml/2006/table">
            <a:tbl>
              <a:tblPr firstRow="1" bandRow="1"/>
              <a:tblGrid>
                <a:gridCol w="2256155">
                  <a:extLst>
                    <a:ext uri="{9D8B030D-6E8A-4147-A177-3AD203B41FA5}">
                      <a16:colId xmlns:a16="http://schemas.microsoft.com/office/drawing/2014/main" val="2215783106"/>
                    </a:ext>
                  </a:extLst>
                </a:gridCol>
                <a:gridCol w="2256155">
                  <a:extLst>
                    <a:ext uri="{9D8B030D-6E8A-4147-A177-3AD203B41FA5}">
                      <a16:colId xmlns:a16="http://schemas.microsoft.com/office/drawing/2014/main" val="775049941"/>
                    </a:ext>
                  </a:extLst>
                </a:gridCol>
                <a:gridCol w="2256155">
                  <a:extLst>
                    <a:ext uri="{9D8B030D-6E8A-4147-A177-3AD203B41FA5}">
                      <a16:colId xmlns:a16="http://schemas.microsoft.com/office/drawing/2014/main" val="3955241997"/>
                    </a:ext>
                  </a:extLst>
                </a:gridCol>
                <a:gridCol w="2256155">
                  <a:extLst>
                    <a:ext uri="{9D8B030D-6E8A-4147-A177-3AD203B41FA5}">
                      <a16:colId xmlns:a16="http://schemas.microsoft.com/office/drawing/2014/main" val="1354662933"/>
                    </a:ext>
                  </a:extLst>
                </a:gridCol>
                <a:gridCol w="2256155">
                  <a:extLst>
                    <a:ext uri="{9D8B030D-6E8A-4147-A177-3AD203B41FA5}">
                      <a16:colId xmlns:a16="http://schemas.microsoft.com/office/drawing/2014/main" val="4084918526"/>
                    </a:ext>
                  </a:extLst>
                </a:gridCol>
              </a:tblGrid>
              <a:tr h="442925">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bg2"/>
                          </a:solidFill>
                          <a:effectLst/>
                          <a:latin typeface="Gartner Sans" panose="020B0504030402040204" pitchFamily="34" charset="77"/>
                          <a:ea typeface="+mn-ea"/>
                          <a:cs typeface="+mn-cs"/>
                        </a:rPr>
                        <a:t>Etiam</a:t>
                      </a:r>
                      <a:r>
                        <a:rPr lang="en-US" sz="1400" b="1" i="0" kern="1200">
                          <a:solidFill>
                            <a:schemeClr val="bg2"/>
                          </a:solidFill>
                          <a:effectLst/>
                          <a:latin typeface="Gartner Sans" panose="020B0504030402040204" pitchFamily="34" charset="77"/>
                          <a:ea typeface="+mn-ea"/>
                          <a:cs typeface="+mn-cs"/>
                        </a:rPr>
                        <a:t> </a:t>
                      </a:r>
                      <a:r>
                        <a:rPr lang="en-US" sz="1400" b="1" i="0" kern="1200" err="1">
                          <a:solidFill>
                            <a:schemeClr val="bg2"/>
                          </a:solidFill>
                          <a:effectLst/>
                          <a:latin typeface="Gartner Sans" panose="020B0504030402040204" pitchFamily="34" charset="77"/>
                          <a:ea typeface="+mn-ea"/>
                          <a:cs typeface="+mn-cs"/>
                        </a:rPr>
                        <a:t>rhoncus</a:t>
                      </a:r>
                      <a:r>
                        <a:rPr lang="en-US" sz="1400" b="1" i="0" kern="1200">
                          <a:solidFill>
                            <a:schemeClr val="bg2"/>
                          </a:solidFill>
                          <a:effectLst/>
                          <a:latin typeface="Gartner Sans" panose="020B0504030402040204" pitchFamily="34" charset="77"/>
                          <a:ea typeface="+mn-ea"/>
                          <a:cs typeface="+mn-cs"/>
                        </a:rPr>
                        <a:t> </a:t>
                      </a:r>
                      <a:r>
                        <a:rPr lang="en-US" sz="1400" b="1" i="0" kern="1200" err="1">
                          <a:solidFill>
                            <a:schemeClr val="bg2"/>
                          </a:solidFill>
                          <a:effectLst/>
                          <a:latin typeface="Gartner Sans" panose="020B0504030402040204" pitchFamily="34" charset="77"/>
                          <a:ea typeface="+mn-ea"/>
                          <a:cs typeface="+mn-cs"/>
                        </a:rPr>
                        <a:t>ultrices</a:t>
                      </a:r>
                      <a:endParaRPr lang="en-US" sz="1400" b="1" i="0">
                        <a:solidFill>
                          <a:schemeClr val="bg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dirty="0">
                          <a:solidFill>
                            <a:schemeClr val="bg2"/>
                          </a:solidFill>
                          <a:effectLst/>
                          <a:latin typeface="Gartner Sans" panose="020B0504030402040204" pitchFamily="34" charset="77"/>
                          <a:ea typeface="+mn-ea"/>
                          <a:cs typeface="+mn-cs"/>
                        </a:rPr>
                        <a:t>Lorem ipsum dolor sit </a:t>
                      </a:r>
                      <a:r>
                        <a:rPr lang="en-US" sz="1400" b="1" i="0" kern="1200" dirty="0" err="1">
                          <a:solidFill>
                            <a:schemeClr val="bg2"/>
                          </a:solidFill>
                          <a:effectLst/>
                          <a:latin typeface="Gartner Sans" panose="020B0504030402040204" pitchFamily="34" charset="77"/>
                          <a:ea typeface="+mn-ea"/>
                          <a:cs typeface="+mn-cs"/>
                        </a:rPr>
                        <a:t>amet</a:t>
                      </a:r>
                      <a:endParaRPr lang="en-US" sz="1400" b="1" i="0" dirty="0">
                        <a:solidFill>
                          <a:schemeClr val="bg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bg2"/>
                          </a:solidFill>
                          <a:effectLst/>
                          <a:latin typeface="Gartner Sans" panose="020B0504030402040204" pitchFamily="34" charset="77"/>
                          <a:ea typeface="+mn-ea"/>
                          <a:cs typeface="+mn-cs"/>
                        </a:rPr>
                        <a:t>Suspendisse</a:t>
                      </a:r>
                      <a:r>
                        <a:rPr lang="en-US" sz="1400" b="1" i="0" kern="1200">
                          <a:solidFill>
                            <a:schemeClr val="bg2"/>
                          </a:solidFill>
                          <a:effectLst/>
                          <a:latin typeface="Gartner Sans" panose="020B0504030402040204" pitchFamily="34" charset="77"/>
                          <a:ea typeface="+mn-ea"/>
                          <a:cs typeface="+mn-cs"/>
                        </a:rPr>
                        <a:t> pulvinar, </a:t>
                      </a:r>
                      <a:r>
                        <a:rPr lang="en-US" sz="1400" b="1" i="0" kern="1200" err="1">
                          <a:solidFill>
                            <a:schemeClr val="bg2"/>
                          </a:solidFill>
                          <a:effectLst/>
                          <a:latin typeface="Gartner Sans" panose="020B0504030402040204" pitchFamily="34" charset="77"/>
                          <a:ea typeface="+mn-ea"/>
                          <a:cs typeface="+mn-cs"/>
                        </a:rPr>
                        <a:t>neque</a:t>
                      </a:r>
                      <a:endParaRPr lang="en-US" sz="1400" b="1" i="0">
                        <a:solidFill>
                          <a:schemeClr val="bg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bg2"/>
                          </a:solidFill>
                          <a:effectLst/>
                          <a:latin typeface="Gartner Sans" panose="020B0504030402040204" pitchFamily="34" charset="77"/>
                          <a:ea typeface="+mn-ea"/>
                          <a:cs typeface="+mn-cs"/>
                        </a:rPr>
                        <a:t>Curabitur</a:t>
                      </a:r>
                      <a:r>
                        <a:rPr lang="en-US" sz="1400" b="1" i="0" kern="1200">
                          <a:solidFill>
                            <a:schemeClr val="bg2"/>
                          </a:solidFill>
                          <a:effectLst/>
                          <a:latin typeface="Gartner Sans" panose="020B0504030402040204" pitchFamily="34" charset="77"/>
                          <a:ea typeface="+mn-ea"/>
                          <a:cs typeface="+mn-cs"/>
                        </a:rPr>
                        <a:t> cursus </a:t>
                      </a:r>
                      <a:r>
                        <a:rPr lang="en-US" sz="1400" b="1" i="0" kern="1200" err="1">
                          <a:solidFill>
                            <a:schemeClr val="bg2"/>
                          </a:solidFill>
                          <a:effectLst/>
                          <a:latin typeface="Gartner Sans" panose="020B0504030402040204" pitchFamily="34" charset="77"/>
                          <a:ea typeface="+mn-ea"/>
                          <a:cs typeface="+mn-cs"/>
                        </a:rPr>
                        <a:t>posuere</a:t>
                      </a:r>
                      <a:r>
                        <a:rPr lang="en-US" sz="1400" b="1" i="0" kern="1200">
                          <a:solidFill>
                            <a:schemeClr val="bg2"/>
                          </a:solidFill>
                          <a:effectLst/>
                          <a:latin typeface="Gartner Sans" panose="020B0504030402040204" pitchFamily="34" charset="77"/>
                          <a:ea typeface="+mn-ea"/>
                          <a:cs typeface="+mn-cs"/>
                        </a:rPr>
                        <a:t> </a:t>
                      </a:r>
                      <a:r>
                        <a:rPr lang="en-US" sz="1400" b="1" i="0" kern="1200" err="1">
                          <a:solidFill>
                            <a:schemeClr val="bg2"/>
                          </a:solidFill>
                          <a:effectLst/>
                          <a:latin typeface="Gartner Sans" panose="020B0504030402040204" pitchFamily="34" charset="77"/>
                          <a:ea typeface="+mn-ea"/>
                          <a:cs typeface="+mn-cs"/>
                        </a:rPr>
                        <a:t>risus</a:t>
                      </a:r>
                      <a:endParaRPr lang="en-US" sz="1400" b="1" i="0">
                        <a:solidFill>
                          <a:schemeClr val="bg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a:solidFill>
                            <a:schemeClr val="bg2"/>
                          </a:solidFill>
                          <a:effectLst/>
                          <a:latin typeface="Gartner Sans" panose="020B0504030402040204" pitchFamily="34" charset="77"/>
                          <a:ea typeface="+mn-ea"/>
                          <a:cs typeface="+mn-cs"/>
                        </a:rPr>
                        <a:t>Donec </a:t>
                      </a:r>
                      <a:r>
                        <a:rPr lang="en-US" sz="1400" b="1" i="0" kern="1200" err="1">
                          <a:solidFill>
                            <a:schemeClr val="bg2"/>
                          </a:solidFill>
                          <a:effectLst/>
                          <a:latin typeface="Gartner Sans" panose="020B0504030402040204" pitchFamily="34" charset="77"/>
                          <a:ea typeface="+mn-ea"/>
                          <a:cs typeface="+mn-cs"/>
                        </a:rPr>
                        <a:t>quis</a:t>
                      </a:r>
                      <a:r>
                        <a:rPr lang="en-US" sz="1400" b="1" i="0" kern="1200">
                          <a:solidFill>
                            <a:schemeClr val="bg2"/>
                          </a:solidFill>
                          <a:effectLst/>
                          <a:latin typeface="Gartner Sans" panose="020B0504030402040204" pitchFamily="34" charset="77"/>
                          <a:ea typeface="+mn-ea"/>
                          <a:cs typeface="+mn-cs"/>
                        </a:rPr>
                        <a:t> </a:t>
                      </a:r>
                      <a:r>
                        <a:rPr lang="en-US" sz="1400" b="1" i="0" kern="1200" err="1">
                          <a:solidFill>
                            <a:schemeClr val="bg2"/>
                          </a:solidFill>
                          <a:effectLst/>
                          <a:latin typeface="Gartner Sans" panose="020B0504030402040204" pitchFamily="34" charset="77"/>
                          <a:ea typeface="+mn-ea"/>
                          <a:cs typeface="+mn-cs"/>
                        </a:rPr>
                        <a:t>velit</a:t>
                      </a:r>
                      <a:r>
                        <a:rPr lang="en-US" sz="1400" b="1" i="0" kern="1200">
                          <a:solidFill>
                            <a:schemeClr val="bg2"/>
                          </a:solidFill>
                          <a:effectLst/>
                          <a:latin typeface="Gartner Sans" panose="020B0504030402040204" pitchFamily="34" charset="77"/>
                          <a:ea typeface="+mn-ea"/>
                          <a:cs typeface="+mn-cs"/>
                        </a:rPr>
                        <a:t> dolor</a:t>
                      </a:r>
                      <a:endParaRPr lang="en-US" sz="1400" b="1" i="0">
                        <a:solidFill>
                          <a:schemeClr val="bg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507307847"/>
                  </a:ext>
                </a:extLst>
              </a:tr>
              <a:tr h="625306">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Lorem ipsum dolor sit </a:t>
                      </a:r>
                      <a:r>
                        <a:rPr lang="en-US" sz="1400" b="0" i="0" kern="1200" err="1">
                          <a:solidFill>
                            <a:schemeClr val="tx1"/>
                          </a:solidFill>
                          <a:effectLst/>
                          <a:latin typeface="Gartner Sans" panose="020B0504030402040204" pitchFamily="34" charset="77"/>
                          <a:ea typeface="+mn-ea"/>
                          <a:cs typeface="+mn-cs"/>
                        </a:rPr>
                        <a:t>amet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consectetur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adipiscing</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congue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Proin </a:t>
                      </a:r>
                      <a:r>
                        <a:rPr lang="en-US" sz="1400" b="0" i="0" kern="1200" err="1">
                          <a:solidFill>
                            <a:schemeClr val="tx1"/>
                          </a:solidFill>
                          <a:effectLst/>
                          <a:latin typeface="Gartner Sans" panose="020B0504030402040204" pitchFamily="34" charset="77"/>
                          <a:ea typeface="+mn-ea"/>
                          <a:cs typeface="+mn-cs"/>
                        </a:rPr>
                        <a:t>fringilla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enim</a:t>
                      </a:r>
                      <a:r>
                        <a:rPr lang="en-US" sz="1400" b="0" i="0" kern="1200">
                          <a:solidFill>
                            <a:schemeClr val="tx1"/>
                          </a:solidFill>
                          <a:effectLst/>
                          <a:latin typeface="Gartner Sans" panose="020B0504030402040204" pitchFamily="34" charset="77"/>
                          <a:ea typeface="+mn-ea"/>
                          <a:cs typeface="+mn-cs"/>
                        </a:rPr>
                        <a:t> mi, </a:t>
                      </a:r>
                      <a:r>
                        <a:rPr lang="en-US" sz="1400" b="0" i="0" kern="1200" err="1">
                          <a:solidFill>
                            <a:schemeClr val="tx1"/>
                          </a:solidFill>
                          <a:effectLst/>
                          <a:latin typeface="Gartner Sans" panose="020B0504030402040204" pitchFamily="34" charset="77"/>
                          <a:ea typeface="+mn-ea"/>
                          <a:cs typeface="+mn-cs"/>
                        </a:rPr>
                        <a:t>ut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Morbi pulvinar </a:t>
                      </a:r>
                      <a:r>
                        <a:rPr lang="en-US" sz="1400" b="0" i="0" kern="1200" err="1">
                          <a:solidFill>
                            <a:schemeClr val="tx1"/>
                          </a:solidFill>
                          <a:effectLst/>
                          <a:latin typeface="Gartner Sans" panose="020B0504030402040204" pitchFamily="34" charset="77"/>
                          <a:ea typeface="+mn-ea"/>
                          <a:cs typeface="+mn-cs"/>
                        </a:rPr>
                        <a:t>aliquam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fringilla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Nunc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eu</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sodales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facilisis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scelerisque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nibh</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83500107"/>
                  </a:ext>
                </a:extLst>
              </a:tr>
              <a:tr h="807687">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Maecenas </a:t>
                      </a:r>
                      <a:r>
                        <a:rPr lang="en-US" sz="1400" b="0" i="0" kern="1200" err="1">
                          <a:solidFill>
                            <a:schemeClr val="tx1"/>
                          </a:solidFill>
                          <a:effectLst/>
                          <a:latin typeface="Gartner Sans" panose="020B0504030402040204" pitchFamily="34" charset="77"/>
                          <a:ea typeface="+mn-ea"/>
                          <a:cs typeface="+mn-cs"/>
                        </a:rPr>
                        <a:t>ullamcorper</a:t>
                      </a:r>
                      <a:r>
                        <a:rPr lang="en-US" sz="1400" b="0" i="0" kern="1200">
                          <a:solidFill>
                            <a:schemeClr val="tx1"/>
                          </a:solidFill>
                          <a:effectLst/>
                          <a:latin typeface="Gartner Sans" panose="020B0504030402040204" pitchFamily="34" charset="77"/>
                          <a:ea typeface="+mn-ea"/>
                          <a:cs typeface="+mn-cs"/>
                        </a:rPr>
                        <a:t> ligula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metus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imperdiet</a:t>
                      </a:r>
                      <a:r>
                        <a:rPr lang="en-US" sz="1400" b="0" i="0" kern="1200">
                          <a:solidFill>
                            <a:schemeClr val="tx1"/>
                          </a:solidFill>
                          <a:effectLst/>
                          <a:latin typeface="Gartner Sans" panose="020B0504030402040204" pitchFamily="34" charset="77"/>
                          <a:ea typeface="+mn-ea"/>
                          <a:cs typeface="+mn-cs"/>
                        </a:rPr>
                        <a:t>, nec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 diam </a:t>
                      </a:r>
                      <a:r>
                        <a:rPr lang="en-US" sz="1400" b="0" i="0" kern="1200" err="1">
                          <a:solidFill>
                            <a:schemeClr val="tx1"/>
                          </a:solidFill>
                          <a:effectLst/>
                          <a:latin typeface="Gartner Sans" panose="020B0504030402040204" pitchFamily="34" charset="77"/>
                          <a:ea typeface="+mn-ea"/>
                          <a:cs typeface="+mn-cs"/>
                        </a:rPr>
                        <a:t>varius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sollicitudin</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Integer vel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Vivamus</a:t>
                      </a:r>
                      <a:r>
                        <a:rPr lang="en-US" sz="1400" b="0" i="0" kern="1200">
                          <a:solidFill>
                            <a:schemeClr val="tx1"/>
                          </a:solidFill>
                          <a:effectLst/>
                          <a:latin typeface="Gartner Sans" panose="020B0504030402040204" pitchFamily="34" charset="77"/>
                          <a:ea typeface="+mn-ea"/>
                          <a:cs typeface="+mn-cs"/>
                        </a:rPr>
                        <a:t> ac lorem at </a:t>
                      </a:r>
                      <a:r>
                        <a:rPr lang="en-US" sz="1400" b="0" i="0" kern="1200" err="1">
                          <a:solidFill>
                            <a:schemeClr val="tx1"/>
                          </a:solidFill>
                          <a:effectLst/>
                          <a:latin typeface="Gartner Sans" panose="020B0504030402040204" pitchFamily="34" charset="77"/>
                          <a:ea typeface="+mn-ea"/>
                          <a:cs typeface="+mn-cs"/>
                        </a:rPr>
                        <a:t>risus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efficitur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dirty="0">
                          <a:solidFill>
                            <a:schemeClr val="tx1"/>
                          </a:solidFill>
                          <a:effectLst/>
                          <a:latin typeface="Gartner Sans" panose="020B0504030402040204" pitchFamily="34" charset="77"/>
                          <a:ea typeface="+mn-ea"/>
                          <a:cs typeface="+mn-cs"/>
                        </a:rPr>
                        <a:t>Integer </a:t>
                      </a:r>
                      <a:r>
                        <a:rPr lang="en-US" sz="1400" b="0" i="0" kern="1200" dirty="0" err="1">
                          <a:solidFill>
                            <a:schemeClr val="tx1"/>
                          </a:solidFill>
                          <a:effectLst/>
                          <a:latin typeface="Gartner Sans" panose="020B0504030402040204" pitchFamily="34" charset="77"/>
                          <a:ea typeface="+mn-ea"/>
                          <a:cs typeface="+mn-cs"/>
                        </a:rPr>
                        <a:t>vulputate</a:t>
                      </a:r>
                      <a:r>
                        <a:rPr lang="en-US" sz="1400" b="0" i="0" kern="1200" dirty="0">
                          <a:solidFill>
                            <a:schemeClr val="tx1"/>
                          </a:solidFill>
                          <a:effectLst/>
                          <a:latin typeface="Gartner Sans" panose="020B0504030402040204" pitchFamily="34" charset="77"/>
                          <a:ea typeface="+mn-ea"/>
                          <a:cs typeface="+mn-cs"/>
                        </a:rPr>
                        <a:t> at </a:t>
                      </a:r>
                      <a:r>
                        <a:rPr lang="en-US" sz="1400" b="0" i="0" kern="1200" dirty="0" err="1">
                          <a:solidFill>
                            <a:schemeClr val="tx1"/>
                          </a:solidFill>
                          <a:effectLst/>
                          <a:latin typeface="Gartner Sans" panose="020B0504030402040204" pitchFamily="34" charset="77"/>
                          <a:ea typeface="+mn-ea"/>
                          <a:cs typeface="+mn-cs"/>
                        </a:rPr>
                        <a:t>quam</a:t>
                      </a:r>
                      <a:r>
                        <a:rPr lang="en-US" sz="1400" b="0" i="0" kern="1200" dirty="0">
                          <a:solidFill>
                            <a:schemeClr val="tx1"/>
                          </a:solidFill>
                          <a:effectLst/>
                          <a:latin typeface="Gartner Sans" panose="020B0504030402040204" pitchFamily="34" charset="77"/>
                          <a:ea typeface="+mn-ea"/>
                          <a:cs typeface="+mn-cs"/>
                        </a:rPr>
                        <a:t> </a:t>
                      </a:r>
                      <a:r>
                        <a:rPr lang="en-US" sz="1400" b="0" i="0" kern="1200" dirty="0" err="1">
                          <a:solidFill>
                            <a:schemeClr val="tx1"/>
                          </a:solidFill>
                          <a:effectLst/>
                          <a:latin typeface="Gartner Sans" panose="020B0504030402040204" pitchFamily="34" charset="77"/>
                          <a:ea typeface="+mn-ea"/>
                          <a:cs typeface="+mn-cs"/>
                        </a:rPr>
                        <a:t>eget</a:t>
                      </a:r>
                      <a:r>
                        <a:rPr lang="en-US" sz="1400" b="0" i="0" kern="1200" dirty="0">
                          <a:solidFill>
                            <a:schemeClr val="tx1"/>
                          </a:solidFill>
                          <a:effectLst/>
                          <a:latin typeface="Gartner Sans" panose="020B0504030402040204" pitchFamily="34" charset="77"/>
                          <a:ea typeface="+mn-ea"/>
                          <a:cs typeface="+mn-cs"/>
                        </a:rPr>
                        <a:t> pharetra</a:t>
                      </a:r>
                      <a:endParaRPr lang="en-US" sz="1400" b="0" i="0" dirty="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3777028048"/>
                  </a:ext>
                </a:extLst>
              </a:tr>
              <a:tr h="625306">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Duis </a:t>
                      </a:r>
                      <a:r>
                        <a:rPr lang="en-US" sz="1400" b="0" i="0" kern="1200" err="1">
                          <a:solidFill>
                            <a:schemeClr val="tx1"/>
                          </a:solidFill>
                          <a:effectLst/>
                          <a:latin typeface="Gartner Sans" panose="020B0504030402040204" pitchFamily="34" charset="77"/>
                          <a:ea typeface="+mn-ea"/>
                          <a:cs typeface="+mn-cs"/>
                        </a:rPr>
                        <a:t>hendrerit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urna</a:t>
                      </a:r>
                      <a:r>
                        <a:rPr lang="en-US" sz="1400" b="0" i="0" kern="1200">
                          <a:solidFill>
                            <a:schemeClr val="tx1"/>
                          </a:solidFill>
                          <a:effectLst/>
                          <a:latin typeface="Gartner Sans" panose="020B0504030402040204" pitchFamily="34" charset="77"/>
                          <a:ea typeface="+mn-ea"/>
                          <a:cs typeface="+mn-cs"/>
                        </a:rPr>
                        <a:t>, in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diam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Suspendisse</a:t>
                      </a:r>
                      <a:r>
                        <a:rPr lang="en-US" sz="1400" b="0" i="0" kern="1200">
                          <a:solidFill>
                            <a:schemeClr val="tx1"/>
                          </a:solidFill>
                          <a:effectLst/>
                          <a:latin typeface="Gartner Sans" panose="020B0504030402040204" pitchFamily="34" charset="77"/>
                          <a:ea typeface="+mn-ea"/>
                          <a:cs typeface="+mn-cs"/>
                        </a:rPr>
                        <a:t> vitae pulvinar lorem, ac </a:t>
                      </a:r>
                      <a:r>
                        <a:rPr lang="en-US" sz="1400" b="0" i="0" kern="1200" err="1">
                          <a:solidFill>
                            <a:schemeClr val="tx1"/>
                          </a:solidFill>
                          <a:effectLst/>
                          <a:latin typeface="Gartner Sans" panose="020B0504030402040204" pitchFamily="34" charset="77"/>
                          <a:ea typeface="+mn-ea"/>
                          <a:cs typeface="+mn-cs"/>
                        </a:rPr>
                        <a:t>pretium</a:t>
                      </a:r>
                      <a:r>
                        <a:rPr lang="en-US" sz="1400" b="0" i="0" kern="1200">
                          <a:solidFill>
                            <a:schemeClr val="tx1"/>
                          </a:solidFill>
                          <a:effectLst/>
                          <a:latin typeface="Gartner Sans" panose="020B0504030402040204" pitchFamily="34" charset="77"/>
                          <a:ea typeface="+mn-ea"/>
                          <a:cs typeface="+mn-cs"/>
                        </a:rPr>
                        <a:t> dolor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Duis </a:t>
                      </a:r>
                      <a:r>
                        <a:rPr lang="en-US" sz="1400" b="0" i="0" kern="1200" err="1">
                          <a:solidFill>
                            <a:schemeClr val="tx1"/>
                          </a:solidFill>
                          <a:effectLst/>
                          <a:latin typeface="Gartner Sans" panose="020B0504030402040204" pitchFamily="34" charset="77"/>
                          <a:ea typeface="+mn-ea"/>
                          <a:cs typeface="+mn-cs"/>
                        </a:rPr>
                        <a:t>hendrerit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urna</a:t>
                      </a:r>
                      <a:r>
                        <a:rPr lang="en-US" sz="1400" b="0" i="0" kern="1200">
                          <a:solidFill>
                            <a:schemeClr val="tx1"/>
                          </a:solidFill>
                          <a:effectLst/>
                          <a:latin typeface="Gartner Sans" panose="020B0504030402040204" pitchFamily="34" charset="77"/>
                          <a:ea typeface="+mn-ea"/>
                          <a:cs typeface="+mn-cs"/>
                        </a:rPr>
                        <a:t>, in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diam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Sed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et nisi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ultricies</a:t>
                      </a:r>
                      <a:r>
                        <a:rPr lang="en-US" sz="1400" b="0" i="0" kern="1200">
                          <a:solidFill>
                            <a:schemeClr val="tx1"/>
                          </a:solidFill>
                          <a:effectLst/>
                          <a:latin typeface="Gartner Sans" panose="020B0504030402040204" pitchFamily="34" charset="77"/>
                          <a:ea typeface="+mn-ea"/>
                          <a:cs typeface="+mn-cs"/>
                        </a:rPr>
                        <a:t>. Nunc et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quam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48698013"/>
                  </a:ext>
                </a:extLst>
              </a:tr>
              <a:tr h="807687">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Lorem ipsum dolor sit </a:t>
                      </a:r>
                      <a:r>
                        <a:rPr lang="en-US" sz="1400" b="0" i="0" kern="1200" err="1">
                          <a:solidFill>
                            <a:schemeClr val="tx1"/>
                          </a:solidFill>
                          <a:effectLst/>
                          <a:latin typeface="Gartner Sans" panose="020B0504030402040204" pitchFamily="34" charset="77"/>
                          <a:ea typeface="+mn-ea"/>
                          <a:cs typeface="+mn-cs"/>
                        </a:rPr>
                        <a:t>amet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consectetur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adipiscing</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congue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id </a:t>
                      </a:r>
                      <a:r>
                        <a:rPr lang="en-US" sz="1400" b="0" i="0" kern="1200" err="1">
                          <a:solidFill>
                            <a:schemeClr val="tx1"/>
                          </a:solidFill>
                          <a:effectLst/>
                          <a:latin typeface="Gartner Sans" panose="020B0504030402040204" pitchFamily="34" charset="77"/>
                          <a:ea typeface="+mn-ea"/>
                          <a:cs typeface="+mn-cs"/>
                        </a:rPr>
                        <a:t>velit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Proin </a:t>
                      </a:r>
                      <a:r>
                        <a:rPr lang="en-US" sz="1400" b="0" i="0" kern="1200" err="1">
                          <a:solidFill>
                            <a:schemeClr val="tx1"/>
                          </a:solidFill>
                          <a:effectLst/>
                          <a:latin typeface="Gartner Sans" panose="020B0504030402040204" pitchFamily="34" charset="77"/>
                          <a:ea typeface="+mn-ea"/>
                          <a:cs typeface="+mn-cs"/>
                        </a:rPr>
                        <a:t>fringilla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enim</a:t>
                      </a:r>
                      <a:r>
                        <a:rPr lang="en-US" sz="1400" b="0" i="0" kern="1200">
                          <a:solidFill>
                            <a:schemeClr val="tx1"/>
                          </a:solidFill>
                          <a:effectLst/>
                          <a:latin typeface="Gartner Sans" panose="020B0504030402040204" pitchFamily="34" charset="77"/>
                          <a:ea typeface="+mn-ea"/>
                          <a:cs typeface="+mn-cs"/>
                        </a:rPr>
                        <a:t> mi, </a:t>
                      </a:r>
                      <a:r>
                        <a:rPr lang="en-US" sz="1400" b="0" i="0" kern="1200" err="1">
                          <a:solidFill>
                            <a:schemeClr val="tx1"/>
                          </a:solidFill>
                          <a:effectLst/>
                          <a:latin typeface="Gartner Sans" panose="020B0504030402040204" pitchFamily="34" charset="77"/>
                          <a:ea typeface="+mn-ea"/>
                          <a:cs typeface="+mn-cs"/>
                        </a:rPr>
                        <a:t>ut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Morbi pulvinar </a:t>
                      </a:r>
                      <a:r>
                        <a:rPr lang="en-US" sz="1400" b="0" i="0" kern="1200" err="1">
                          <a:solidFill>
                            <a:schemeClr val="tx1"/>
                          </a:solidFill>
                          <a:effectLst/>
                          <a:latin typeface="Gartner Sans" panose="020B0504030402040204" pitchFamily="34" charset="77"/>
                          <a:ea typeface="+mn-ea"/>
                          <a:cs typeface="+mn-cs"/>
                        </a:rPr>
                        <a:t>aliquam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fringilla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Nunc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eu</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sodales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facilisis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scelerisque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nibh</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2360238818"/>
                  </a:ext>
                </a:extLst>
              </a:tr>
              <a:tr h="778772">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Maecenas ullamcorper ligula eget metus imperdiet, nec varius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sollicitudin</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Integer vel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Vivamus</a:t>
                      </a:r>
                      <a:r>
                        <a:rPr lang="en-US" sz="1400" b="0" i="0" kern="1200">
                          <a:solidFill>
                            <a:schemeClr val="tx1"/>
                          </a:solidFill>
                          <a:effectLst/>
                          <a:latin typeface="Gartner Sans" panose="020B0504030402040204" pitchFamily="34" charset="77"/>
                          <a:ea typeface="+mn-ea"/>
                          <a:cs typeface="+mn-cs"/>
                        </a:rPr>
                        <a:t> ac lorem at </a:t>
                      </a:r>
                      <a:r>
                        <a:rPr lang="en-US" sz="1400" b="0" i="0" kern="1200" err="1">
                          <a:solidFill>
                            <a:schemeClr val="tx1"/>
                          </a:solidFill>
                          <a:effectLst/>
                          <a:latin typeface="Gartner Sans" panose="020B0504030402040204" pitchFamily="34" charset="77"/>
                          <a:ea typeface="+mn-ea"/>
                          <a:cs typeface="+mn-cs"/>
                        </a:rPr>
                        <a:t>risus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efficitur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dirty="0">
                          <a:solidFill>
                            <a:schemeClr val="tx1"/>
                          </a:solidFill>
                          <a:effectLst/>
                          <a:latin typeface="Gartner Sans" panose="020B0504030402040204" pitchFamily="34" charset="77"/>
                          <a:ea typeface="+mn-ea"/>
                          <a:cs typeface="+mn-cs"/>
                        </a:rPr>
                        <a:t>Integer </a:t>
                      </a:r>
                      <a:r>
                        <a:rPr lang="en-US" sz="1400" b="0" i="0" kern="1200" dirty="0" err="1">
                          <a:solidFill>
                            <a:schemeClr val="tx1"/>
                          </a:solidFill>
                          <a:effectLst/>
                          <a:latin typeface="Gartner Sans" panose="020B0504030402040204" pitchFamily="34" charset="77"/>
                          <a:ea typeface="+mn-ea"/>
                          <a:cs typeface="+mn-cs"/>
                        </a:rPr>
                        <a:t>vulputate</a:t>
                      </a:r>
                      <a:r>
                        <a:rPr lang="en-US" sz="1400" b="0" i="0" kern="1200" dirty="0">
                          <a:solidFill>
                            <a:schemeClr val="tx1"/>
                          </a:solidFill>
                          <a:effectLst/>
                          <a:latin typeface="Gartner Sans" panose="020B0504030402040204" pitchFamily="34" charset="77"/>
                          <a:ea typeface="+mn-ea"/>
                          <a:cs typeface="+mn-cs"/>
                        </a:rPr>
                        <a:t> at </a:t>
                      </a:r>
                      <a:r>
                        <a:rPr lang="en-US" sz="1400" b="0" i="0" kern="1200" dirty="0" err="1">
                          <a:solidFill>
                            <a:schemeClr val="tx1"/>
                          </a:solidFill>
                          <a:effectLst/>
                          <a:latin typeface="Gartner Sans" panose="020B0504030402040204" pitchFamily="34" charset="77"/>
                          <a:ea typeface="+mn-ea"/>
                          <a:cs typeface="+mn-cs"/>
                        </a:rPr>
                        <a:t>quam</a:t>
                      </a:r>
                      <a:r>
                        <a:rPr lang="en-US" sz="1400" b="0" i="0" kern="1200" dirty="0">
                          <a:solidFill>
                            <a:schemeClr val="tx1"/>
                          </a:solidFill>
                          <a:effectLst/>
                          <a:latin typeface="Gartner Sans" panose="020B0504030402040204" pitchFamily="34" charset="77"/>
                          <a:ea typeface="+mn-ea"/>
                          <a:cs typeface="+mn-cs"/>
                        </a:rPr>
                        <a:t> </a:t>
                      </a:r>
                      <a:r>
                        <a:rPr lang="en-US" sz="1400" b="0" i="0" kern="1200" dirty="0" err="1">
                          <a:solidFill>
                            <a:schemeClr val="tx1"/>
                          </a:solidFill>
                          <a:effectLst/>
                          <a:latin typeface="Gartner Sans" panose="020B0504030402040204" pitchFamily="34" charset="77"/>
                          <a:ea typeface="+mn-ea"/>
                          <a:cs typeface="+mn-cs"/>
                        </a:rPr>
                        <a:t>eget</a:t>
                      </a:r>
                      <a:r>
                        <a:rPr lang="en-US" sz="1400" b="0" i="0" kern="1200" dirty="0">
                          <a:solidFill>
                            <a:schemeClr val="tx1"/>
                          </a:solidFill>
                          <a:effectLst/>
                          <a:latin typeface="Gartner Sans" panose="020B0504030402040204" pitchFamily="34" charset="77"/>
                          <a:ea typeface="+mn-ea"/>
                          <a:cs typeface="+mn-cs"/>
                        </a:rPr>
                        <a:t> pharetra</a:t>
                      </a:r>
                      <a:endParaRPr lang="en-US" sz="1400" b="0" i="0" dirty="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6565088"/>
                  </a:ext>
                </a:extLst>
              </a:tr>
            </a:tbl>
          </a:graphicData>
        </a:graphic>
      </p:graphicFrame>
      <p:sp>
        <p:nvSpPr>
          <p:cNvPr id="5" name="Shape 1">
            <a:extLst>
              <a:ext uri="{FF2B5EF4-FFF2-40B4-BE49-F238E27FC236}">
                <a16:creationId xmlns:a16="http://schemas.microsoft.com/office/drawing/2014/main" id="{8B287D03-F2EE-A1B5-D776-3A1C71E9CBD0}"/>
              </a:ext>
            </a:extLst>
          </p:cNvPr>
          <p:cNvSpPr/>
          <p:nvPr/>
        </p:nvSpPr>
        <p:spPr>
          <a:xfrm>
            <a:off x="12264485" y="1173798"/>
            <a:ext cx="2118837" cy="969496"/>
          </a:xfrm>
          <a:prstGeom prst="rect">
            <a:avLst/>
          </a:prstGeom>
          <a:solidFill>
            <a:srgbClr val="FFFFFF"/>
          </a:solidFill>
          <a:ln>
            <a:solidFill>
              <a:srgbClr val="DE0A0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pPr>
            <a:r>
              <a:rPr lang="en-US" sz="1400" b="1">
                <a:solidFill>
                  <a:srgbClr val="DE0A01"/>
                </a:solidFill>
              </a:rPr>
              <a:t>Read and delete box. </a:t>
            </a:r>
            <a:endParaRPr lang="en-US" sz="1100">
              <a:solidFill>
                <a:srgbClr val="DE0A01"/>
              </a:solidFill>
            </a:endParaRPr>
          </a:p>
          <a:p>
            <a:pPr>
              <a:spcBef>
                <a:spcPts val="1200"/>
              </a:spcBef>
            </a:pPr>
            <a:r>
              <a:rPr lang="en-US" sz="1100" b="1">
                <a:solidFill>
                  <a:srgbClr val="DE0A01"/>
                </a:solidFill>
              </a:rPr>
              <a:t>Table style is NOT set as a PowerPoint style. </a:t>
            </a:r>
            <a:r>
              <a:rPr lang="en-US" sz="1100">
                <a:solidFill>
                  <a:srgbClr val="DE0A01"/>
                </a:solidFill>
              </a:rPr>
              <a:t>Replace the text content to keep style.</a:t>
            </a:r>
          </a:p>
        </p:txBody>
      </p:sp>
      <p:sp>
        <p:nvSpPr>
          <p:cNvPr id="6" name="TextBox 5">
            <a:extLst>
              <a:ext uri="{FF2B5EF4-FFF2-40B4-BE49-F238E27FC236}">
                <a16:creationId xmlns:a16="http://schemas.microsoft.com/office/drawing/2014/main" id="{3988A777-9BEF-0EB0-870F-CE345F8A0E33}"/>
              </a:ext>
            </a:extLst>
          </p:cNvPr>
          <p:cNvSpPr txBox="1"/>
          <p:nvPr/>
        </p:nvSpPr>
        <p:spPr>
          <a:xfrm>
            <a:off x="463423" y="868680"/>
            <a:ext cx="11274552" cy="307777"/>
          </a:xfrm>
          <a:prstGeom prst="rect">
            <a:avLst/>
          </a:prstGeom>
          <a:noFill/>
        </p:spPr>
        <p:txBody>
          <a:bodyPr wrap="square" lIns="0" tIns="0" rIns="0" bIns="0" anchor="t">
            <a:spAutoFit/>
          </a:bodyPr>
          <a:lstStyle/>
          <a:p>
            <a:r>
              <a:rPr lang="en-US" sz="2000">
                <a:solidFill>
                  <a:srgbClr val="0057AF"/>
                </a:solidFill>
              </a:rPr>
              <a:t>Copy and paste this subtitle text box for reuse on other slides.</a:t>
            </a:r>
          </a:p>
        </p:txBody>
      </p:sp>
    </p:spTree>
    <p:extLst>
      <p:ext uri="{BB962C8B-B14F-4D97-AF65-F5344CB8AC3E}">
        <p14:creationId xmlns:p14="http://schemas.microsoft.com/office/powerpoint/2010/main" val="3216138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501DF-6DFE-4F6A-45AD-428FE4E11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5EA37-2552-46EC-16D6-A408536217F2}"/>
              </a:ext>
            </a:extLst>
          </p:cNvPr>
          <p:cNvSpPr>
            <a:spLocks noGrp="1"/>
          </p:cNvSpPr>
          <p:nvPr>
            <p:ph type="title"/>
          </p:nvPr>
        </p:nvSpPr>
        <p:spPr/>
        <p:txBody>
          <a:bodyPr/>
          <a:lstStyle/>
          <a:p>
            <a:r>
              <a:rPr lang="en-US"/>
              <a:t>Sample Table </a:t>
            </a:r>
            <a:r>
              <a:rPr lang="en-US">
                <a:latin typeface="Gartner Sans Semibold" panose="020B0704030402040204" pitchFamily="34" charset="0"/>
              </a:rPr>
              <a:t>— Light Version</a:t>
            </a:r>
            <a:endParaRPr lang="en-US"/>
          </a:p>
        </p:txBody>
      </p:sp>
      <p:sp>
        <p:nvSpPr>
          <p:cNvPr id="5" name="Shape 1">
            <a:extLst>
              <a:ext uri="{FF2B5EF4-FFF2-40B4-BE49-F238E27FC236}">
                <a16:creationId xmlns:a16="http://schemas.microsoft.com/office/drawing/2014/main" id="{8EDBA113-6B67-9154-4ADD-15C6D3BD2655}"/>
              </a:ext>
            </a:extLst>
          </p:cNvPr>
          <p:cNvSpPr/>
          <p:nvPr/>
        </p:nvSpPr>
        <p:spPr>
          <a:xfrm>
            <a:off x="12264485" y="1173798"/>
            <a:ext cx="2118837" cy="969496"/>
          </a:xfrm>
          <a:prstGeom prst="rect">
            <a:avLst/>
          </a:prstGeom>
          <a:solidFill>
            <a:srgbClr val="FFFFFF"/>
          </a:solidFill>
          <a:ln>
            <a:solidFill>
              <a:srgbClr val="DE0A0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200"/>
              </a:spcBef>
            </a:pPr>
            <a:r>
              <a:rPr lang="en-US" sz="1400" b="1">
                <a:solidFill>
                  <a:srgbClr val="DE0A01"/>
                </a:solidFill>
              </a:rPr>
              <a:t>Read and delete box. </a:t>
            </a:r>
            <a:endParaRPr lang="en-US" sz="1100">
              <a:solidFill>
                <a:srgbClr val="DE0A01"/>
              </a:solidFill>
            </a:endParaRPr>
          </a:p>
          <a:p>
            <a:pPr>
              <a:spcBef>
                <a:spcPts val="1200"/>
              </a:spcBef>
            </a:pPr>
            <a:r>
              <a:rPr lang="en-US" sz="1100" b="1">
                <a:solidFill>
                  <a:srgbClr val="DE0A01"/>
                </a:solidFill>
              </a:rPr>
              <a:t>Table style is NOT set as a PowerPoint style. </a:t>
            </a:r>
            <a:r>
              <a:rPr lang="en-US" sz="1100">
                <a:solidFill>
                  <a:srgbClr val="DE0A01"/>
                </a:solidFill>
              </a:rPr>
              <a:t>Replace the text content to keep style.</a:t>
            </a:r>
          </a:p>
        </p:txBody>
      </p:sp>
      <p:sp>
        <p:nvSpPr>
          <p:cNvPr id="6" name="TextBox 5">
            <a:extLst>
              <a:ext uri="{FF2B5EF4-FFF2-40B4-BE49-F238E27FC236}">
                <a16:creationId xmlns:a16="http://schemas.microsoft.com/office/drawing/2014/main" id="{A135990D-78FE-B949-866A-743D7CE639F7}"/>
              </a:ext>
            </a:extLst>
          </p:cNvPr>
          <p:cNvSpPr txBox="1"/>
          <p:nvPr/>
        </p:nvSpPr>
        <p:spPr>
          <a:xfrm>
            <a:off x="463423" y="868680"/>
            <a:ext cx="11274552" cy="307777"/>
          </a:xfrm>
          <a:prstGeom prst="rect">
            <a:avLst/>
          </a:prstGeom>
          <a:noFill/>
        </p:spPr>
        <p:txBody>
          <a:bodyPr wrap="square" lIns="0" tIns="0" rIns="0" bIns="0" anchor="t">
            <a:spAutoFit/>
          </a:bodyPr>
          <a:lstStyle/>
          <a:p>
            <a:r>
              <a:rPr lang="en-US" sz="2000">
                <a:solidFill>
                  <a:srgbClr val="0057AF"/>
                </a:solidFill>
              </a:rPr>
              <a:t>Copy and paste this subtitle text box for reuse on other slides.</a:t>
            </a:r>
          </a:p>
        </p:txBody>
      </p:sp>
      <p:graphicFrame>
        <p:nvGraphicFramePr>
          <p:cNvPr id="7" name="Content Placeholder 3">
            <a:extLst>
              <a:ext uri="{FF2B5EF4-FFF2-40B4-BE49-F238E27FC236}">
                <a16:creationId xmlns:a16="http://schemas.microsoft.com/office/drawing/2014/main" id="{78093918-3E25-1A7E-F49C-C2239A91A3BE}"/>
              </a:ext>
            </a:extLst>
          </p:cNvPr>
          <p:cNvGraphicFramePr>
            <a:graphicFrameLocks/>
          </p:cNvGraphicFramePr>
          <p:nvPr>
            <p:extLst>
              <p:ext uri="{D42A27DB-BD31-4B8C-83A1-F6EECF244321}">
                <p14:modId xmlns:p14="http://schemas.microsoft.com/office/powerpoint/2010/main" val="881331630"/>
              </p:ext>
            </p:extLst>
          </p:nvPr>
        </p:nvGraphicFramePr>
        <p:xfrm>
          <a:off x="457200" y="1353331"/>
          <a:ext cx="11280775" cy="4649732"/>
        </p:xfrm>
        <a:graphic>
          <a:graphicData uri="http://schemas.openxmlformats.org/drawingml/2006/table">
            <a:tbl>
              <a:tblPr firstRow="1" bandRow="1"/>
              <a:tblGrid>
                <a:gridCol w="2256155">
                  <a:extLst>
                    <a:ext uri="{9D8B030D-6E8A-4147-A177-3AD203B41FA5}">
                      <a16:colId xmlns:a16="http://schemas.microsoft.com/office/drawing/2014/main" val="2215783106"/>
                    </a:ext>
                  </a:extLst>
                </a:gridCol>
                <a:gridCol w="2256155">
                  <a:extLst>
                    <a:ext uri="{9D8B030D-6E8A-4147-A177-3AD203B41FA5}">
                      <a16:colId xmlns:a16="http://schemas.microsoft.com/office/drawing/2014/main" val="775049941"/>
                    </a:ext>
                  </a:extLst>
                </a:gridCol>
                <a:gridCol w="2256155">
                  <a:extLst>
                    <a:ext uri="{9D8B030D-6E8A-4147-A177-3AD203B41FA5}">
                      <a16:colId xmlns:a16="http://schemas.microsoft.com/office/drawing/2014/main" val="3955241997"/>
                    </a:ext>
                  </a:extLst>
                </a:gridCol>
                <a:gridCol w="2256155">
                  <a:extLst>
                    <a:ext uri="{9D8B030D-6E8A-4147-A177-3AD203B41FA5}">
                      <a16:colId xmlns:a16="http://schemas.microsoft.com/office/drawing/2014/main" val="1354662933"/>
                    </a:ext>
                  </a:extLst>
                </a:gridCol>
                <a:gridCol w="2256155">
                  <a:extLst>
                    <a:ext uri="{9D8B030D-6E8A-4147-A177-3AD203B41FA5}">
                      <a16:colId xmlns:a16="http://schemas.microsoft.com/office/drawing/2014/main" val="4084918526"/>
                    </a:ext>
                  </a:extLst>
                </a:gridCol>
              </a:tblGrid>
              <a:tr h="442925">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tx2"/>
                          </a:solidFill>
                          <a:effectLst/>
                          <a:latin typeface="Gartner Sans" panose="020B0504030402040204" pitchFamily="34" charset="77"/>
                          <a:ea typeface="+mn-ea"/>
                          <a:cs typeface="+mn-cs"/>
                        </a:rPr>
                        <a:t>Etiam</a:t>
                      </a:r>
                      <a:r>
                        <a:rPr lang="en-US" sz="1400" b="1" i="0" kern="1200">
                          <a:solidFill>
                            <a:schemeClr val="tx2"/>
                          </a:solidFill>
                          <a:effectLst/>
                          <a:latin typeface="Gartner Sans" panose="020B0504030402040204" pitchFamily="34" charset="77"/>
                          <a:ea typeface="+mn-ea"/>
                          <a:cs typeface="+mn-cs"/>
                        </a:rPr>
                        <a:t> </a:t>
                      </a:r>
                      <a:r>
                        <a:rPr lang="en-US" sz="1400" b="1" i="0" kern="1200" err="1">
                          <a:solidFill>
                            <a:schemeClr val="tx2"/>
                          </a:solidFill>
                          <a:effectLst/>
                          <a:latin typeface="Gartner Sans" panose="020B0504030402040204" pitchFamily="34" charset="77"/>
                          <a:ea typeface="+mn-ea"/>
                          <a:cs typeface="+mn-cs"/>
                        </a:rPr>
                        <a:t>rhoncus</a:t>
                      </a:r>
                      <a:r>
                        <a:rPr lang="en-US" sz="1400" b="1" i="0" kern="1200">
                          <a:solidFill>
                            <a:schemeClr val="tx2"/>
                          </a:solidFill>
                          <a:effectLst/>
                          <a:latin typeface="Gartner Sans" panose="020B0504030402040204" pitchFamily="34" charset="77"/>
                          <a:ea typeface="+mn-ea"/>
                          <a:cs typeface="+mn-cs"/>
                        </a:rPr>
                        <a:t> </a:t>
                      </a:r>
                      <a:r>
                        <a:rPr lang="en-US" sz="1400" b="1" i="0" kern="1200" err="1">
                          <a:solidFill>
                            <a:schemeClr val="tx2"/>
                          </a:solidFill>
                          <a:effectLst/>
                          <a:latin typeface="Gartner Sans" panose="020B0504030402040204" pitchFamily="34" charset="77"/>
                          <a:ea typeface="+mn-ea"/>
                          <a:cs typeface="+mn-cs"/>
                        </a:rPr>
                        <a:t>ultrices</a:t>
                      </a:r>
                      <a:endParaRPr lang="en-US" sz="1400" b="1" i="0">
                        <a:solidFill>
                          <a:schemeClr val="tx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a:solidFill>
                            <a:schemeClr val="tx2"/>
                          </a:solidFill>
                          <a:effectLst/>
                          <a:latin typeface="Gartner Sans" panose="020B0504030402040204" pitchFamily="34" charset="77"/>
                          <a:ea typeface="+mn-ea"/>
                          <a:cs typeface="+mn-cs"/>
                        </a:rPr>
                        <a:t>Lorem ipsum dolor sit </a:t>
                      </a:r>
                      <a:r>
                        <a:rPr lang="en-US" sz="1400" b="1" i="0" kern="1200" err="1">
                          <a:solidFill>
                            <a:schemeClr val="tx2"/>
                          </a:solidFill>
                          <a:effectLst/>
                          <a:latin typeface="Gartner Sans" panose="020B0504030402040204" pitchFamily="34" charset="77"/>
                          <a:ea typeface="+mn-ea"/>
                          <a:cs typeface="+mn-cs"/>
                        </a:rPr>
                        <a:t>amet</a:t>
                      </a:r>
                      <a:endParaRPr lang="en-US" sz="1400" b="1" i="0">
                        <a:solidFill>
                          <a:schemeClr val="tx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tx2"/>
                          </a:solidFill>
                          <a:effectLst/>
                          <a:latin typeface="Gartner Sans" panose="020B0504030402040204" pitchFamily="34" charset="77"/>
                          <a:ea typeface="+mn-ea"/>
                          <a:cs typeface="+mn-cs"/>
                        </a:rPr>
                        <a:t>Suspendisse</a:t>
                      </a:r>
                      <a:r>
                        <a:rPr lang="en-US" sz="1400" b="1" i="0" kern="1200">
                          <a:solidFill>
                            <a:schemeClr val="tx2"/>
                          </a:solidFill>
                          <a:effectLst/>
                          <a:latin typeface="Gartner Sans" panose="020B0504030402040204" pitchFamily="34" charset="77"/>
                          <a:ea typeface="+mn-ea"/>
                          <a:cs typeface="+mn-cs"/>
                        </a:rPr>
                        <a:t> pulvinar, </a:t>
                      </a:r>
                      <a:r>
                        <a:rPr lang="en-US" sz="1400" b="1" i="0" kern="1200" err="1">
                          <a:solidFill>
                            <a:schemeClr val="tx2"/>
                          </a:solidFill>
                          <a:effectLst/>
                          <a:latin typeface="Gartner Sans" panose="020B0504030402040204" pitchFamily="34" charset="77"/>
                          <a:ea typeface="+mn-ea"/>
                          <a:cs typeface="+mn-cs"/>
                        </a:rPr>
                        <a:t>neque</a:t>
                      </a:r>
                      <a:endParaRPr lang="en-US" sz="1400" b="1" i="0">
                        <a:solidFill>
                          <a:schemeClr val="tx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err="1">
                          <a:solidFill>
                            <a:schemeClr val="tx2"/>
                          </a:solidFill>
                          <a:effectLst/>
                          <a:latin typeface="Gartner Sans" panose="020B0504030402040204" pitchFamily="34" charset="77"/>
                          <a:ea typeface="+mn-ea"/>
                          <a:cs typeface="+mn-cs"/>
                        </a:rPr>
                        <a:t>Curabitur</a:t>
                      </a:r>
                      <a:r>
                        <a:rPr lang="en-US" sz="1400" b="1" i="0" kern="1200">
                          <a:solidFill>
                            <a:schemeClr val="tx2"/>
                          </a:solidFill>
                          <a:effectLst/>
                          <a:latin typeface="Gartner Sans" panose="020B0504030402040204" pitchFamily="34" charset="77"/>
                          <a:ea typeface="+mn-ea"/>
                          <a:cs typeface="+mn-cs"/>
                        </a:rPr>
                        <a:t> cursus </a:t>
                      </a:r>
                      <a:r>
                        <a:rPr lang="en-US" sz="1400" b="1" i="0" kern="1200" err="1">
                          <a:solidFill>
                            <a:schemeClr val="tx2"/>
                          </a:solidFill>
                          <a:effectLst/>
                          <a:latin typeface="Gartner Sans" panose="020B0504030402040204" pitchFamily="34" charset="77"/>
                          <a:ea typeface="+mn-ea"/>
                          <a:cs typeface="+mn-cs"/>
                        </a:rPr>
                        <a:t>posuere</a:t>
                      </a:r>
                      <a:r>
                        <a:rPr lang="en-US" sz="1400" b="1" i="0" kern="1200">
                          <a:solidFill>
                            <a:schemeClr val="tx2"/>
                          </a:solidFill>
                          <a:effectLst/>
                          <a:latin typeface="Gartner Sans" panose="020B0504030402040204" pitchFamily="34" charset="77"/>
                          <a:ea typeface="+mn-ea"/>
                          <a:cs typeface="+mn-cs"/>
                        </a:rPr>
                        <a:t> </a:t>
                      </a:r>
                      <a:r>
                        <a:rPr lang="en-US" sz="1400" b="1" i="0" kern="1200" err="1">
                          <a:solidFill>
                            <a:schemeClr val="tx2"/>
                          </a:solidFill>
                          <a:effectLst/>
                          <a:latin typeface="Gartner Sans" panose="020B0504030402040204" pitchFamily="34" charset="77"/>
                          <a:ea typeface="+mn-ea"/>
                          <a:cs typeface="+mn-cs"/>
                        </a:rPr>
                        <a:t>risus</a:t>
                      </a:r>
                      <a:endParaRPr lang="en-US" sz="1400" b="1" i="0">
                        <a:solidFill>
                          <a:schemeClr val="tx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mn-lt"/>
                        </a:defRPr>
                      </a:lvl1pPr>
                      <a:lvl2pPr marL="457200" algn="l" defTabSz="914400" rtl="0" eaLnBrk="1" latinLnBrk="0" hangingPunct="1">
                        <a:defRPr sz="1800" b="1" kern="1200">
                          <a:solidFill>
                            <a:schemeClr val="lt1"/>
                          </a:solidFill>
                          <a:latin typeface="+mn-lt"/>
                        </a:defRPr>
                      </a:lvl2pPr>
                      <a:lvl3pPr marL="914400" algn="l" defTabSz="914400" rtl="0" eaLnBrk="1" latinLnBrk="0" hangingPunct="1">
                        <a:defRPr sz="1800" b="1" kern="1200">
                          <a:solidFill>
                            <a:schemeClr val="lt1"/>
                          </a:solidFill>
                          <a:latin typeface="+mn-lt"/>
                        </a:defRPr>
                      </a:lvl3pPr>
                      <a:lvl4pPr marL="1371600" algn="l" defTabSz="914400" rtl="0" eaLnBrk="1" latinLnBrk="0" hangingPunct="1">
                        <a:defRPr sz="1800" b="1" kern="1200">
                          <a:solidFill>
                            <a:schemeClr val="lt1"/>
                          </a:solidFill>
                          <a:latin typeface="+mn-lt"/>
                        </a:defRPr>
                      </a:lvl4pPr>
                      <a:lvl5pPr marL="1828800" algn="l" defTabSz="914400" rtl="0" eaLnBrk="1" latinLnBrk="0" hangingPunct="1">
                        <a:defRPr sz="1800" b="1" kern="1200">
                          <a:solidFill>
                            <a:schemeClr val="lt1"/>
                          </a:solidFill>
                          <a:latin typeface="+mn-lt"/>
                        </a:defRPr>
                      </a:lvl5pPr>
                      <a:lvl6pPr marL="2286000" algn="l" defTabSz="914400" rtl="0" eaLnBrk="1" latinLnBrk="0" hangingPunct="1">
                        <a:defRPr sz="1800" b="1" kern="1200">
                          <a:solidFill>
                            <a:schemeClr val="lt1"/>
                          </a:solidFill>
                          <a:latin typeface="+mn-lt"/>
                        </a:defRPr>
                      </a:lvl6pPr>
                      <a:lvl7pPr marL="2743200" algn="l" defTabSz="914400" rtl="0" eaLnBrk="1" latinLnBrk="0" hangingPunct="1">
                        <a:defRPr sz="1800" b="1" kern="1200">
                          <a:solidFill>
                            <a:schemeClr val="lt1"/>
                          </a:solidFill>
                          <a:latin typeface="+mn-lt"/>
                        </a:defRPr>
                      </a:lvl7pPr>
                      <a:lvl8pPr marL="3200400" algn="l" defTabSz="914400" rtl="0" eaLnBrk="1" latinLnBrk="0" hangingPunct="1">
                        <a:defRPr sz="1800" b="1" kern="1200">
                          <a:solidFill>
                            <a:schemeClr val="lt1"/>
                          </a:solidFill>
                          <a:latin typeface="+mn-lt"/>
                        </a:defRPr>
                      </a:lvl8pPr>
                      <a:lvl9pPr marL="3657600" algn="l" defTabSz="914400" rtl="0" eaLnBrk="1" latinLnBrk="0" hangingPunct="1">
                        <a:defRPr sz="1800" b="1" kern="1200">
                          <a:solidFill>
                            <a:schemeClr val="lt1"/>
                          </a:solidFill>
                          <a:latin typeface="+mn-lt"/>
                        </a:defRPr>
                      </a:lvl9pPr>
                    </a:lstStyle>
                    <a:p>
                      <a:r>
                        <a:rPr lang="en-US" sz="1400" b="1" i="0" kern="1200">
                          <a:solidFill>
                            <a:schemeClr val="tx2"/>
                          </a:solidFill>
                          <a:effectLst/>
                          <a:latin typeface="Gartner Sans" panose="020B0504030402040204" pitchFamily="34" charset="77"/>
                          <a:ea typeface="+mn-ea"/>
                          <a:cs typeface="+mn-cs"/>
                        </a:rPr>
                        <a:t>Donec </a:t>
                      </a:r>
                      <a:r>
                        <a:rPr lang="en-US" sz="1400" b="1" i="0" kern="1200" err="1">
                          <a:solidFill>
                            <a:schemeClr val="tx2"/>
                          </a:solidFill>
                          <a:effectLst/>
                          <a:latin typeface="Gartner Sans" panose="020B0504030402040204" pitchFamily="34" charset="77"/>
                          <a:ea typeface="+mn-ea"/>
                          <a:cs typeface="+mn-cs"/>
                        </a:rPr>
                        <a:t>quis</a:t>
                      </a:r>
                      <a:r>
                        <a:rPr lang="en-US" sz="1400" b="1" i="0" kern="1200">
                          <a:solidFill>
                            <a:schemeClr val="tx2"/>
                          </a:solidFill>
                          <a:effectLst/>
                          <a:latin typeface="Gartner Sans" panose="020B0504030402040204" pitchFamily="34" charset="77"/>
                          <a:ea typeface="+mn-ea"/>
                          <a:cs typeface="+mn-cs"/>
                        </a:rPr>
                        <a:t> </a:t>
                      </a:r>
                      <a:r>
                        <a:rPr lang="en-US" sz="1400" b="1" i="0" kern="1200" err="1">
                          <a:solidFill>
                            <a:schemeClr val="tx2"/>
                          </a:solidFill>
                          <a:effectLst/>
                          <a:latin typeface="Gartner Sans" panose="020B0504030402040204" pitchFamily="34" charset="77"/>
                          <a:ea typeface="+mn-ea"/>
                          <a:cs typeface="+mn-cs"/>
                        </a:rPr>
                        <a:t>velit</a:t>
                      </a:r>
                      <a:r>
                        <a:rPr lang="en-US" sz="1400" b="1" i="0" kern="1200">
                          <a:solidFill>
                            <a:schemeClr val="tx2"/>
                          </a:solidFill>
                          <a:effectLst/>
                          <a:latin typeface="Gartner Sans" panose="020B0504030402040204" pitchFamily="34" charset="77"/>
                          <a:ea typeface="+mn-ea"/>
                          <a:cs typeface="+mn-cs"/>
                        </a:rPr>
                        <a:t> dolor</a:t>
                      </a:r>
                      <a:endParaRPr lang="en-US" sz="1400" b="1" i="0">
                        <a:solidFill>
                          <a:schemeClr val="tx2"/>
                        </a:solidFill>
                        <a:latin typeface="Gartner Sans" panose="020B0504030402040204" pitchFamily="34" charset="77"/>
                      </a:endParaRPr>
                    </a:p>
                  </a:txBody>
                  <a:tcPr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07307847"/>
                  </a:ext>
                </a:extLst>
              </a:tr>
              <a:tr h="625306">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Lorem ipsum dolor sit </a:t>
                      </a:r>
                      <a:r>
                        <a:rPr lang="en-US" sz="1400" b="0" i="0" kern="1200" err="1">
                          <a:solidFill>
                            <a:schemeClr val="tx1"/>
                          </a:solidFill>
                          <a:effectLst/>
                          <a:latin typeface="Gartner Sans" panose="020B0504030402040204" pitchFamily="34" charset="77"/>
                          <a:ea typeface="+mn-ea"/>
                          <a:cs typeface="+mn-cs"/>
                        </a:rPr>
                        <a:t>amet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consectetur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adipiscing</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congue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Proin </a:t>
                      </a:r>
                      <a:r>
                        <a:rPr lang="en-US" sz="1400" b="0" i="0" kern="1200" err="1">
                          <a:solidFill>
                            <a:schemeClr val="tx1"/>
                          </a:solidFill>
                          <a:effectLst/>
                          <a:latin typeface="Gartner Sans" panose="020B0504030402040204" pitchFamily="34" charset="77"/>
                          <a:ea typeface="+mn-ea"/>
                          <a:cs typeface="+mn-cs"/>
                        </a:rPr>
                        <a:t>fringilla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enim</a:t>
                      </a:r>
                      <a:r>
                        <a:rPr lang="en-US" sz="1400" b="0" i="0" kern="1200">
                          <a:solidFill>
                            <a:schemeClr val="tx1"/>
                          </a:solidFill>
                          <a:effectLst/>
                          <a:latin typeface="Gartner Sans" panose="020B0504030402040204" pitchFamily="34" charset="77"/>
                          <a:ea typeface="+mn-ea"/>
                          <a:cs typeface="+mn-cs"/>
                        </a:rPr>
                        <a:t> mi, </a:t>
                      </a:r>
                      <a:r>
                        <a:rPr lang="en-US" sz="1400" b="0" i="0" kern="1200" err="1">
                          <a:solidFill>
                            <a:schemeClr val="tx1"/>
                          </a:solidFill>
                          <a:effectLst/>
                          <a:latin typeface="Gartner Sans" panose="020B0504030402040204" pitchFamily="34" charset="77"/>
                          <a:ea typeface="+mn-ea"/>
                          <a:cs typeface="+mn-cs"/>
                        </a:rPr>
                        <a:t>ut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Morbi pulvinar </a:t>
                      </a:r>
                      <a:r>
                        <a:rPr lang="en-US" sz="1400" b="0" i="0" kern="1200" err="1">
                          <a:solidFill>
                            <a:schemeClr val="tx1"/>
                          </a:solidFill>
                          <a:effectLst/>
                          <a:latin typeface="Gartner Sans" panose="020B0504030402040204" pitchFamily="34" charset="77"/>
                          <a:ea typeface="+mn-ea"/>
                          <a:cs typeface="+mn-cs"/>
                        </a:rPr>
                        <a:t>aliquam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fringilla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Nunc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eu</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sodales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facilisis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scelerisque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nibh</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83500107"/>
                  </a:ext>
                </a:extLst>
              </a:tr>
              <a:tr h="807687">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Maecenas </a:t>
                      </a:r>
                      <a:r>
                        <a:rPr lang="en-US" sz="1400" b="0" i="0" kern="1200" err="1">
                          <a:solidFill>
                            <a:schemeClr val="tx1"/>
                          </a:solidFill>
                          <a:effectLst/>
                          <a:latin typeface="Gartner Sans" panose="020B0504030402040204" pitchFamily="34" charset="77"/>
                          <a:ea typeface="+mn-ea"/>
                          <a:cs typeface="+mn-cs"/>
                        </a:rPr>
                        <a:t>ullamcorper</a:t>
                      </a:r>
                      <a:r>
                        <a:rPr lang="en-US" sz="1400" b="0" i="0" kern="1200">
                          <a:solidFill>
                            <a:schemeClr val="tx1"/>
                          </a:solidFill>
                          <a:effectLst/>
                          <a:latin typeface="Gartner Sans" panose="020B0504030402040204" pitchFamily="34" charset="77"/>
                          <a:ea typeface="+mn-ea"/>
                          <a:cs typeface="+mn-cs"/>
                        </a:rPr>
                        <a:t> ligula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metus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imperdiet</a:t>
                      </a:r>
                      <a:r>
                        <a:rPr lang="en-US" sz="1400" b="0" i="0" kern="1200">
                          <a:solidFill>
                            <a:schemeClr val="tx1"/>
                          </a:solidFill>
                          <a:effectLst/>
                          <a:latin typeface="Gartner Sans" panose="020B0504030402040204" pitchFamily="34" charset="77"/>
                          <a:ea typeface="+mn-ea"/>
                          <a:cs typeface="+mn-cs"/>
                        </a:rPr>
                        <a:t>, nec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 diam </a:t>
                      </a:r>
                      <a:r>
                        <a:rPr lang="en-US" sz="1400" b="0" i="0" kern="1200" err="1">
                          <a:solidFill>
                            <a:schemeClr val="tx1"/>
                          </a:solidFill>
                          <a:effectLst/>
                          <a:latin typeface="Gartner Sans" panose="020B0504030402040204" pitchFamily="34" charset="77"/>
                          <a:ea typeface="+mn-ea"/>
                          <a:cs typeface="+mn-cs"/>
                        </a:rPr>
                        <a:t>varius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sollicitudin</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Integer vel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Vivamus</a:t>
                      </a:r>
                      <a:r>
                        <a:rPr lang="en-US" sz="1400" b="0" i="0" kern="1200">
                          <a:solidFill>
                            <a:schemeClr val="tx1"/>
                          </a:solidFill>
                          <a:effectLst/>
                          <a:latin typeface="Gartner Sans" panose="020B0504030402040204" pitchFamily="34" charset="77"/>
                          <a:ea typeface="+mn-ea"/>
                          <a:cs typeface="+mn-cs"/>
                        </a:rPr>
                        <a:t> ac lorem at </a:t>
                      </a:r>
                      <a:r>
                        <a:rPr lang="en-US" sz="1400" b="0" i="0" kern="1200" err="1">
                          <a:solidFill>
                            <a:schemeClr val="tx1"/>
                          </a:solidFill>
                          <a:effectLst/>
                          <a:latin typeface="Gartner Sans" panose="020B0504030402040204" pitchFamily="34" charset="77"/>
                          <a:ea typeface="+mn-ea"/>
                          <a:cs typeface="+mn-cs"/>
                        </a:rPr>
                        <a:t>risus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efficitur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Integer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at </a:t>
                      </a:r>
                      <a:r>
                        <a:rPr lang="en-US" sz="1400" b="0" i="0" kern="1200" err="1">
                          <a:solidFill>
                            <a:schemeClr val="tx1"/>
                          </a:solidFill>
                          <a:effectLst/>
                          <a:latin typeface="Gartner Sans" panose="020B0504030402040204" pitchFamily="34" charset="77"/>
                          <a:ea typeface="+mn-ea"/>
                          <a:cs typeface="+mn-cs"/>
                        </a:rPr>
                        <a:t>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pharetra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3777028048"/>
                  </a:ext>
                </a:extLst>
              </a:tr>
              <a:tr h="625306">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Duis </a:t>
                      </a:r>
                      <a:r>
                        <a:rPr lang="en-US" sz="1400" b="0" i="0" kern="1200" err="1">
                          <a:solidFill>
                            <a:schemeClr val="tx1"/>
                          </a:solidFill>
                          <a:effectLst/>
                          <a:latin typeface="Gartner Sans" panose="020B0504030402040204" pitchFamily="34" charset="77"/>
                          <a:ea typeface="+mn-ea"/>
                          <a:cs typeface="+mn-cs"/>
                        </a:rPr>
                        <a:t>hendrerit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urna</a:t>
                      </a:r>
                      <a:r>
                        <a:rPr lang="en-US" sz="1400" b="0" i="0" kern="1200">
                          <a:solidFill>
                            <a:schemeClr val="tx1"/>
                          </a:solidFill>
                          <a:effectLst/>
                          <a:latin typeface="Gartner Sans" panose="020B0504030402040204" pitchFamily="34" charset="77"/>
                          <a:ea typeface="+mn-ea"/>
                          <a:cs typeface="+mn-cs"/>
                        </a:rPr>
                        <a:t>, in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diam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Suspendisse</a:t>
                      </a:r>
                      <a:r>
                        <a:rPr lang="en-US" sz="1400" b="0" i="0" kern="1200">
                          <a:solidFill>
                            <a:schemeClr val="tx1"/>
                          </a:solidFill>
                          <a:effectLst/>
                          <a:latin typeface="Gartner Sans" panose="020B0504030402040204" pitchFamily="34" charset="77"/>
                          <a:ea typeface="+mn-ea"/>
                          <a:cs typeface="+mn-cs"/>
                        </a:rPr>
                        <a:t> vitae pulvinar lorem, ac </a:t>
                      </a:r>
                      <a:r>
                        <a:rPr lang="en-US" sz="1400" b="0" i="0" kern="1200" err="1">
                          <a:solidFill>
                            <a:schemeClr val="tx1"/>
                          </a:solidFill>
                          <a:effectLst/>
                          <a:latin typeface="Gartner Sans" panose="020B0504030402040204" pitchFamily="34" charset="77"/>
                          <a:ea typeface="+mn-ea"/>
                          <a:cs typeface="+mn-cs"/>
                        </a:rPr>
                        <a:t>pretium</a:t>
                      </a:r>
                      <a:r>
                        <a:rPr lang="en-US" sz="1400" b="0" i="0" kern="1200">
                          <a:solidFill>
                            <a:schemeClr val="tx1"/>
                          </a:solidFill>
                          <a:effectLst/>
                          <a:latin typeface="Gartner Sans" panose="020B0504030402040204" pitchFamily="34" charset="77"/>
                          <a:ea typeface="+mn-ea"/>
                          <a:cs typeface="+mn-cs"/>
                        </a:rPr>
                        <a:t> dolor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Duis </a:t>
                      </a:r>
                      <a:r>
                        <a:rPr lang="en-US" sz="1400" b="0" i="0" kern="1200" err="1">
                          <a:solidFill>
                            <a:schemeClr val="tx1"/>
                          </a:solidFill>
                          <a:effectLst/>
                          <a:latin typeface="Gartner Sans" panose="020B0504030402040204" pitchFamily="34" charset="77"/>
                          <a:ea typeface="+mn-ea"/>
                          <a:cs typeface="+mn-cs"/>
                        </a:rPr>
                        <a:t>hendrerit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urna</a:t>
                      </a:r>
                      <a:r>
                        <a:rPr lang="en-US" sz="1400" b="0" i="0" kern="1200">
                          <a:solidFill>
                            <a:schemeClr val="tx1"/>
                          </a:solidFill>
                          <a:effectLst/>
                          <a:latin typeface="Gartner Sans" panose="020B0504030402040204" pitchFamily="34" charset="77"/>
                          <a:ea typeface="+mn-ea"/>
                          <a:cs typeface="+mn-cs"/>
                        </a:rPr>
                        <a:t>, in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diam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Sed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et nisi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ultricies</a:t>
                      </a:r>
                      <a:r>
                        <a:rPr lang="en-US" sz="1400" b="0" i="0" kern="1200">
                          <a:solidFill>
                            <a:schemeClr val="tx1"/>
                          </a:solidFill>
                          <a:effectLst/>
                          <a:latin typeface="Gartner Sans" panose="020B0504030402040204" pitchFamily="34" charset="77"/>
                          <a:ea typeface="+mn-ea"/>
                          <a:cs typeface="+mn-cs"/>
                        </a:rPr>
                        <a:t>. Nunc et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quam</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48698013"/>
                  </a:ext>
                </a:extLst>
              </a:tr>
              <a:tr h="807687">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Lorem ipsum dolor sit </a:t>
                      </a:r>
                      <a:r>
                        <a:rPr lang="en-US" sz="1400" b="0" i="0" kern="1200" err="1">
                          <a:solidFill>
                            <a:schemeClr val="tx1"/>
                          </a:solidFill>
                          <a:effectLst/>
                          <a:latin typeface="Gartner Sans" panose="020B0504030402040204" pitchFamily="34" charset="77"/>
                          <a:ea typeface="+mn-ea"/>
                          <a:cs typeface="+mn-cs"/>
                        </a:rPr>
                        <a:t>amet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consectetur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adipiscing</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congue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varius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id </a:t>
                      </a:r>
                      <a:r>
                        <a:rPr lang="en-US" sz="1400" b="0" i="0" kern="1200" err="1">
                          <a:solidFill>
                            <a:schemeClr val="tx1"/>
                          </a:solidFill>
                          <a:effectLst/>
                          <a:latin typeface="Gartner Sans" panose="020B0504030402040204" pitchFamily="34" charset="77"/>
                          <a:ea typeface="+mn-ea"/>
                          <a:cs typeface="+mn-cs"/>
                        </a:rPr>
                        <a:t>velit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Proin </a:t>
                      </a:r>
                      <a:r>
                        <a:rPr lang="en-US" sz="1400" b="0" i="0" kern="1200" err="1">
                          <a:solidFill>
                            <a:schemeClr val="tx1"/>
                          </a:solidFill>
                          <a:effectLst/>
                          <a:latin typeface="Gartner Sans" panose="020B0504030402040204" pitchFamily="34" charset="77"/>
                          <a:ea typeface="+mn-ea"/>
                          <a:cs typeface="+mn-cs"/>
                        </a:rPr>
                        <a:t>fringilla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enim</a:t>
                      </a:r>
                      <a:r>
                        <a:rPr lang="en-US" sz="1400" b="0" i="0" kern="1200">
                          <a:solidFill>
                            <a:schemeClr val="tx1"/>
                          </a:solidFill>
                          <a:effectLst/>
                          <a:latin typeface="Gartner Sans" panose="020B0504030402040204" pitchFamily="34" charset="77"/>
                          <a:ea typeface="+mn-ea"/>
                          <a:cs typeface="+mn-cs"/>
                        </a:rPr>
                        <a:t> mi, </a:t>
                      </a:r>
                      <a:r>
                        <a:rPr lang="en-US" sz="1400" b="0" i="0" kern="1200" err="1">
                          <a:solidFill>
                            <a:schemeClr val="tx1"/>
                          </a:solidFill>
                          <a:effectLst/>
                          <a:latin typeface="Gartner Sans" panose="020B0504030402040204" pitchFamily="34" charset="77"/>
                          <a:ea typeface="+mn-ea"/>
                          <a:cs typeface="+mn-cs"/>
                        </a:rPr>
                        <a:t>ut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pellentesque</a:t>
                      </a:r>
                      <a:r>
                        <a:rPr lang="en-US" sz="1400" b="0" i="0" kern="1200">
                          <a:solidFill>
                            <a:schemeClr val="tx1"/>
                          </a:solidFill>
                          <a:effectLst/>
                          <a:latin typeface="Gartner Sans" panose="020B0504030402040204" pitchFamily="34" charset="77"/>
                          <a:ea typeface="+mn-ea"/>
                          <a:cs typeface="+mn-cs"/>
                        </a:rPr>
                        <a:t> </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Morbi pulvinar </a:t>
                      </a:r>
                      <a:r>
                        <a:rPr lang="en-US" sz="1400" b="0" i="0" kern="1200" err="1">
                          <a:solidFill>
                            <a:schemeClr val="tx1"/>
                          </a:solidFill>
                          <a:effectLst/>
                          <a:latin typeface="Gartner Sans" panose="020B0504030402040204" pitchFamily="34" charset="77"/>
                          <a:ea typeface="+mn-ea"/>
                          <a:cs typeface="+mn-cs"/>
                        </a:rPr>
                        <a:t>aliquam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fringilla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Nunc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eu</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sodales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facilisis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nunc</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scelerisque</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nibh</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2360238818"/>
                  </a:ext>
                </a:extLst>
              </a:tr>
              <a:tr h="778772">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Maecenas </a:t>
                      </a:r>
                      <a:r>
                        <a:rPr lang="en-US" sz="1400" b="0" i="0" kern="1200" err="1">
                          <a:solidFill>
                            <a:schemeClr val="tx1"/>
                          </a:solidFill>
                          <a:effectLst/>
                          <a:latin typeface="Gartner Sans" panose="020B0504030402040204" pitchFamily="34" charset="77"/>
                          <a:ea typeface="+mn-ea"/>
                          <a:cs typeface="+mn-cs"/>
                        </a:rPr>
                        <a:t>ullamcorper</a:t>
                      </a:r>
                      <a:r>
                        <a:rPr lang="en-US" sz="1400" b="0" i="0" kern="1200">
                          <a:solidFill>
                            <a:schemeClr val="tx1"/>
                          </a:solidFill>
                          <a:effectLst/>
                          <a:latin typeface="Gartner Sans" panose="020B0504030402040204" pitchFamily="34" charset="77"/>
                          <a:ea typeface="+mn-ea"/>
                          <a:cs typeface="+mn-cs"/>
                        </a:rPr>
                        <a:t> ligula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metus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imperdiet</a:t>
                      </a:r>
                      <a:r>
                        <a:rPr lang="en-US" sz="1400" b="0" i="0" kern="1200">
                          <a:solidFill>
                            <a:schemeClr val="tx1"/>
                          </a:solidFill>
                          <a:effectLst/>
                          <a:latin typeface="Gartner Sans" panose="020B0504030402040204" pitchFamily="34" charset="77"/>
                          <a:ea typeface="+mn-ea"/>
                          <a:cs typeface="+mn-cs"/>
                        </a:rPr>
                        <a:t>, nec </a:t>
                      </a:r>
                      <a:r>
                        <a:rPr lang="en-US" sz="1400" b="0" i="0" kern="1200" err="1">
                          <a:solidFill>
                            <a:schemeClr val="tx1"/>
                          </a:solidFill>
                          <a:effectLst/>
                          <a:latin typeface="Gartner Sans" panose="020B0504030402040204" pitchFamily="34" charset="77"/>
                          <a:ea typeface="+mn-ea"/>
                          <a:cs typeface="+mn-cs"/>
                        </a:rPr>
                        <a:t>varius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dignissim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volutpat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luctus</a:t>
                      </a:r>
                      <a:r>
                        <a:rPr lang="en-US" sz="1400" b="0" i="0" kern="1200">
                          <a:solidFill>
                            <a:schemeClr val="tx1"/>
                          </a:solidFill>
                          <a:effectLst/>
                          <a:latin typeface="Gartner Sans" panose="020B0504030402040204" pitchFamily="34" charset="77"/>
                          <a:ea typeface="+mn-ea"/>
                          <a:cs typeface="+mn-cs"/>
                        </a:rPr>
                        <a:t>. Morbi </a:t>
                      </a:r>
                      <a:r>
                        <a:rPr lang="en-US" sz="1400" b="0" i="0" kern="1200" err="1">
                          <a:solidFill>
                            <a:schemeClr val="tx1"/>
                          </a:solidFill>
                          <a:effectLst/>
                          <a:latin typeface="Gartner Sans" panose="020B0504030402040204" pitchFamily="34" charset="77"/>
                          <a:ea typeface="+mn-ea"/>
                          <a:cs typeface="+mn-cs"/>
                        </a:rPr>
                        <a:t>tellus</a:t>
                      </a:r>
                      <a:r>
                        <a:rPr lang="en-US" sz="1400" b="0" i="0" kern="1200">
                          <a:solidFill>
                            <a:schemeClr val="tx1"/>
                          </a:solidFill>
                          <a:effectLst/>
                          <a:latin typeface="Gartner Sans" panose="020B0504030402040204" pitchFamily="34" charset="77"/>
                          <a:ea typeface="+mn-ea"/>
                          <a:cs typeface="+mn-cs"/>
                        </a:rPr>
                        <a:t> ligula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Nullam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sollicitudin</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ultrices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rutrum</a:t>
                      </a:r>
                      <a:r>
                        <a:rPr lang="en-US" sz="1400" b="0" i="0" kern="1200">
                          <a:solidFill>
                            <a:schemeClr val="tx1"/>
                          </a:solidFill>
                          <a:effectLst/>
                          <a:latin typeface="Gartner Sans" panose="020B0504030402040204" pitchFamily="34" charset="77"/>
                          <a:ea typeface="+mn-ea"/>
                          <a:cs typeface="+mn-cs"/>
                        </a:rPr>
                        <a:t>. Integer vel </a:t>
                      </a:r>
                      <a:r>
                        <a:rPr lang="en-US" sz="1400" b="0" i="0" kern="1200" err="1">
                          <a:solidFill>
                            <a:schemeClr val="tx1"/>
                          </a:solidFill>
                          <a:effectLst/>
                          <a:latin typeface="Gartner Sans" panose="020B0504030402040204" pitchFamily="34" charset="77"/>
                          <a:ea typeface="+mn-ea"/>
                          <a:cs typeface="+mn-cs"/>
                        </a:rPr>
                        <a:t>elit</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rhoncus</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err="1">
                          <a:solidFill>
                            <a:schemeClr val="tx1"/>
                          </a:solidFill>
                          <a:effectLst/>
                          <a:latin typeface="Gartner Sans" panose="020B0504030402040204" pitchFamily="34" charset="77"/>
                          <a:ea typeface="+mn-ea"/>
                          <a:cs typeface="+mn-cs"/>
                        </a:rPr>
                        <a:t>Vivamus</a:t>
                      </a:r>
                      <a:r>
                        <a:rPr lang="en-US" sz="1400" b="0" i="0" kern="1200">
                          <a:solidFill>
                            <a:schemeClr val="tx1"/>
                          </a:solidFill>
                          <a:effectLst/>
                          <a:latin typeface="Gartner Sans" panose="020B0504030402040204" pitchFamily="34" charset="77"/>
                          <a:ea typeface="+mn-ea"/>
                          <a:cs typeface="+mn-cs"/>
                        </a:rPr>
                        <a:t> ac lorem at </a:t>
                      </a:r>
                      <a:r>
                        <a:rPr lang="en-US" sz="1400" b="0" i="0" kern="1200" err="1">
                          <a:solidFill>
                            <a:schemeClr val="tx1"/>
                          </a:solidFill>
                          <a:effectLst/>
                          <a:latin typeface="Gartner Sans" panose="020B0504030402040204" pitchFamily="34" charset="77"/>
                          <a:ea typeface="+mn-ea"/>
                          <a:cs typeface="+mn-cs"/>
                        </a:rPr>
                        <a:t>risus</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tempor</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efficitur</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mn-lt"/>
                        </a:defRPr>
                      </a:lvl1pPr>
                      <a:lvl2pPr marL="457200" algn="l" defTabSz="914400" rtl="0" eaLnBrk="1" latinLnBrk="0" hangingPunct="1">
                        <a:defRPr sz="1800" kern="1200">
                          <a:solidFill>
                            <a:schemeClr val="dk1"/>
                          </a:solidFill>
                          <a:latin typeface="+mn-lt"/>
                        </a:defRPr>
                      </a:lvl2pPr>
                      <a:lvl3pPr marL="914400" algn="l" defTabSz="914400" rtl="0" eaLnBrk="1" latinLnBrk="0" hangingPunct="1">
                        <a:defRPr sz="1800" kern="1200">
                          <a:solidFill>
                            <a:schemeClr val="dk1"/>
                          </a:solidFill>
                          <a:latin typeface="+mn-lt"/>
                        </a:defRPr>
                      </a:lvl3pPr>
                      <a:lvl4pPr marL="1371600" algn="l" defTabSz="914400" rtl="0" eaLnBrk="1" latinLnBrk="0" hangingPunct="1">
                        <a:defRPr sz="1800" kern="1200">
                          <a:solidFill>
                            <a:schemeClr val="dk1"/>
                          </a:solidFill>
                          <a:latin typeface="+mn-lt"/>
                        </a:defRPr>
                      </a:lvl4pPr>
                      <a:lvl5pPr marL="1828800" algn="l" defTabSz="914400" rtl="0" eaLnBrk="1" latinLnBrk="0" hangingPunct="1">
                        <a:defRPr sz="1800" kern="1200">
                          <a:solidFill>
                            <a:schemeClr val="dk1"/>
                          </a:solidFill>
                          <a:latin typeface="+mn-lt"/>
                        </a:defRPr>
                      </a:lvl5pPr>
                      <a:lvl6pPr marL="2286000" algn="l" defTabSz="914400" rtl="0" eaLnBrk="1" latinLnBrk="0" hangingPunct="1">
                        <a:defRPr sz="1800" kern="1200">
                          <a:solidFill>
                            <a:schemeClr val="dk1"/>
                          </a:solidFill>
                          <a:latin typeface="+mn-lt"/>
                        </a:defRPr>
                      </a:lvl6pPr>
                      <a:lvl7pPr marL="2743200" algn="l" defTabSz="914400" rtl="0" eaLnBrk="1" latinLnBrk="0" hangingPunct="1">
                        <a:defRPr sz="1800" kern="1200">
                          <a:solidFill>
                            <a:schemeClr val="dk1"/>
                          </a:solidFill>
                          <a:latin typeface="+mn-lt"/>
                        </a:defRPr>
                      </a:lvl7pPr>
                      <a:lvl8pPr marL="3200400" algn="l" defTabSz="914400" rtl="0" eaLnBrk="1" latinLnBrk="0" hangingPunct="1">
                        <a:defRPr sz="1800" kern="1200">
                          <a:solidFill>
                            <a:schemeClr val="dk1"/>
                          </a:solidFill>
                          <a:latin typeface="+mn-lt"/>
                        </a:defRPr>
                      </a:lvl8pPr>
                      <a:lvl9pPr marL="3657600" algn="l" defTabSz="914400" rtl="0" eaLnBrk="1" latinLnBrk="0" hangingPunct="1">
                        <a:defRPr sz="1800" kern="1200">
                          <a:solidFill>
                            <a:schemeClr val="dk1"/>
                          </a:solidFill>
                          <a:latin typeface="+mn-lt"/>
                        </a:defRPr>
                      </a:lvl9pPr>
                    </a:lstStyle>
                    <a:p>
                      <a:r>
                        <a:rPr lang="en-US" sz="1400" b="0" i="0" kern="1200">
                          <a:solidFill>
                            <a:schemeClr val="tx1"/>
                          </a:solidFill>
                          <a:effectLst/>
                          <a:latin typeface="Gartner Sans" panose="020B0504030402040204" pitchFamily="34" charset="77"/>
                          <a:ea typeface="+mn-ea"/>
                          <a:cs typeface="+mn-cs"/>
                        </a:rPr>
                        <a:t>Integer </a:t>
                      </a:r>
                      <a:r>
                        <a:rPr lang="en-US" sz="1400" b="0" i="0" kern="1200" err="1">
                          <a:solidFill>
                            <a:schemeClr val="tx1"/>
                          </a:solidFill>
                          <a:effectLst/>
                          <a:latin typeface="Gartner Sans" panose="020B0504030402040204" pitchFamily="34" charset="77"/>
                          <a:ea typeface="+mn-ea"/>
                          <a:cs typeface="+mn-cs"/>
                        </a:rPr>
                        <a:t>vulputate</a:t>
                      </a:r>
                      <a:r>
                        <a:rPr lang="en-US" sz="1400" b="0" i="0" kern="1200">
                          <a:solidFill>
                            <a:schemeClr val="tx1"/>
                          </a:solidFill>
                          <a:effectLst/>
                          <a:latin typeface="Gartner Sans" panose="020B0504030402040204" pitchFamily="34" charset="77"/>
                          <a:ea typeface="+mn-ea"/>
                          <a:cs typeface="+mn-cs"/>
                        </a:rPr>
                        <a:t> at </a:t>
                      </a:r>
                      <a:r>
                        <a:rPr lang="en-US" sz="1400" b="0" i="0" kern="1200" err="1">
                          <a:solidFill>
                            <a:schemeClr val="tx1"/>
                          </a:solidFill>
                          <a:effectLst/>
                          <a:latin typeface="Gartner Sans" panose="020B0504030402040204" pitchFamily="34" charset="77"/>
                          <a:ea typeface="+mn-ea"/>
                          <a:cs typeface="+mn-cs"/>
                        </a:rPr>
                        <a:t>quam</a:t>
                      </a:r>
                      <a:r>
                        <a:rPr lang="en-US" sz="1400" b="0" i="0" kern="1200">
                          <a:solidFill>
                            <a:schemeClr val="tx1"/>
                          </a:solidFill>
                          <a:effectLst/>
                          <a:latin typeface="Gartner Sans" panose="020B0504030402040204" pitchFamily="34" charset="77"/>
                          <a:ea typeface="+mn-ea"/>
                          <a:cs typeface="+mn-cs"/>
                        </a:rPr>
                        <a:t> </a:t>
                      </a:r>
                      <a:r>
                        <a:rPr lang="en-US" sz="1400" b="0" i="0" kern="1200" err="1">
                          <a:solidFill>
                            <a:schemeClr val="tx1"/>
                          </a:solidFill>
                          <a:effectLst/>
                          <a:latin typeface="Gartner Sans" panose="020B0504030402040204" pitchFamily="34" charset="77"/>
                          <a:ea typeface="+mn-ea"/>
                          <a:cs typeface="+mn-cs"/>
                        </a:rPr>
                        <a:t>eget</a:t>
                      </a:r>
                      <a:r>
                        <a:rPr lang="en-US" sz="1400" b="0" i="0" kern="1200">
                          <a:solidFill>
                            <a:schemeClr val="tx1"/>
                          </a:solidFill>
                          <a:effectLst/>
                          <a:latin typeface="Gartner Sans" panose="020B0504030402040204" pitchFamily="34" charset="77"/>
                          <a:ea typeface="+mn-ea"/>
                          <a:cs typeface="+mn-cs"/>
                        </a:rPr>
                        <a:t> pharetra</a:t>
                      </a:r>
                      <a:endParaRPr lang="en-US" sz="1400" b="0" i="0">
                        <a:solidFill>
                          <a:schemeClr val="tx1"/>
                        </a:solidFill>
                        <a:latin typeface="Gartner Sans" panose="020B0504030402040204" pitchFamily="34" charset="77"/>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0057A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6565088"/>
                  </a:ext>
                </a:extLst>
              </a:tr>
            </a:tbl>
          </a:graphicData>
        </a:graphic>
      </p:graphicFrame>
    </p:spTree>
    <p:extLst>
      <p:ext uri="{BB962C8B-B14F-4D97-AF65-F5344CB8AC3E}">
        <p14:creationId xmlns:p14="http://schemas.microsoft.com/office/powerpoint/2010/main" val="1974975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219">
            <a:extLst>
              <a:ext uri="{FF2B5EF4-FFF2-40B4-BE49-F238E27FC236}">
                <a16:creationId xmlns:a16="http://schemas.microsoft.com/office/drawing/2014/main" id="{6FF59608-3984-9242-BEE1-56FC947AA5DF}"/>
              </a:ext>
            </a:extLst>
          </p:cNvPr>
          <p:cNvSpPr>
            <a:spLocks noChangeAspect="1"/>
          </p:cNvSpPr>
          <p:nvPr/>
        </p:nvSpPr>
        <p:spPr>
          <a:xfrm>
            <a:off x="793003" y="5263612"/>
            <a:ext cx="561975" cy="400050"/>
          </a:xfrm>
          <a:custGeom>
            <a:avLst/>
            <a:gdLst>
              <a:gd name="connsiteX0" fmla="*/ 511969 w 561975"/>
              <a:gd name="connsiteY0" fmla="*/ 73819 h 400050"/>
              <a:gd name="connsiteX1" fmla="*/ 559594 w 561975"/>
              <a:gd name="connsiteY1" fmla="*/ 73819 h 400050"/>
              <a:gd name="connsiteX2" fmla="*/ 559594 w 561975"/>
              <a:gd name="connsiteY2" fmla="*/ 35719 h 400050"/>
              <a:gd name="connsiteX3" fmla="*/ 473869 w 561975"/>
              <a:gd name="connsiteY3" fmla="*/ 35719 h 400050"/>
              <a:gd name="connsiteX4" fmla="*/ 473869 w 561975"/>
              <a:gd name="connsiteY4" fmla="*/ 64770 h 400050"/>
              <a:gd name="connsiteX5" fmla="*/ 382429 w 561975"/>
              <a:gd name="connsiteY5" fmla="*/ 26670 h 400050"/>
              <a:gd name="connsiteX6" fmla="*/ 292513 w 561975"/>
              <a:gd name="connsiteY6" fmla="*/ 26670 h 400050"/>
              <a:gd name="connsiteX7" fmla="*/ 247364 w 561975"/>
              <a:gd name="connsiteY7" fmla="*/ 45244 h 400050"/>
              <a:gd name="connsiteX8" fmla="*/ 92869 w 561975"/>
              <a:gd name="connsiteY8" fmla="*/ 45244 h 400050"/>
              <a:gd name="connsiteX9" fmla="*/ 92869 w 561975"/>
              <a:gd name="connsiteY9" fmla="*/ 7144 h 400050"/>
              <a:gd name="connsiteX10" fmla="*/ 7144 w 561975"/>
              <a:gd name="connsiteY10" fmla="*/ 7144 h 400050"/>
              <a:gd name="connsiteX11" fmla="*/ 7144 w 561975"/>
              <a:gd name="connsiteY11" fmla="*/ 45244 h 400050"/>
              <a:gd name="connsiteX12" fmla="*/ 54769 w 561975"/>
              <a:gd name="connsiteY12" fmla="*/ 45244 h 400050"/>
              <a:gd name="connsiteX13" fmla="*/ 54769 w 561975"/>
              <a:gd name="connsiteY13" fmla="*/ 264319 h 400050"/>
              <a:gd name="connsiteX14" fmla="*/ 7144 w 561975"/>
              <a:gd name="connsiteY14" fmla="*/ 264319 h 400050"/>
              <a:gd name="connsiteX15" fmla="*/ 7144 w 561975"/>
              <a:gd name="connsiteY15" fmla="*/ 302419 h 400050"/>
              <a:gd name="connsiteX16" fmla="*/ 92869 w 561975"/>
              <a:gd name="connsiteY16" fmla="*/ 302419 h 400050"/>
              <a:gd name="connsiteX17" fmla="*/ 92869 w 561975"/>
              <a:gd name="connsiteY17" fmla="*/ 273844 h 400050"/>
              <a:gd name="connsiteX18" fmla="*/ 110966 w 561975"/>
              <a:gd name="connsiteY18" fmla="*/ 273844 h 400050"/>
              <a:gd name="connsiteX19" fmla="*/ 162592 w 561975"/>
              <a:gd name="connsiteY19" fmla="*/ 354997 h 400050"/>
              <a:gd name="connsiteX20" fmla="*/ 195167 w 561975"/>
              <a:gd name="connsiteY20" fmla="*/ 384429 h 400050"/>
              <a:gd name="connsiteX21" fmla="*/ 231934 w 561975"/>
              <a:gd name="connsiteY21" fmla="*/ 393097 h 400050"/>
              <a:gd name="connsiteX22" fmla="*/ 255651 w 561975"/>
              <a:gd name="connsiteY22" fmla="*/ 389573 h 400050"/>
              <a:gd name="connsiteX23" fmla="*/ 381381 w 561975"/>
              <a:gd name="connsiteY23" fmla="*/ 351854 h 400050"/>
              <a:gd name="connsiteX24" fmla="*/ 446532 w 561975"/>
              <a:gd name="connsiteY24" fmla="*/ 302800 h 400050"/>
              <a:gd name="connsiteX25" fmla="*/ 473869 w 561975"/>
              <a:gd name="connsiteY25" fmla="*/ 302800 h 400050"/>
              <a:gd name="connsiteX26" fmla="*/ 473869 w 561975"/>
              <a:gd name="connsiteY26" fmla="*/ 330899 h 400050"/>
              <a:gd name="connsiteX27" fmla="*/ 559594 w 561975"/>
              <a:gd name="connsiteY27" fmla="*/ 330899 h 400050"/>
              <a:gd name="connsiteX28" fmla="*/ 559594 w 561975"/>
              <a:gd name="connsiteY28" fmla="*/ 292799 h 400050"/>
              <a:gd name="connsiteX29" fmla="*/ 511969 w 561975"/>
              <a:gd name="connsiteY29" fmla="*/ 292799 h 400050"/>
              <a:gd name="connsiteX30" fmla="*/ 511969 w 561975"/>
              <a:gd name="connsiteY30" fmla="*/ 80582 h 400050"/>
              <a:gd name="connsiteX31" fmla="*/ 511969 w 561975"/>
              <a:gd name="connsiteY31" fmla="*/ 73819 h 400050"/>
              <a:gd name="connsiteX32" fmla="*/ 370427 w 561975"/>
              <a:gd name="connsiteY32" fmla="*/ 315468 h 400050"/>
              <a:gd name="connsiteX33" fmla="*/ 244697 w 561975"/>
              <a:gd name="connsiteY33" fmla="*/ 353187 h 400050"/>
              <a:gd name="connsiteX34" fmla="*/ 212217 w 561975"/>
              <a:gd name="connsiteY34" fmla="*/ 350425 h 400050"/>
              <a:gd name="connsiteX35" fmla="*/ 194691 w 561975"/>
              <a:gd name="connsiteY35" fmla="*/ 334613 h 400050"/>
              <a:gd name="connsiteX36" fmla="*/ 131826 w 561975"/>
              <a:gd name="connsiteY36" fmla="*/ 235839 h 400050"/>
              <a:gd name="connsiteX37" fmla="*/ 92869 w 561975"/>
              <a:gd name="connsiteY37" fmla="*/ 235839 h 400050"/>
              <a:gd name="connsiteX38" fmla="*/ 92869 w 561975"/>
              <a:gd name="connsiteY38" fmla="*/ 83439 h 400050"/>
              <a:gd name="connsiteX39" fmla="*/ 209264 w 561975"/>
              <a:gd name="connsiteY39" fmla="*/ 83439 h 400050"/>
              <a:gd name="connsiteX40" fmla="*/ 132683 w 561975"/>
              <a:gd name="connsiteY40" fmla="*/ 160020 h 400050"/>
              <a:gd name="connsiteX41" fmla="*/ 156020 w 561975"/>
              <a:gd name="connsiteY41" fmla="*/ 183547 h 400050"/>
              <a:gd name="connsiteX42" fmla="*/ 216694 w 561975"/>
              <a:gd name="connsiteY42" fmla="*/ 208883 h 400050"/>
              <a:gd name="connsiteX43" fmla="*/ 216694 w 561975"/>
              <a:gd name="connsiteY43" fmla="*/ 208883 h 400050"/>
              <a:gd name="connsiteX44" fmla="*/ 277368 w 561975"/>
              <a:gd name="connsiteY44" fmla="*/ 183642 h 400050"/>
              <a:gd name="connsiteX45" fmla="*/ 300800 w 561975"/>
              <a:gd name="connsiteY45" fmla="*/ 160115 h 400050"/>
              <a:gd name="connsiteX46" fmla="*/ 330327 w 561975"/>
              <a:gd name="connsiteY46" fmla="*/ 160115 h 400050"/>
              <a:gd name="connsiteX47" fmla="*/ 413099 w 561975"/>
              <a:gd name="connsiteY47" fmla="*/ 284321 h 400050"/>
              <a:gd name="connsiteX48" fmla="*/ 370427 w 561975"/>
              <a:gd name="connsiteY48" fmla="*/ 315468 h 400050"/>
              <a:gd name="connsiteX49" fmla="*/ 445961 w 561975"/>
              <a:gd name="connsiteY49" fmla="*/ 264795 h 400050"/>
              <a:gd name="connsiteX50" fmla="*/ 350711 w 561975"/>
              <a:gd name="connsiteY50" fmla="*/ 121920 h 400050"/>
              <a:gd name="connsiteX51" fmla="*/ 284988 w 561975"/>
              <a:gd name="connsiteY51" fmla="*/ 121920 h 400050"/>
              <a:gd name="connsiteX52" fmla="*/ 250412 w 561975"/>
              <a:gd name="connsiteY52" fmla="*/ 156686 h 400050"/>
              <a:gd name="connsiteX53" fmla="*/ 216789 w 561975"/>
              <a:gd name="connsiteY53" fmla="*/ 170688 h 400050"/>
              <a:gd name="connsiteX54" fmla="*/ 216789 w 561975"/>
              <a:gd name="connsiteY54" fmla="*/ 170688 h 400050"/>
              <a:gd name="connsiteX55" fmla="*/ 186690 w 561975"/>
              <a:gd name="connsiteY55" fmla="*/ 159925 h 400050"/>
              <a:gd name="connsiteX56" fmla="*/ 274225 w 561975"/>
              <a:gd name="connsiteY56" fmla="*/ 72390 h 400050"/>
              <a:gd name="connsiteX57" fmla="*/ 292608 w 561975"/>
              <a:gd name="connsiteY57" fmla="*/ 64770 h 400050"/>
              <a:gd name="connsiteX58" fmla="*/ 374904 w 561975"/>
              <a:gd name="connsiteY58" fmla="*/ 64770 h 400050"/>
              <a:gd name="connsiteX59" fmla="*/ 473964 w 561975"/>
              <a:gd name="connsiteY59" fmla="*/ 106013 h 400050"/>
              <a:gd name="connsiteX60" fmla="*/ 473964 w 561975"/>
              <a:gd name="connsiteY60" fmla="*/ 264795 h 400050"/>
              <a:gd name="connsiteX61" fmla="*/ 445961 w 561975"/>
              <a:gd name="connsiteY61" fmla="*/ 264795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61975" h="400050">
                <a:moveTo>
                  <a:pt x="511969" y="73819"/>
                </a:moveTo>
                <a:lnTo>
                  <a:pt x="559594" y="73819"/>
                </a:lnTo>
                <a:lnTo>
                  <a:pt x="559594" y="35719"/>
                </a:lnTo>
                <a:lnTo>
                  <a:pt x="473869" y="35719"/>
                </a:lnTo>
                <a:lnTo>
                  <a:pt x="473869" y="64770"/>
                </a:lnTo>
                <a:lnTo>
                  <a:pt x="382429" y="26670"/>
                </a:lnTo>
                <a:lnTo>
                  <a:pt x="292513" y="26670"/>
                </a:lnTo>
                <a:cubicBezTo>
                  <a:pt x="275463" y="26670"/>
                  <a:pt x="259461" y="33242"/>
                  <a:pt x="247364" y="45244"/>
                </a:cubicBezTo>
                <a:lnTo>
                  <a:pt x="92869" y="45244"/>
                </a:lnTo>
                <a:lnTo>
                  <a:pt x="92869" y="7144"/>
                </a:lnTo>
                <a:lnTo>
                  <a:pt x="7144" y="7144"/>
                </a:lnTo>
                <a:lnTo>
                  <a:pt x="7144" y="45244"/>
                </a:lnTo>
                <a:lnTo>
                  <a:pt x="54769" y="45244"/>
                </a:lnTo>
                <a:lnTo>
                  <a:pt x="54769" y="264319"/>
                </a:lnTo>
                <a:lnTo>
                  <a:pt x="7144" y="264319"/>
                </a:lnTo>
                <a:lnTo>
                  <a:pt x="7144" y="302419"/>
                </a:lnTo>
                <a:lnTo>
                  <a:pt x="92869" y="302419"/>
                </a:lnTo>
                <a:lnTo>
                  <a:pt x="92869" y="273844"/>
                </a:lnTo>
                <a:lnTo>
                  <a:pt x="110966" y="273844"/>
                </a:lnTo>
                <a:lnTo>
                  <a:pt x="162592" y="354997"/>
                </a:lnTo>
                <a:cubicBezTo>
                  <a:pt x="170593" y="367570"/>
                  <a:pt x="181833" y="377762"/>
                  <a:pt x="195167" y="384429"/>
                </a:cubicBezTo>
                <a:cubicBezTo>
                  <a:pt x="206693" y="390239"/>
                  <a:pt x="219266" y="393097"/>
                  <a:pt x="231934" y="393097"/>
                </a:cubicBezTo>
                <a:cubicBezTo>
                  <a:pt x="239839" y="393097"/>
                  <a:pt x="247841" y="391954"/>
                  <a:pt x="255651" y="389573"/>
                </a:cubicBezTo>
                <a:lnTo>
                  <a:pt x="381381" y="351854"/>
                </a:lnTo>
                <a:cubicBezTo>
                  <a:pt x="408241" y="343757"/>
                  <a:pt x="431387" y="326136"/>
                  <a:pt x="446532" y="302800"/>
                </a:cubicBezTo>
                <a:lnTo>
                  <a:pt x="473869" y="302800"/>
                </a:lnTo>
                <a:lnTo>
                  <a:pt x="473869" y="330899"/>
                </a:lnTo>
                <a:lnTo>
                  <a:pt x="559594" y="330899"/>
                </a:lnTo>
                <a:lnTo>
                  <a:pt x="559594" y="292799"/>
                </a:lnTo>
                <a:lnTo>
                  <a:pt x="511969" y="292799"/>
                </a:lnTo>
                <a:lnTo>
                  <a:pt x="511969" y="80582"/>
                </a:lnTo>
                <a:lnTo>
                  <a:pt x="511969" y="73819"/>
                </a:lnTo>
                <a:close/>
                <a:moveTo>
                  <a:pt x="370427" y="315468"/>
                </a:moveTo>
                <a:lnTo>
                  <a:pt x="244697" y="353187"/>
                </a:lnTo>
                <a:cubicBezTo>
                  <a:pt x="233839" y="356426"/>
                  <a:pt x="222314" y="355473"/>
                  <a:pt x="212217" y="350425"/>
                </a:cubicBezTo>
                <a:cubicBezTo>
                  <a:pt x="205074" y="346805"/>
                  <a:pt x="198977" y="341376"/>
                  <a:pt x="194691" y="334613"/>
                </a:cubicBezTo>
                <a:lnTo>
                  <a:pt x="131826" y="235839"/>
                </a:lnTo>
                <a:lnTo>
                  <a:pt x="92869" y="235839"/>
                </a:lnTo>
                <a:lnTo>
                  <a:pt x="92869" y="83439"/>
                </a:lnTo>
                <a:lnTo>
                  <a:pt x="209264" y="83439"/>
                </a:lnTo>
                <a:lnTo>
                  <a:pt x="132683" y="160020"/>
                </a:lnTo>
                <a:lnTo>
                  <a:pt x="156020" y="183547"/>
                </a:lnTo>
                <a:cubicBezTo>
                  <a:pt x="172212" y="199835"/>
                  <a:pt x="193739" y="208788"/>
                  <a:pt x="216694" y="208883"/>
                </a:cubicBezTo>
                <a:cubicBezTo>
                  <a:pt x="216694" y="208883"/>
                  <a:pt x="216694" y="208883"/>
                  <a:pt x="216694" y="208883"/>
                </a:cubicBezTo>
                <a:cubicBezTo>
                  <a:pt x="239649" y="208883"/>
                  <a:pt x="261175" y="199930"/>
                  <a:pt x="277368" y="183642"/>
                </a:cubicBezTo>
                <a:lnTo>
                  <a:pt x="300800" y="160115"/>
                </a:lnTo>
                <a:lnTo>
                  <a:pt x="330327" y="160115"/>
                </a:lnTo>
                <a:lnTo>
                  <a:pt x="413099" y="284321"/>
                </a:lnTo>
                <a:cubicBezTo>
                  <a:pt x="402907" y="298990"/>
                  <a:pt x="387858" y="310229"/>
                  <a:pt x="370427" y="315468"/>
                </a:cubicBezTo>
                <a:close/>
                <a:moveTo>
                  <a:pt x="445961" y="264795"/>
                </a:moveTo>
                <a:lnTo>
                  <a:pt x="350711" y="121920"/>
                </a:lnTo>
                <a:lnTo>
                  <a:pt x="284988" y="121920"/>
                </a:lnTo>
                <a:lnTo>
                  <a:pt x="250412" y="156686"/>
                </a:lnTo>
                <a:cubicBezTo>
                  <a:pt x="241459" y="165735"/>
                  <a:pt x="229458" y="170688"/>
                  <a:pt x="216789" y="170688"/>
                </a:cubicBezTo>
                <a:cubicBezTo>
                  <a:pt x="216789" y="170688"/>
                  <a:pt x="216789" y="170688"/>
                  <a:pt x="216789" y="170688"/>
                </a:cubicBezTo>
                <a:cubicBezTo>
                  <a:pt x="205645" y="170688"/>
                  <a:pt x="195167" y="166878"/>
                  <a:pt x="186690" y="159925"/>
                </a:cubicBezTo>
                <a:lnTo>
                  <a:pt x="274225" y="72390"/>
                </a:lnTo>
                <a:cubicBezTo>
                  <a:pt x="279082" y="67532"/>
                  <a:pt x="285655" y="64770"/>
                  <a:pt x="292608" y="64770"/>
                </a:cubicBezTo>
                <a:lnTo>
                  <a:pt x="374904" y="64770"/>
                </a:lnTo>
                <a:lnTo>
                  <a:pt x="473964" y="106013"/>
                </a:lnTo>
                <a:lnTo>
                  <a:pt x="473964" y="264795"/>
                </a:lnTo>
                <a:lnTo>
                  <a:pt x="445961" y="264795"/>
                </a:lnTo>
                <a:close/>
              </a:path>
            </a:pathLst>
          </a:custGeom>
          <a:solidFill>
            <a:schemeClr val="tx2"/>
          </a:solidFill>
          <a:ln w="9525" cap="flat">
            <a:noFill/>
            <a:prstDash val="solid"/>
            <a:miter/>
          </a:ln>
        </p:spPr>
        <p:txBody>
          <a:bodyPr rtlCol="0" anchor="ctr"/>
          <a:lstStyle/>
          <a:p>
            <a:endParaRPr lang="en-US"/>
          </a:p>
        </p:txBody>
      </p:sp>
      <p:sp>
        <p:nvSpPr>
          <p:cNvPr id="5" name="TextBox 1">
            <a:extLst>
              <a:ext uri="{FF2B5EF4-FFF2-40B4-BE49-F238E27FC236}">
                <a16:creationId xmlns:a16="http://schemas.microsoft.com/office/drawing/2014/main" id="{52AABD56-6552-074D-94DC-23E6C09730F8}"/>
              </a:ext>
            </a:extLst>
          </p:cNvPr>
          <p:cNvSpPr txBox="1"/>
          <p:nvPr/>
        </p:nvSpPr>
        <p:spPr>
          <a:xfrm>
            <a:off x="816708" y="5773766"/>
            <a:ext cx="514564" cy="215444"/>
          </a:xfrm>
          <a:prstGeom prst="rect">
            <a:avLst/>
          </a:prstGeom>
          <a:noFill/>
        </p:spPr>
        <p:txBody>
          <a:bodyPr wrap="none" lIns="0" rIns="0" rtlCol="0" anchor="ctr" anchorCtr="0">
            <a:noAutofit/>
          </a:bodyPr>
          <a:lstStyle/>
          <a:p>
            <a:pPr algn="ctr"/>
            <a:r>
              <a:rPr lang="en-US" sz="800"/>
              <a:t>Handshake</a:t>
            </a:r>
          </a:p>
        </p:txBody>
      </p:sp>
      <p:sp>
        <p:nvSpPr>
          <p:cNvPr id="14" name="Freeform: Shape 175">
            <a:extLst>
              <a:ext uri="{FF2B5EF4-FFF2-40B4-BE49-F238E27FC236}">
                <a16:creationId xmlns:a16="http://schemas.microsoft.com/office/drawing/2014/main" id="{4BBE248D-B8D0-534C-8F94-6FFF171B0D42}"/>
              </a:ext>
            </a:extLst>
          </p:cNvPr>
          <p:cNvSpPr>
            <a:spLocks noChangeAspect="1"/>
          </p:cNvSpPr>
          <p:nvPr/>
        </p:nvSpPr>
        <p:spPr>
          <a:xfrm>
            <a:off x="8942365" y="2264855"/>
            <a:ext cx="495300" cy="476250"/>
          </a:xfrm>
          <a:custGeom>
            <a:avLst/>
            <a:gdLst>
              <a:gd name="connsiteX0" fmla="*/ 254698 w 495300"/>
              <a:gd name="connsiteY0" fmla="*/ 477869 h 476250"/>
              <a:gd name="connsiteX1" fmla="*/ 445198 w 495300"/>
              <a:gd name="connsiteY1" fmla="*/ 477869 h 476250"/>
              <a:gd name="connsiteX2" fmla="*/ 445198 w 495300"/>
              <a:gd name="connsiteY2" fmla="*/ 287369 h 476250"/>
              <a:gd name="connsiteX3" fmla="*/ 254698 w 495300"/>
              <a:gd name="connsiteY3" fmla="*/ 287369 h 476250"/>
              <a:gd name="connsiteX4" fmla="*/ 254698 w 495300"/>
              <a:gd name="connsiteY4" fmla="*/ 477869 h 476250"/>
              <a:gd name="connsiteX5" fmla="*/ 292798 w 495300"/>
              <a:gd name="connsiteY5" fmla="*/ 325469 h 476250"/>
              <a:gd name="connsiteX6" fmla="*/ 407098 w 495300"/>
              <a:gd name="connsiteY6" fmla="*/ 325469 h 476250"/>
              <a:gd name="connsiteX7" fmla="*/ 407098 w 495300"/>
              <a:gd name="connsiteY7" fmla="*/ 439769 h 476250"/>
              <a:gd name="connsiteX8" fmla="*/ 292798 w 495300"/>
              <a:gd name="connsiteY8" fmla="*/ 439769 h 476250"/>
              <a:gd name="connsiteX9" fmla="*/ 292798 w 495300"/>
              <a:gd name="connsiteY9" fmla="*/ 325469 h 476250"/>
              <a:gd name="connsiteX10" fmla="*/ 496824 w 495300"/>
              <a:gd name="connsiteY10" fmla="*/ 34100 h 476250"/>
              <a:gd name="connsiteX11" fmla="*/ 469868 w 495300"/>
              <a:gd name="connsiteY11" fmla="*/ 7144 h 476250"/>
              <a:gd name="connsiteX12" fmla="*/ 437388 w 495300"/>
              <a:gd name="connsiteY12" fmla="*/ 39624 h 476250"/>
              <a:gd name="connsiteX13" fmla="*/ 254794 w 495300"/>
              <a:gd name="connsiteY13" fmla="*/ 39624 h 476250"/>
              <a:gd name="connsiteX14" fmla="*/ 254794 w 495300"/>
              <a:gd name="connsiteY14" fmla="*/ 230124 h 476250"/>
              <a:gd name="connsiteX15" fmla="*/ 445294 w 495300"/>
              <a:gd name="connsiteY15" fmla="*/ 230124 h 476250"/>
              <a:gd name="connsiteX16" fmla="*/ 445294 w 495300"/>
              <a:gd name="connsiteY16" fmla="*/ 85725 h 476250"/>
              <a:gd name="connsiteX17" fmla="*/ 496824 w 495300"/>
              <a:gd name="connsiteY17" fmla="*/ 34100 h 476250"/>
              <a:gd name="connsiteX18" fmla="*/ 407098 w 495300"/>
              <a:gd name="connsiteY18" fmla="*/ 192119 h 476250"/>
              <a:gd name="connsiteX19" fmla="*/ 292798 w 495300"/>
              <a:gd name="connsiteY19" fmla="*/ 192119 h 476250"/>
              <a:gd name="connsiteX20" fmla="*/ 292798 w 495300"/>
              <a:gd name="connsiteY20" fmla="*/ 77819 h 476250"/>
              <a:gd name="connsiteX21" fmla="*/ 399193 w 495300"/>
              <a:gd name="connsiteY21" fmla="*/ 77819 h 476250"/>
              <a:gd name="connsiteX22" fmla="*/ 349948 w 495300"/>
              <a:gd name="connsiteY22" fmla="*/ 127064 h 476250"/>
              <a:gd name="connsiteX23" fmla="*/ 325278 w 495300"/>
              <a:gd name="connsiteY23" fmla="*/ 102394 h 476250"/>
              <a:gd name="connsiteX24" fmla="*/ 298323 w 495300"/>
              <a:gd name="connsiteY24" fmla="*/ 129350 h 476250"/>
              <a:gd name="connsiteX25" fmla="*/ 349853 w 495300"/>
              <a:gd name="connsiteY25" fmla="*/ 180880 h 476250"/>
              <a:gd name="connsiteX26" fmla="*/ 407003 w 495300"/>
              <a:gd name="connsiteY26" fmla="*/ 123730 h 476250"/>
              <a:gd name="connsiteX27" fmla="*/ 407003 w 495300"/>
              <a:gd name="connsiteY27" fmla="*/ 192119 h 476250"/>
              <a:gd name="connsiteX28" fmla="*/ 222218 w 495300"/>
              <a:gd name="connsiteY28" fmla="*/ 254794 h 476250"/>
              <a:gd name="connsiteX29" fmla="*/ 189738 w 495300"/>
              <a:gd name="connsiteY29" fmla="*/ 287274 h 476250"/>
              <a:gd name="connsiteX30" fmla="*/ 7144 w 495300"/>
              <a:gd name="connsiteY30" fmla="*/ 287274 h 476250"/>
              <a:gd name="connsiteX31" fmla="*/ 7144 w 495300"/>
              <a:gd name="connsiteY31" fmla="*/ 477774 h 476250"/>
              <a:gd name="connsiteX32" fmla="*/ 197644 w 495300"/>
              <a:gd name="connsiteY32" fmla="*/ 477774 h 476250"/>
              <a:gd name="connsiteX33" fmla="*/ 197644 w 495300"/>
              <a:gd name="connsiteY33" fmla="*/ 333375 h 476250"/>
              <a:gd name="connsiteX34" fmla="*/ 249174 w 495300"/>
              <a:gd name="connsiteY34" fmla="*/ 281845 h 476250"/>
              <a:gd name="connsiteX35" fmla="*/ 222218 w 495300"/>
              <a:gd name="connsiteY35" fmla="*/ 254794 h 476250"/>
              <a:gd name="connsiteX36" fmla="*/ 159448 w 495300"/>
              <a:gd name="connsiteY36" fmla="*/ 439769 h 476250"/>
              <a:gd name="connsiteX37" fmla="*/ 45148 w 495300"/>
              <a:gd name="connsiteY37" fmla="*/ 439769 h 476250"/>
              <a:gd name="connsiteX38" fmla="*/ 45148 w 495300"/>
              <a:gd name="connsiteY38" fmla="*/ 325469 h 476250"/>
              <a:gd name="connsiteX39" fmla="*/ 151543 w 495300"/>
              <a:gd name="connsiteY39" fmla="*/ 325469 h 476250"/>
              <a:gd name="connsiteX40" fmla="*/ 102298 w 495300"/>
              <a:gd name="connsiteY40" fmla="*/ 374714 h 476250"/>
              <a:gd name="connsiteX41" fmla="*/ 77628 w 495300"/>
              <a:gd name="connsiteY41" fmla="*/ 350044 h 476250"/>
              <a:gd name="connsiteX42" fmla="*/ 50673 w 495300"/>
              <a:gd name="connsiteY42" fmla="*/ 377000 h 476250"/>
              <a:gd name="connsiteX43" fmla="*/ 102203 w 495300"/>
              <a:gd name="connsiteY43" fmla="*/ 428530 h 476250"/>
              <a:gd name="connsiteX44" fmla="*/ 159353 w 495300"/>
              <a:gd name="connsiteY44" fmla="*/ 371380 h 476250"/>
              <a:gd name="connsiteX45" fmla="*/ 159353 w 495300"/>
              <a:gd name="connsiteY45" fmla="*/ 439769 h 476250"/>
              <a:gd name="connsiteX46" fmla="*/ 189738 w 495300"/>
              <a:gd name="connsiteY46" fmla="*/ 39719 h 476250"/>
              <a:gd name="connsiteX47" fmla="*/ 7144 w 495300"/>
              <a:gd name="connsiteY47" fmla="*/ 39719 h 476250"/>
              <a:gd name="connsiteX48" fmla="*/ 7144 w 495300"/>
              <a:gd name="connsiteY48" fmla="*/ 230219 h 476250"/>
              <a:gd name="connsiteX49" fmla="*/ 197644 w 495300"/>
              <a:gd name="connsiteY49" fmla="*/ 230219 h 476250"/>
              <a:gd name="connsiteX50" fmla="*/ 197644 w 495300"/>
              <a:gd name="connsiteY50" fmla="*/ 85725 h 476250"/>
              <a:gd name="connsiteX51" fmla="*/ 249174 w 495300"/>
              <a:gd name="connsiteY51" fmla="*/ 34195 h 476250"/>
              <a:gd name="connsiteX52" fmla="*/ 222218 w 495300"/>
              <a:gd name="connsiteY52" fmla="*/ 7239 h 476250"/>
              <a:gd name="connsiteX53" fmla="*/ 189738 w 495300"/>
              <a:gd name="connsiteY53" fmla="*/ 39719 h 476250"/>
              <a:gd name="connsiteX54" fmla="*/ 159448 w 495300"/>
              <a:gd name="connsiteY54" fmla="*/ 192119 h 476250"/>
              <a:gd name="connsiteX55" fmla="*/ 45148 w 495300"/>
              <a:gd name="connsiteY55" fmla="*/ 192119 h 476250"/>
              <a:gd name="connsiteX56" fmla="*/ 45148 w 495300"/>
              <a:gd name="connsiteY56" fmla="*/ 77819 h 476250"/>
              <a:gd name="connsiteX57" fmla="*/ 151543 w 495300"/>
              <a:gd name="connsiteY57" fmla="*/ 77819 h 476250"/>
              <a:gd name="connsiteX58" fmla="*/ 102298 w 495300"/>
              <a:gd name="connsiteY58" fmla="*/ 127064 h 476250"/>
              <a:gd name="connsiteX59" fmla="*/ 77628 w 495300"/>
              <a:gd name="connsiteY59" fmla="*/ 102394 h 476250"/>
              <a:gd name="connsiteX60" fmla="*/ 50673 w 495300"/>
              <a:gd name="connsiteY60" fmla="*/ 129350 h 476250"/>
              <a:gd name="connsiteX61" fmla="*/ 102203 w 495300"/>
              <a:gd name="connsiteY61" fmla="*/ 180880 h 476250"/>
              <a:gd name="connsiteX62" fmla="*/ 159353 w 495300"/>
              <a:gd name="connsiteY62" fmla="*/ 123730 h 476250"/>
              <a:gd name="connsiteX63" fmla="*/ 159353 w 495300"/>
              <a:gd name="connsiteY63" fmla="*/ 192119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95300" h="476250">
                <a:moveTo>
                  <a:pt x="254698" y="477869"/>
                </a:moveTo>
                <a:lnTo>
                  <a:pt x="445198" y="477869"/>
                </a:lnTo>
                <a:lnTo>
                  <a:pt x="445198" y="287369"/>
                </a:lnTo>
                <a:lnTo>
                  <a:pt x="254698" y="287369"/>
                </a:lnTo>
                <a:lnTo>
                  <a:pt x="254698" y="477869"/>
                </a:lnTo>
                <a:close/>
                <a:moveTo>
                  <a:pt x="292798" y="325469"/>
                </a:moveTo>
                <a:lnTo>
                  <a:pt x="407098" y="325469"/>
                </a:lnTo>
                <a:lnTo>
                  <a:pt x="407098" y="439769"/>
                </a:lnTo>
                <a:lnTo>
                  <a:pt x="292798" y="439769"/>
                </a:lnTo>
                <a:lnTo>
                  <a:pt x="292798" y="325469"/>
                </a:lnTo>
                <a:close/>
                <a:moveTo>
                  <a:pt x="496824" y="34100"/>
                </a:moveTo>
                <a:lnTo>
                  <a:pt x="469868" y="7144"/>
                </a:lnTo>
                <a:lnTo>
                  <a:pt x="437388" y="39624"/>
                </a:lnTo>
                <a:lnTo>
                  <a:pt x="254794" y="39624"/>
                </a:lnTo>
                <a:lnTo>
                  <a:pt x="254794" y="230124"/>
                </a:lnTo>
                <a:lnTo>
                  <a:pt x="445294" y="230124"/>
                </a:lnTo>
                <a:lnTo>
                  <a:pt x="445294" y="85725"/>
                </a:lnTo>
                <a:lnTo>
                  <a:pt x="496824" y="34100"/>
                </a:lnTo>
                <a:close/>
                <a:moveTo>
                  <a:pt x="407098" y="192119"/>
                </a:moveTo>
                <a:lnTo>
                  <a:pt x="292798" y="192119"/>
                </a:lnTo>
                <a:lnTo>
                  <a:pt x="292798" y="77819"/>
                </a:lnTo>
                <a:lnTo>
                  <a:pt x="399193" y="77819"/>
                </a:lnTo>
                <a:lnTo>
                  <a:pt x="349948" y="127064"/>
                </a:lnTo>
                <a:lnTo>
                  <a:pt x="325278" y="102394"/>
                </a:lnTo>
                <a:lnTo>
                  <a:pt x="298323" y="129350"/>
                </a:lnTo>
                <a:lnTo>
                  <a:pt x="349853" y="180880"/>
                </a:lnTo>
                <a:lnTo>
                  <a:pt x="407003" y="123730"/>
                </a:lnTo>
                <a:lnTo>
                  <a:pt x="407003" y="192119"/>
                </a:lnTo>
                <a:close/>
                <a:moveTo>
                  <a:pt x="222218" y="254794"/>
                </a:moveTo>
                <a:lnTo>
                  <a:pt x="189738" y="287274"/>
                </a:lnTo>
                <a:lnTo>
                  <a:pt x="7144" y="287274"/>
                </a:lnTo>
                <a:lnTo>
                  <a:pt x="7144" y="477774"/>
                </a:lnTo>
                <a:lnTo>
                  <a:pt x="197644" y="477774"/>
                </a:lnTo>
                <a:lnTo>
                  <a:pt x="197644" y="333375"/>
                </a:lnTo>
                <a:lnTo>
                  <a:pt x="249174" y="281845"/>
                </a:lnTo>
                <a:lnTo>
                  <a:pt x="222218" y="254794"/>
                </a:lnTo>
                <a:close/>
                <a:moveTo>
                  <a:pt x="159448" y="439769"/>
                </a:moveTo>
                <a:lnTo>
                  <a:pt x="45148" y="439769"/>
                </a:lnTo>
                <a:lnTo>
                  <a:pt x="45148" y="325469"/>
                </a:lnTo>
                <a:lnTo>
                  <a:pt x="151543" y="325469"/>
                </a:lnTo>
                <a:lnTo>
                  <a:pt x="102298" y="374714"/>
                </a:lnTo>
                <a:lnTo>
                  <a:pt x="77628" y="350044"/>
                </a:lnTo>
                <a:lnTo>
                  <a:pt x="50673" y="377000"/>
                </a:lnTo>
                <a:lnTo>
                  <a:pt x="102203" y="428530"/>
                </a:lnTo>
                <a:lnTo>
                  <a:pt x="159353" y="371380"/>
                </a:lnTo>
                <a:lnTo>
                  <a:pt x="159353" y="439769"/>
                </a:lnTo>
                <a:close/>
                <a:moveTo>
                  <a:pt x="189738" y="39719"/>
                </a:moveTo>
                <a:lnTo>
                  <a:pt x="7144" y="39719"/>
                </a:lnTo>
                <a:lnTo>
                  <a:pt x="7144" y="230219"/>
                </a:lnTo>
                <a:lnTo>
                  <a:pt x="197644" y="230219"/>
                </a:lnTo>
                <a:lnTo>
                  <a:pt x="197644" y="85725"/>
                </a:lnTo>
                <a:lnTo>
                  <a:pt x="249174" y="34195"/>
                </a:lnTo>
                <a:lnTo>
                  <a:pt x="222218" y="7239"/>
                </a:lnTo>
                <a:lnTo>
                  <a:pt x="189738" y="39719"/>
                </a:lnTo>
                <a:close/>
                <a:moveTo>
                  <a:pt x="159448" y="192119"/>
                </a:moveTo>
                <a:lnTo>
                  <a:pt x="45148" y="192119"/>
                </a:lnTo>
                <a:lnTo>
                  <a:pt x="45148" y="77819"/>
                </a:lnTo>
                <a:lnTo>
                  <a:pt x="151543" y="77819"/>
                </a:lnTo>
                <a:lnTo>
                  <a:pt x="102298" y="127064"/>
                </a:lnTo>
                <a:lnTo>
                  <a:pt x="77628" y="102394"/>
                </a:lnTo>
                <a:lnTo>
                  <a:pt x="50673" y="129350"/>
                </a:lnTo>
                <a:lnTo>
                  <a:pt x="102203" y="180880"/>
                </a:lnTo>
                <a:lnTo>
                  <a:pt x="159353" y="123730"/>
                </a:lnTo>
                <a:lnTo>
                  <a:pt x="159353" y="192119"/>
                </a:lnTo>
                <a:close/>
              </a:path>
            </a:pathLst>
          </a:custGeom>
          <a:solidFill>
            <a:schemeClr val="tx2"/>
          </a:solidFill>
          <a:ln w="9525" cap="flat">
            <a:noFill/>
            <a:prstDash val="solid"/>
            <a:miter/>
          </a:ln>
        </p:spPr>
        <p:txBody>
          <a:bodyPr rtlCol="0" anchor="ctr"/>
          <a:lstStyle/>
          <a:p>
            <a:endParaRPr lang="en-US"/>
          </a:p>
        </p:txBody>
      </p:sp>
      <p:sp>
        <p:nvSpPr>
          <p:cNvPr id="15" name="TextBox 2">
            <a:extLst>
              <a:ext uri="{FF2B5EF4-FFF2-40B4-BE49-F238E27FC236}">
                <a16:creationId xmlns:a16="http://schemas.microsoft.com/office/drawing/2014/main" id="{E2AEFB38-BDC2-C644-B6F2-767244981249}"/>
              </a:ext>
            </a:extLst>
          </p:cNvPr>
          <p:cNvSpPr txBox="1"/>
          <p:nvPr/>
        </p:nvSpPr>
        <p:spPr>
          <a:xfrm>
            <a:off x="8901475" y="2788008"/>
            <a:ext cx="577081" cy="215444"/>
          </a:xfrm>
          <a:prstGeom prst="rect">
            <a:avLst/>
          </a:prstGeom>
          <a:noFill/>
        </p:spPr>
        <p:txBody>
          <a:bodyPr wrap="none" lIns="0" rIns="0" rtlCol="0" anchor="ctr" anchorCtr="0">
            <a:noAutofit/>
          </a:bodyPr>
          <a:lstStyle/>
          <a:p>
            <a:pPr algn="ctr"/>
            <a:r>
              <a:rPr lang="en-US" sz="800"/>
              <a:t>Checkboxes</a:t>
            </a:r>
          </a:p>
        </p:txBody>
      </p:sp>
      <p:sp>
        <p:nvSpPr>
          <p:cNvPr id="28" name="Freeform: Shape 174">
            <a:extLst>
              <a:ext uri="{FF2B5EF4-FFF2-40B4-BE49-F238E27FC236}">
                <a16:creationId xmlns:a16="http://schemas.microsoft.com/office/drawing/2014/main" id="{2B806696-F0D9-6C4E-8456-D6AC45955BF5}"/>
              </a:ext>
            </a:extLst>
          </p:cNvPr>
          <p:cNvSpPr>
            <a:spLocks noChangeAspect="1"/>
          </p:cNvSpPr>
          <p:nvPr/>
        </p:nvSpPr>
        <p:spPr>
          <a:xfrm>
            <a:off x="8006657" y="2231518"/>
            <a:ext cx="542925" cy="542925"/>
          </a:xfrm>
          <a:custGeom>
            <a:avLst/>
            <a:gdLst>
              <a:gd name="connsiteX0" fmla="*/ 376809 w 542925"/>
              <a:gd name="connsiteY0" fmla="*/ 176022 h 542925"/>
              <a:gd name="connsiteX1" fmla="*/ 405956 w 542925"/>
              <a:gd name="connsiteY1" fmla="*/ 200501 h 542925"/>
              <a:gd name="connsiteX2" fmla="*/ 251555 w 542925"/>
              <a:gd name="connsiteY2" fmla="*/ 384429 h 542925"/>
              <a:gd name="connsiteX3" fmla="*/ 144971 w 542925"/>
              <a:gd name="connsiteY3" fmla="*/ 294989 h 542925"/>
              <a:gd name="connsiteX4" fmla="*/ 169450 w 542925"/>
              <a:gd name="connsiteY4" fmla="*/ 265843 h 542925"/>
              <a:gd name="connsiteX5" fmla="*/ 246888 w 542925"/>
              <a:gd name="connsiteY5" fmla="*/ 330803 h 542925"/>
              <a:gd name="connsiteX6" fmla="*/ 376809 w 542925"/>
              <a:gd name="connsiteY6" fmla="*/ 176022 h 542925"/>
              <a:gd name="connsiteX7" fmla="*/ 540544 w 542925"/>
              <a:gd name="connsiteY7" fmla="*/ 273844 h 542925"/>
              <a:gd name="connsiteX8" fmla="*/ 273844 w 542925"/>
              <a:gd name="connsiteY8" fmla="*/ 540544 h 542925"/>
              <a:gd name="connsiteX9" fmla="*/ 7144 w 542925"/>
              <a:gd name="connsiteY9" fmla="*/ 273844 h 542925"/>
              <a:gd name="connsiteX10" fmla="*/ 273844 w 542925"/>
              <a:gd name="connsiteY10" fmla="*/ 7144 h 542925"/>
              <a:gd name="connsiteX11" fmla="*/ 540544 w 542925"/>
              <a:gd name="connsiteY11" fmla="*/ 273844 h 542925"/>
              <a:gd name="connsiteX12" fmla="*/ 502444 w 542925"/>
              <a:gd name="connsiteY12" fmla="*/ 273844 h 542925"/>
              <a:gd name="connsiteX13" fmla="*/ 273844 w 542925"/>
              <a:gd name="connsiteY13" fmla="*/ 45244 h 542925"/>
              <a:gd name="connsiteX14" fmla="*/ 45244 w 542925"/>
              <a:gd name="connsiteY14" fmla="*/ 273844 h 542925"/>
              <a:gd name="connsiteX15" fmla="*/ 273844 w 542925"/>
              <a:gd name="connsiteY15" fmla="*/ 502444 h 542925"/>
              <a:gd name="connsiteX16" fmla="*/ 502444 w 542925"/>
              <a:gd name="connsiteY16" fmla="*/ 2738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2925" h="542925">
                <a:moveTo>
                  <a:pt x="376809" y="176022"/>
                </a:moveTo>
                <a:lnTo>
                  <a:pt x="405956" y="200501"/>
                </a:lnTo>
                <a:lnTo>
                  <a:pt x="251555" y="384429"/>
                </a:lnTo>
                <a:lnTo>
                  <a:pt x="144971" y="294989"/>
                </a:lnTo>
                <a:lnTo>
                  <a:pt x="169450" y="265843"/>
                </a:lnTo>
                <a:lnTo>
                  <a:pt x="246888" y="330803"/>
                </a:lnTo>
                <a:lnTo>
                  <a:pt x="376809" y="176022"/>
                </a:lnTo>
                <a:close/>
                <a:moveTo>
                  <a:pt x="540544" y="273844"/>
                </a:moveTo>
                <a:cubicBezTo>
                  <a:pt x="540544" y="421100"/>
                  <a:pt x="421100" y="540544"/>
                  <a:pt x="273844" y="540544"/>
                </a:cubicBezTo>
                <a:cubicBezTo>
                  <a:pt x="126587" y="540544"/>
                  <a:pt x="7144" y="421100"/>
                  <a:pt x="7144" y="273844"/>
                </a:cubicBezTo>
                <a:cubicBezTo>
                  <a:pt x="7144" y="126587"/>
                  <a:pt x="126587" y="7144"/>
                  <a:pt x="273844" y="7144"/>
                </a:cubicBezTo>
                <a:cubicBezTo>
                  <a:pt x="421196" y="7144"/>
                  <a:pt x="540544" y="126587"/>
                  <a:pt x="540544" y="273844"/>
                </a:cubicBezTo>
                <a:close/>
                <a:moveTo>
                  <a:pt x="502444" y="273844"/>
                </a:moveTo>
                <a:cubicBezTo>
                  <a:pt x="502444" y="147828"/>
                  <a:pt x="399860" y="45244"/>
                  <a:pt x="273844" y="45244"/>
                </a:cubicBezTo>
                <a:cubicBezTo>
                  <a:pt x="147828" y="45244"/>
                  <a:pt x="45244" y="147828"/>
                  <a:pt x="45244" y="273844"/>
                </a:cubicBezTo>
                <a:cubicBezTo>
                  <a:pt x="45244" y="399860"/>
                  <a:pt x="147828" y="502444"/>
                  <a:pt x="273844" y="502444"/>
                </a:cubicBezTo>
                <a:cubicBezTo>
                  <a:pt x="399955" y="502444"/>
                  <a:pt x="502444" y="399860"/>
                  <a:pt x="502444" y="273844"/>
                </a:cubicBezTo>
                <a:close/>
              </a:path>
            </a:pathLst>
          </a:custGeom>
          <a:solidFill>
            <a:schemeClr val="tx2"/>
          </a:solidFill>
          <a:ln w="9525" cap="flat">
            <a:noFill/>
            <a:prstDash val="solid"/>
            <a:miter/>
          </a:ln>
        </p:spPr>
        <p:txBody>
          <a:bodyPr rtlCol="0" anchor="ctr"/>
          <a:lstStyle/>
          <a:p>
            <a:endParaRPr lang="en-US"/>
          </a:p>
        </p:txBody>
      </p:sp>
      <p:sp>
        <p:nvSpPr>
          <p:cNvPr id="29" name="TextBox 3">
            <a:extLst>
              <a:ext uri="{FF2B5EF4-FFF2-40B4-BE49-F238E27FC236}">
                <a16:creationId xmlns:a16="http://schemas.microsoft.com/office/drawing/2014/main" id="{E0298173-BDDD-754B-A6B9-62957805ED5F}"/>
              </a:ext>
            </a:extLst>
          </p:cNvPr>
          <p:cNvSpPr txBox="1"/>
          <p:nvPr/>
        </p:nvSpPr>
        <p:spPr>
          <a:xfrm>
            <a:off x="7994387" y="2788008"/>
            <a:ext cx="567463" cy="215444"/>
          </a:xfrm>
          <a:prstGeom prst="rect">
            <a:avLst/>
          </a:prstGeom>
          <a:noFill/>
        </p:spPr>
        <p:txBody>
          <a:bodyPr wrap="none" lIns="0" rIns="0" rtlCol="0" anchor="ctr" anchorCtr="0">
            <a:noAutofit/>
          </a:bodyPr>
          <a:lstStyle/>
          <a:p>
            <a:pPr algn="ctr"/>
            <a:r>
              <a:rPr lang="en-US" sz="800"/>
              <a:t>Check circle</a:t>
            </a:r>
          </a:p>
        </p:txBody>
      </p:sp>
      <p:sp>
        <p:nvSpPr>
          <p:cNvPr id="37" name="Freeform: Shape 50">
            <a:extLst>
              <a:ext uri="{FF2B5EF4-FFF2-40B4-BE49-F238E27FC236}">
                <a16:creationId xmlns:a16="http://schemas.microsoft.com/office/drawing/2014/main" id="{C47A9F15-0BAE-B74B-AC0F-9E8E657711FE}"/>
              </a:ext>
            </a:extLst>
          </p:cNvPr>
          <p:cNvSpPr>
            <a:spLocks noChangeAspect="1"/>
          </p:cNvSpPr>
          <p:nvPr/>
        </p:nvSpPr>
        <p:spPr>
          <a:xfrm>
            <a:off x="2651233" y="2245805"/>
            <a:ext cx="466725" cy="514350"/>
          </a:xfrm>
          <a:custGeom>
            <a:avLst/>
            <a:gdLst>
              <a:gd name="connsiteX0" fmla="*/ 369094 w 466725"/>
              <a:gd name="connsiteY0" fmla="*/ 45244 h 514350"/>
              <a:gd name="connsiteX1" fmla="*/ 369094 w 466725"/>
              <a:gd name="connsiteY1" fmla="*/ 7144 h 514350"/>
              <a:gd name="connsiteX2" fmla="*/ 330994 w 466725"/>
              <a:gd name="connsiteY2" fmla="*/ 7144 h 514350"/>
              <a:gd name="connsiteX3" fmla="*/ 330994 w 466725"/>
              <a:gd name="connsiteY3" fmla="*/ 45244 h 514350"/>
              <a:gd name="connsiteX4" fmla="*/ 140494 w 466725"/>
              <a:gd name="connsiteY4" fmla="*/ 45244 h 514350"/>
              <a:gd name="connsiteX5" fmla="*/ 140494 w 466725"/>
              <a:gd name="connsiteY5" fmla="*/ 7144 h 514350"/>
              <a:gd name="connsiteX6" fmla="*/ 102394 w 466725"/>
              <a:gd name="connsiteY6" fmla="*/ 7144 h 514350"/>
              <a:gd name="connsiteX7" fmla="*/ 102394 w 466725"/>
              <a:gd name="connsiteY7" fmla="*/ 45244 h 514350"/>
              <a:gd name="connsiteX8" fmla="*/ 7144 w 466725"/>
              <a:gd name="connsiteY8" fmla="*/ 45244 h 514350"/>
              <a:gd name="connsiteX9" fmla="*/ 7144 w 466725"/>
              <a:gd name="connsiteY9" fmla="*/ 511969 h 514350"/>
              <a:gd name="connsiteX10" fmla="*/ 464344 w 466725"/>
              <a:gd name="connsiteY10" fmla="*/ 511969 h 514350"/>
              <a:gd name="connsiteX11" fmla="*/ 464344 w 466725"/>
              <a:gd name="connsiteY11" fmla="*/ 45244 h 514350"/>
              <a:gd name="connsiteX12" fmla="*/ 369094 w 466725"/>
              <a:gd name="connsiteY12" fmla="*/ 45244 h 514350"/>
              <a:gd name="connsiteX13" fmla="*/ 102394 w 466725"/>
              <a:gd name="connsiteY13" fmla="*/ 83344 h 514350"/>
              <a:gd name="connsiteX14" fmla="*/ 102394 w 466725"/>
              <a:gd name="connsiteY14" fmla="*/ 121444 h 514350"/>
              <a:gd name="connsiteX15" fmla="*/ 140494 w 466725"/>
              <a:gd name="connsiteY15" fmla="*/ 121444 h 514350"/>
              <a:gd name="connsiteX16" fmla="*/ 140494 w 466725"/>
              <a:gd name="connsiteY16" fmla="*/ 83344 h 514350"/>
              <a:gd name="connsiteX17" fmla="*/ 330994 w 466725"/>
              <a:gd name="connsiteY17" fmla="*/ 83344 h 514350"/>
              <a:gd name="connsiteX18" fmla="*/ 330994 w 466725"/>
              <a:gd name="connsiteY18" fmla="*/ 121444 h 514350"/>
              <a:gd name="connsiteX19" fmla="*/ 369094 w 466725"/>
              <a:gd name="connsiteY19" fmla="*/ 121444 h 514350"/>
              <a:gd name="connsiteX20" fmla="*/ 369094 w 466725"/>
              <a:gd name="connsiteY20" fmla="*/ 83344 h 514350"/>
              <a:gd name="connsiteX21" fmla="*/ 426244 w 466725"/>
              <a:gd name="connsiteY21" fmla="*/ 83344 h 514350"/>
              <a:gd name="connsiteX22" fmla="*/ 426244 w 466725"/>
              <a:gd name="connsiteY22" fmla="*/ 157925 h 514350"/>
              <a:gd name="connsiteX23" fmla="*/ 45244 w 466725"/>
              <a:gd name="connsiteY23" fmla="*/ 157925 h 514350"/>
              <a:gd name="connsiteX24" fmla="*/ 45244 w 466725"/>
              <a:gd name="connsiteY24" fmla="*/ 83344 h 514350"/>
              <a:gd name="connsiteX25" fmla="*/ 102394 w 466725"/>
              <a:gd name="connsiteY25" fmla="*/ 83344 h 514350"/>
              <a:gd name="connsiteX26" fmla="*/ 45244 w 466725"/>
              <a:gd name="connsiteY26" fmla="*/ 473869 h 514350"/>
              <a:gd name="connsiteX27" fmla="*/ 45244 w 466725"/>
              <a:gd name="connsiteY27" fmla="*/ 196025 h 514350"/>
              <a:gd name="connsiteX28" fmla="*/ 426244 w 466725"/>
              <a:gd name="connsiteY28" fmla="*/ 196025 h 514350"/>
              <a:gd name="connsiteX29" fmla="*/ 426244 w 466725"/>
              <a:gd name="connsiteY29" fmla="*/ 473869 h 514350"/>
              <a:gd name="connsiteX30" fmla="*/ 45244 w 466725"/>
              <a:gd name="connsiteY30" fmla="*/ 473869 h 514350"/>
              <a:gd name="connsiteX31" fmla="*/ 254794 w 466725"/>
              <a:gd name="connsiteY31" fmla="*/ 235744 h 514350"/>
              <a:gd name="connsiteX32" fmla="*/ 302419 w 466725"/>
              <a:gd name="connsiteY32" fmla="*/ 235744 h 514350"/>
              <a:gd name="connsiteX33" fmla="*/ 302419 w 466725"/>
              <a:gd name="connsiteY33" fmla="*/ 283369 h 514350"/>
              <a:gd name="connsiteX34" fmla="*/ 254794 w 466725"/>
              <a:gd name="connsiteY34" fmla="*/ 283369 h 514350"/>
              <a:gd name="connsiteX35" fmla="*/ 254794 w 466725"/>
              <a:gd name="connsiteY35" fmla="*/ 235744 h 514350"/>
              <a:gd name="connsiteX36" fmla="*/ 340519 w 466725"/>
              <a:gd name="connsiteY36" fmla="*/ 235744 h 514350"/>
              <a:gd name="connsiteX37" fmla="*/ 388144 w 466725"/>
              <a:gd name="connsiteY37" fmla="*/ 235744 h 514350"/>
              <a:gd name="connsiteX38" fmla="*/ 388144 w 466725"/>
              <a:gd name="connsiteY38" fmla="*/ 283369 h 514350"/>
              <a:gd name="connsiteX39" fmla="*/ 340519 w 466725"/>
              <a:gd name="connsiteY39" fmla="*/ 283369 h 514350"/>
              <a:gd name="connsiteX40" fmla="*/ 340519 w 466725"/>
              <a:gd name="connsiteY40" fmla="*/ 235744 h 514350"/>
              <a:gd name="connsiteX41" fmla="*/ 169069 w 466725"/>
              <a:gd name="connsiteY41" fmla="*/ 235744 h 514350"/>
              <a:gd name="connsiteX42" fmla="*/ 216694 w 466725"/>
              <a:gd name="connsiteY42" fmla="*/ 235744 h 514350"/>
              <a:gd name="connsiteX43" fmla="*/ 216694 w 466725"/>
              <a:gd name="connsiteY43" fmla="*/ 283369 h 514350"/>
              <a:gd name="connsiteX44" fmla="*/ 169069 w 466725"/>
              <a:gd name="connsiteY44" fmla="*/ 283369 h 514350"/>
              <a:gd name="connsiteX45" fmla="*/ 169069 w 466725"/>
              <a:gd name="connsiteY45" fmla="*/ 235744 h 514350"/>
              <a:gd name="connsiteX46" fmla="*/ 254794 w 466725"/>
              <a:gd name="connsiteY46" fmla="*/ 311944 h 514350"/>
              <a:gd name="connsiteX47" fmla="*/ 302419 w 466725"/>
              <a:gd name="connsiteY47" fmla="*/ 311944 h 514350"/>
              <a:gd name="connsiteX48" fmla="*/ 302419 w 466725"/>
              <a:gd name="connsiteY48" fmla="*/ 359569 h 514350"/>
              <a:gd name="connsiteX49" fmla="*/ 254794 w 466725"/>
              <a:gd name="connsiteY49" fmla="*/ 359569 h 514350"/>
              <a:gd name="connsiteX50" fmla="*/ 254794 w 466725"/>
              <a:gd name="connsiteY50" fmla="*/ 311944 h 514350"/>
              <a:gd name="connsiteX51" fmla="*/ 340519 w 466725"/>
              <a:gd name="connsiteY51" fmla="*/ 311944 h 514350"/>
              <a:gd name="connsiteX52" fmla="*/ 388144 w 466725"/>
              <a:gd name="connsiteY52" fmla="*/ 311944 h 514350"/>
              <a:gd name="connsiteX53" fmla="*/ 388144 w 466725"/>
              <a:gd name="connsiteY53" fmla="*/ 359569 h 514350"/>
              <a:gd name="connsiteX54" fmla="*/ 340519 w 466725"/>
              <a:gd name="connsiteY54" fmla="*/ 359569 h 514350"/>
              <a:gd name="connsiteX55" fmla="*/ 340519 w 466725"/>
              <a:gd name="connsiteY55" fmla="*/ 311944 h 514350"/>
              <a:gd name="connsiteX56" fmla="*/ 83344 w 466725"/>
              <a:gd name="connsiteY56" fmla="*/ 311944 h 514350"/>
              <a:gd name="connsiteX57" fmla="*/ 130969 w 466725"/>
              <a:gd name="connsiteY57" fmla="*/ 311944 h 514350"/>
              <a:gd name="connsiteX58" fmla="*/ 130969 w 466725"/>
              <a:gd name="connsiteY58" fmla="*/ 359569 h 514350"/>
              <a:gd name="connsiteX59" fmla="*/ 83344 w 466725"/>
              <a:gd name="connsiteY59" fmla="*/ 359569 h 514350"/>
              <a:gd name="connsiteX60" fmla="*/ 83344 w 466725"/>
              <a:gd name="connsiteY60" fmla="*/ 311944 h 514350"/>
              <a:gd name="connsiteX61" fmla="*/ 169069 w 466725"/>
              <a:gd name="connsiteY61" fmla="*/ 311944 h 514350"/>
              <a:gd name="connsiteX62" fmla="*/ 216694 w 466725"/>
              <a:gd name="connsiteY62" fmla="*/ 311944 h 514350"/>
              <a:gd name="connsiteX63" fmla="*/ 216694 w 466725"/>
              <a:gd name="connsiteY63" fmla="*/ 359569 h 514350"/>
              <a:gd name="connsiteX64" fmla="*/ 169069 w 466725"/>
              <a:gd name="connsiteY64" fmla="*/ 359569 h 514350"/>
              <a:gd name="connsiteX65" fmla="*/ 169069 w 466725"/>
              <a:gd name="connsiteY65" fmla="*/ 311944 h 514350"/>
              <a:gd name="connsiteX66" fmla="*/ 83344 w 466725"/>
              <a:gd name="connsiteY66" fmla="*/ 388144 h 514350"/>
              <a:gd name="connsiteX67" fmla="*/ 130969 w 466725"/>
              <a:gd name="connsiteY67" fmla="*/ 388144 h 514350"/>
              <a:gd name="connsiteX68" fmla="*/ 130969 w 466725"/>
              <a:gd name="connsiteY68" fmla="*/ 435769 h 514350"/>
              <a:gd name="connsiteX69" fmla="*/ 83344 w 466725"/>
              <a:gd name="connsiteY69" fmla="*/ 435769 h 514350"/>
              <a:gd name="connsiteX70" fmla="*/ 83344 w 466725"/>
              <a:gd name="connsiteY70" fmla="*/ 388144 h 514350"/>
              <a:gd name="connsiteX71" fmla="*/ 169069 w 466725"/>
              <a:gd name="connsiteY71" fmla="*/ 388144 h 514350"/>
              <a:gd name="connsiteX72" fmla="*/ 216694 w 466725"/>
              <a:gd name="connsiteY72" fmla="*/ 388144 h 514350"/>
              <a:gd name="connsiteX73" fmla="*/ 216694 w 466725"/>
              <a:gd name="connsiteY73" fmla="*/ 435769 h 514350"/>
              <a:gd name="connsiteX74" fmla="*/ 169069 w 466725"/>
              <a:gd name="connsiteY74" fmla="*/ 435769 h 514350"/>
              <a:gd name="connsiteX75" fmla="*/ 169069 w 466725"/>
              <a:gd name="connsiteY75" fmla="*/ 388144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66725" h="514350">
                <a:moveTo>
                  <a:pt x="369094" y="45244"/>
                </a:moveTo>
                <a:lnTo>
                  <a:pt x="369094" y="7144"/>
                </a:lnTo>
                <a:lnTo>
                  <a:pt x="330994" y="7144"/>
                </a:lnTo>
                <a:lnTo>
                  <a:pt x="330994" y="45244"/>
                </a:lnTo>
                <a:lnTo>
                  <a:pt x="140494" y="45244"/>
                </a:lnTo>
                <a:lnTo>
                  <a:pt x="140494" y="7144"/>
                </a:lnTo>
                <a:lnTo>
                  <a:pt x="102394" y="7144"/>
                </a:lnTo>
                <a:lnTo>
                  <a:pt x="102394" y="45244"/>
                </a:lnTo>
                <a:lnTo>
                  <a:pt x="7144" y="45244"/>
                </a:lnTo>
                <a:lnTo>
                  <a:pt x="7144" y="511969"/>
                </a:lnTo>
                <a:lnTo>
                  <a:pt x="464344" y="511969"/>
                </a:lnTo>
                <a:lnTo>
                  <a:pt x="464344" y="45244"/>
                </a:lnTo>
                <a:lnTo>
                  <a:pt x="369094" y="45244"/>
                </a:lnTo>
                <a:close/>
                <a:moveTo>
                  <a:pt x="102394" y="83344"/>
                </a:moveTo>
                <a:lnTo>
                  <a:pt x="102394" y="121444"/>
                </a:lnTo>
                <a:lnTo>
                  <a:pt x="140494" y="121444"/>
                </a:lnTo>
                <a:lnTo>
                  <a:pt x="140494" y="83344"/>
                </a:lnTo>
                <a:lnTo>
                  <a:pt x="330994" y="83344"/>
                </a:lnTo>
                <a:lnTo>
                  <a:pt x="330994" y="121444"/>
                </a:lnTo>
                <a:lnTo>
                  <a:pt x="369094" y="121444"/>
                </a:lnTo>
                <a:lnTo>
                  <a:pt x="369094" y="83344"/>
                </a:lnTo>
                <a:lnTo>
                  <a:pt x="426244" y="83344"/>
                </a:lnTo>
                <a:lnTo>
                  <a:pt x="426244" y="157925"/>
                </a:lnTo>
                <a:lnTo>
                  <a:pt x="45244" y="157925"/>
                </a:lnTo>
                <a:lnTo>
                  <a:pt x="45244" y="83344"/>
                </a:lnTo>
                <a:lnTo>
                  <a:pt x="102394" y="83344"/>
                </a:lnTo>
                <a:close/>
                <a:moveTo>
                  <a:pt x="45244" y="473869"/>
                </a:moveTo>
                <a:lnTo>
                  <a:pt x="45244" y="196025"/>
                </a:lnTo>
                <a:lnTo>
                  <a:pt x="426244" y="196025"/>
                </a:lnTo>
                <a:lnTo>
                  <a:pt x="426244" y="473869"/>
                </a:lnTo>
                <a:lnTo>
                  <a:pt x="45244" y="473869"/>
                </a:lnTo>
                <a:close/>
                <a:moveTo>
                  <a:pt x="254794" y="235744"/>
                </a:moveTo>
                <a:lnTo>
                  <a:pt x="302419" y="235744"/>
                </a:lnTo>
                <a:lnTo>
                  <a:pt x="302419" y="283369"/>
                </a:lnTo>
                <a:lnTo>
                  <a:pt x="254794" y="283369"/>
                </a:lnTo>
                <a:lnTo>
                  <a:pt x="254794" y="235744"/>
                </a:lnTo>
                <a:close/>
                <a:moveTo>
                  <a:pt x="340519" y="235744"/>
                </a:moveTo>
                <a:lnTo>
                  <a:pt x="388144" y="235744"/>
                </a:lnTo>
                <a:lnTo>
                  <a:pt x="388144" y="283369"/>
                </a:lnTo>
                <a:lnTo>
                  <a:pt x="340519" y="283369"/>
                </a:lnTo>
                <a:lnTo>
                  <a:pt x="340519" y="235744"/>
                </a:lnTo>
                <a:close/>
                <a:moveTo>
                  <a:pt x="169069" y="235744"/>
                </a:moveTo>
                <a:lnTo>
                  <a:pt x="216694" y="235744"/>
                </a:lnTo>
                <a:lnTo>
                  <a:pt x="216694" y="283369"/>
                </a:lnTo>
                <a:lnTo>
                  <a:pt x="169069" y="283369"/>
                </a:lnTo>
                <a:lnTo>
                  <a:pt x="169069" y="235744"/>
                </a:lnTo>
                <a:close/>
                <a:moveTo>
                  <a:pt x="254794" y="311944"/>
                </a:moveTo>
                <a:lnTo>
                  <a:pt x="302419" y="311944"/>
                </a:lnTo>
                <a:lnTo>
                  <a:pt x="302419" y="359569"/>
                </a:lnTo>
                <a:lnTo>
                  <a:pt x="254794" y="359569"/>
                </a:lnTo>
                <a:lnTo>
                  <a:pt x="254794" y="311944"/>
                </a:lnTo>
                <a:close/>
                <a:moveTo>
                  <a:pt x="340519" y="311944"/>
                </a:moveTo>
                <a:lnTo>
                  <a:pt x="388144" y="311944"/>
                </a:lnTo>
                <a:lnTo>
                  <a:pt x="388144" y="359569"/>
                </a:lnTo>
                <a:lnTo>
                  <a:pt x="340519" y="359569"/>
                </a:lnTo>
                <a:lnTo>
                  <a:pt x="340519" y="311944"/>
                </a:lnTo>
                <a:close/>
                <a:moveTo>
                  <a:pt x="83344" y="311944"/>
                </a:moveTo>
                <a:lnTo>
                  <a:pt x="130969" y="311944"/>
                </a:lnTo>
                <a:lnTo>
                  <a:pt x="130969" y="359569"/>
                </a:lnTo>
                <a:lnTo>
                  <a:pt x="83344" y="359569"/>
                </a:lnTo>
                <a:lnTo>
                  <a:pt x="83344" y="311944"/>
                </a:lnTo>
                <a:close/>
                <a:moveTo>
                  <a:pt x="169069" y="311944"/>
                </a:moveTo>
                <a:lnTo>
                  <a:pt x="216694" y="311944"/>
                </a:lnTo>
                <a:lnTo>
                  <a:pt x="216694" y="359569"/>
                </a:lnTo>
                <a:lnTo>
                  <a:pt x="169069" y="359569"/>
                </a:lnTo>
                <a:lnTo>
                  <a:pt x="169069" y="311944"/>
                </a:lnTo>
                <a:close/>
                <a:moveTo>
                  <a:pt x="83344" y="388144"/>
                </a:moveTo>
                <a:lnTo>
                  <a:pt x="130969" y="388144"/>
                </a:lnTo>
                <a:lnTo>
                  <a:pt x="130969" y="435769"/>
                </a:lnTo>
                <a:lnTo>
                  <a:pt x="83344" y="435769"/>
                </a:lnTo>
                <a:lnTo>
                  <a:pt x="83344" y="388144"/>
                </a:lnTo>
                <a:close/>
                <a:moveTo>
                  <a:pt x="169069" y="388144"/>
                </a:moveTo>
                <a:lnTo>
                  <a:pt x="216694" y="388144"/>
                </a:lnTo>
                <a:lnTo>
                  <a:pt x="216694" y="435769"/>
                </a:lnTo>
                <a:lnTo>
                  <a:pt x="169069" y="435769"/>
                </a:lnTo>
                <a:lnTo>
                  <a:pt x="169069" y="388144"/>
                </a:lnTo>
                <a:close/>
              </a:path>
            </a:pathLst>
          </a:custGeom>
          <a:solidFill>
            <a:schemeClr val="tx2"/>
          </a:solidFill>
          <a:ln w="9525" cap="flat">
            <a:noFill/>
            <a:prstDash val="solid"/>
            <a:miter/>
          </a:ln>
        </p:spPr>
        <p:txBody>
          <a:bodyPr rtlCol="0" anchor="ctr"/>
          <a:lstStyle/>
          <a:p>
            <a:endParaRPr lang="en-US"/>
          </a:p>
        </p:txBody>
      </p:sp>
      <p:sp>
        <p:nvSpPr>
          <p:cNvPr id="38" name="TextBox 4">
            <a:extLst>
              <a:ext uri="{FF2B5EF4-FFF2-40B4-BE49-F238E27FC236}">
                <a16:creationId xmlns:a16="http://schemas.microsoft.com/office/drawing/2014/main" id="{8ED05F8E-B4AF-0842-BEB7-78F89CF9853F}"/>
              </a:ext>
            </a:extLst>
          </p:cNvPr>
          <p:cNvSpPr txBox="1"/>
          <p:nvPr/>
        </p:nvSpPr>
        <p:spPr>
          <a:xfrm>
            <a:off x="2677808" y="2788008"/>
            <a:ext cx="413575" cy="215444"/>
          </a:xfrm>
          <a:prstGeom prst="rect">
            <a:avLst/>
          </a:prstGeom>
          <a:noFill/>
        </p:spPr>
        <p:txBody>
          <a:bodyPr wrap="none" lIns="0" rIns="0" rtlCol="0" anchor="ctr" anchorCtr="0">
            <a:noAutofit/>
          </a:bodyPr>
          <a:lstStyle/>
          <a:p>
            <a:pPr algn="ctr"/>
            <a:r>
              <a:rPr lang="en-US" sz="800"/>
              <a:t>Calendar</a:t>
            </a:r>
          </a:p>
        </p:txBody>
      </p:sp>
      <p:sp>
        <p:nvSpPr>
          <p:cNvPr id="49" name="Freeform: Shape 170">
            <a:extLst>
              <a:ext uri="{FF2B5EF4-FFF2-40B4-BE49-F238E27FC236}">
                <a16:creationId xmlns:a16="http://schemas.microsoft.com/office/drawing/2014/main" id="{AE5F299B-7ED0-B841-8C2F-03EF63718D88}"/>
              </a:ext>
            </a:extLst>
          </p:cNvPr>
          <p:cNvSpPr>
            <a:spLocks noChangeAspect="1"/>
          </p:cNvSpPr>
          <p:nvPr/>
        </p:nvSpPr>
        <p:spPr>
          <a:xfrm>
            <a:off x="6310959" y="2260093"/>
            <a:ext cx="381000" cy="485775"/>
          </a:xfrm>
          <a:custGeom>
            <a:avLst/>
            <a:gdLst>
              <a:gd name="connsiteX0" fmla="*/ 7144 w 381000"/>
              <a:gd name="connsiteY0" fmla="*/ 410242 h 485775"/>
              <a:gd name="connsiteX1" fmla="*/ 45244 w 381000"/>
              <a:gd name="connsiteY1" fmla="*/ 410242 h 485775"/>
              <a:gd name="connsiteX2" fmla="*/ 45244 w 381000"/>
              <a:gd name="connsiteY2" fmla="*/ 486442 h 485775"/>
              <a:gd name="connsiteX3" fmla="*/ 7144 w 381000"/>
              <a:gd name="connsiteY3" fmla="*/ 486442 h 485775"/>
              <a:gd name="connsiteX4" fmla="*/ 7144 w 381000"/>
              <a:gd name="connsiteY4" fmla="*/ 410242 h 485775"/>
              <a:gd name="connsiteX5" fmla="*/ 83344 w 381000"/>
              <a:gd name="connsiteY5" fmla="*/ 486442 h 485775"/>
              <a:gd name="connsiteX6" fmla="*/ 121444 w 381000"/>
              <a:gd name="connsiteY6" fmla="*/ 486442 h 485775"/>
              <a:gd name="connsiteX7" fmla="*/ 121444 w 381000"/>
              <a:gd name="connsiteY7" fmla="*/ 400717 h 485775"/>
              <a:gd name="connsiteX8" fmla="*/ 83344 w 381000"/>
              <a:gd name="connsiteY8" fmla="*/ 400717 h 485775"/>
              <a:gd name="connsiteX9" fmla="*/ 83344 w 381000"/>
              <a:gd name="connsiteY9" fmla="*/ 486442 h 485775"/>
              <a:gd name="connsiteX10" fmla="*/ 159544 w 381000"/>
              <a:gd name="connsiteY10" fmla="*/ 486442 h 485775"/>
              <a:gd name="connsiteX11" fmla="*/ 197644 w 381000"/>
              <a:gd name="connsiteY11" fmla="*/ 486442 h 485775"/>
              <a:gd name="connsiteX12" fmla="*/ 197644 w 381000"/>
              <a:gd name="connsiteY12" fmla="*/ 372142 h 485775"/>
              <a:gd name="connsiteX13" fmla="*/ 159544 w 381000"/>
              <a:gd name="connsiteY13" fmla="*/ 372142 h 485775"/>
              <a:gd name="connsiteX14" fmla="*/ 159544 w 381000"/>
              <a:gd name="connsiteY14" fmla="*/ 486442 h 485775"/>
              <a:gd name="connsiteX15" fmla="*/ 235744 w 381000"/>
              <a:gd name="connsiteY15" fmla="*/ 486442 h 485775"/>
              <a:gd name="connsiteX16" fmla="*/ 273844 w 381000"/>
              <a:gd name="connsiteY16" fmla="*/ 486442 h 485775"/>
              <a:gd name="connsiteX17" fmla="*/ 273844 w 381000"/>
              <a:gd name="connsiteY17" fmla="*/ 324517 h 485775"/>
              <a:gd name="connsiteX18" fmla="*/ 235744 w 381000"/>
              <a:gd name="connsiteY18" fmla="*/ 324517 h 485775"/>
              <a:gd name="connsiteX19" fmla="*/ 235744 w 381000"/>
              <a:gd name="connsiteY19" fmla="*/ 486442 h 485775"/>
              <a:gd name="connsiteX20" fmla="*/ 311944 w 381000"/>
              <a:gd name="connsiteY20" fmla="*/ 486442 h 485775"/>
              <a:gd name="connsiteX21" fmla="*/ 350044 w 381000"/>
              <a:gd name="connsiteY21" fmla="*/ 486442 h 485775"/>
              <a:gd name="connsiteX22" fmla="*/ 350044 w 381000"/>
              <a:gd name="connsiteY22" fmla="*/ 219742 h 485775"/>
              <a:gd name="connsiteX23" fmla="*/ 311944 w 381000"/>
              <a:gd name="connsiteY23" fmla="*/ 219742 h 485775"/>
              <a:gd name="connsiteX24" fmla="*/ 311944 w 381000"/>
              <a:gd name="connsiteY24" fmla="*/ 486442 h 485775"/>
              <a:gd name="connsiteX25" fmla="*/ 293180 w 381000"/>
              <a:gd name="connsiteY25" fmla="*/ 7144 h 485775"/>
              <a:gd name="connsiteX26" fmla="*/ 208312 w 381000"/>
              <a:gd name="connsiteY26" fmla="*/ 92012 h 485775"/>
              <a:gd name="connsiteX27" fmla="*/ 235267 w 381000"/>
              <a:gd name="connsiteY27" fmla="*/ 118967 h 485775"/>
              <a:gd name="connsiteX28" fmla="*/ 274130 w 381000"/>
              <a:gd name="connsiteY28" fmla="*/ 80105 h 485775"/>
              <a:gd name="connsiteX29" fmla="*/ 274130 w 381000"/>
              <a:gd name="connsiteY29" fmla="*/ 86487 h 485775"/>
              <a:gd name="connsiteX30" fmla="*/ 26479 w 381000"/>
              <a:gd name="connsiteY30" fmla="*/ 334137 h 485775"/>
              <a:gd name="connsiteX31" fmla="*/ 7429 w 381000"/>
              <a:gd name="connsiteY31" fmla="*/ 334137 h 485775"/>
              <a:gd name="connsiteX32" fmla="*/ 7429 w 381000"/>
              <a:gd name="connsiteY32" fmla="*/ 372237 h 485775"/>
              <a:gd name="connsiteX33" fmla="*/ 26479 w 381000"/>
              <a:gd name="connsiteY33" fmla="*/ 372237 h 485775"/>
              <a:gd name="connsiteX34" fmla="*/ 312230 w 381000"/>
              <a:gd name="connsiteY34" fmla="*/ 86392 h 485775"/>
              <a:gd name="connsiteX35" fmla="*/ 312230 w 381000"/>
              <a:gd name="connsiteY35" fmla="*/ 80105 h 485775"/>
              <a:gd name="connsiteX36" fmla="*/ 351187 w 381000"/>
              <a:gd name="connsiteY36" fmla="*/ 119063 h 485775"/>
              <a:gd name="connsiteX37" fmla="*/ 378143 w 381000"/>
              <a:gd name="connsiteY37" fmla="*/ 92107 h 485775"/>
              <a:gd name="connsiteX38" fmla="*/ 293180 w 381000"/>
              <a:gd name="connsiteY38" fmla="*/ 714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1000" h="485775">
                <a:moveTo>
                  <a:pt x="7144" y="410242"/>
                </a:moveTo>
                <a:lnTo>
                  <a:pt x="45244" y="410242"/>
                </a:lnTo>
                <a:lnTo>
                  <a:pt x="45244" y="486442"/>
                </a:lnTo>
                <a:lnTo>
                  <a:pt x="7144" y="486442"/>
                </a:lnTo>
                <a:lnTo>
                  <a:pt x="7144" y="410242"/>
                </a:lnTo>
                <a:close/>
                <a:moveTo>
                  <a:pt x="83344" y="486442"/>
                </a:moveTo>
                <a:lnTo>
                  <a:pt x="121444" y="486442"/>
                </a:lnTo>
                <a:lnTo>
                  <a:pt x="121444" y="400717"/>
                </a:lnTo>
                <a:lnTo>
                  <a:pt x="83344" y="400717"/>
                </a:lnTo>
                <a:lnTo>
                  <a:pt x="83344" y="486442"/>
                </a:lnTo>
                <a:close/>
                <a:moveTo>
                  <a:pt x="159544" y="486442"/>
                </a:moveTo>
                <a:lnTo>
                  <a:pt x="197644" y="486442"/>
                </a:lnTo>
                <a:lnTo>
                  <a:pt x="197644" y="372142"/>
                </a:lnTo>
                <a:lnTo>
                  <a:pt x="159544" y="372142"/>
                </a:lnTo>
                <a:lnTo>
                  <a:pt x="159544" y="486442"/>
                </a:lnTo>
                <a:close/>
                <a:moveTo>
                  <a:pt x="235744" y="486442"/>
                </a:moveTo>
                <a:lnTo>
                  <a:pt x="273844" y="486442"/>
                </a:lnTo>
                <a:lnTo>
                  <a:pt x="273844" y="324517"/>
                </a:lnTo>
                <a:lnTo>
                  <a:pt x="235744" y="324517"/>
                </a:lnTo>
                <a:lnTo>
                  <a:pt x="235744" y="486442"/>
                </a:lnTo>
                <a:close/>
                <a:moveTo>
                  <a:pt x="311944" y="486442"/>
                </a:moveTo>
                <a:lnTo>
                  <a:pt x="350044" y="486442"/>
                </a:lnTo>
                <a:lnTo>
                  <a:pt x="350044" y="219742"/>
                </a:lnTo>
                <a:lnTo>
                  <a:pt x="311944" y="219742"/>
                </a:lnTo>
                <a:lnTo>
                  <a:pt x="311944" y="486442"/>
                </a:lnTo>
                <a:close/>
                <a:moveTo>
                  <a:pt x="293180" y="7144"/>
                </a:moveTo>
                <a:lnTo>
                  <a:pt x="208312" y="92012"/>
                </a:lnTo>
                <a:lnTo>
                  <a:pt x="235267" y="118967"/>
                </a:lnTo>
                <a:lnTo>
                  <a:pt x="274130" y="80105"/>
                </a:lnTo>
                <a:lnTo>
                  <a:pt x="274130" y="86487"/>
                </a:lnTo>
                <a:cubicBezTo>
                  <a:pt x="274130" y="223076"/>
                  <a:pt x="163068" y="334137"/>
                  <a:pt x="26479" y="334137"/>
                </a:cubicBezTo>
                <a:lnTo>
                  <a:pt x="7429" y="334137"/>
                </a:lnTo>
                <a:lnTo>
                  <a:pt x="7429" y="372237"/>
                </a:lnTo>
                <a:lnTo>
                  <a:pt x="26479" y="372237"/>
                </a:lnTo>
                <a:cubicBezTo>
                  <a:pt x="184023" y="372237"/>
                  <a:pt x="312230" y="244030"/>
                  <a:pt x="312230" y="86392"/>
                </a:cubicBezTo>
                <a:lnTo>
                  <a:pt x="312230" y="80105"/>
                </a:lnTo>
                <a:lnTo>
                  <a:pt x="351187" y="119063"/>
                </a:lnTo>
                <a:lnTo>
                  <a:pt x="378143" y="92107"/>
                </a:lnTo>
                <a:lnTo>
                  <a:pt x="293180" y="7144"/>
                </a:lnTo>
                <a:close/>
              </a:path>
            </a:pathLst>
          </a:custGeom>
          <a:solidFill>
            <a:schemeClr val="tx2"/>
          </a:solidFill>
          <a:ln w="9525" cap="flat">
            <a:noFill/>
            <a:prstDash val="solid"/>
            <a:miter/>
          </a:ln>
        </p:spPr>
        <p:txBody>
          <a:bodyPr rtlCol="0" anchor="ctr"/>
          <a:lstStyle/>
          <a:p>
            <a:endParaRPr lang="en-US"/>
          </a:p>
        </p:txBody>
      </p:sp>
      <p:sp>
        <p:nvSpPr>
          <p:cNvPr id="50" name="TextBox 5">
            <a:extLst>
              <a:ext uri="{FF2B5EF4-FFF2-40B4-BE49-F238E27FC236}">
                <a16:creationId xmlns:a16="http://schemas.microsoft.com/office/drawing/2014/main" id="{E49245CB-8D4C-3343-8473-1FE3C1763B4E}"/>
              </a:ext>
            </a:extLst>
          </p:cNvPr>
          <p:cNvSpPr txBox="1"/>
          <p:nvPr/>
        </p:nvSpPr>
        <p:spPr>
          <a:xfrm>
            <a:off x="6237764" y="2788007"/>
            <a:ext cx="527388" cy="338554"/>
          </a:xfrm>
          <a:prstGeom prst="rect">
            <a:avLst/>
          </a:prstGeom>
          <a:noFill/>
        </p:spPr>
        <p:txBody>
          <a:bodyPr wrap="none" lIns="0" rIns="0" rtlCol="0" anchor="ctr" anchorCtr="0">
            <a:noAutofit/>
          </a:bodyPr>
          <a:lstStyle/>
          <a:p>
            <a:pPr algn="ctr"/>
            <a:r>
              <a:rPr lang="en-US" sz="800"/>
              <a:t>Chart</a:t>
            </a:r>
            <a:br>
              <a:rPr lang="en-US" sz="800"/>
            </a:br>
            <a:r>
              <a:rPr lang="en-US" sz="800"/>
              <a:t>increase 04</a:t>
            </a:r>
          </a:p>
        </p:txBody>
      </p:sp>
      <p:sp>
        <p:nvSpPr>
          <p:cNvPr id="55" name="Freeform: Shape 177">
            <a:extLst>
              <a:ext uri="{FF2B5EF4-FFF2-40B4-BE49-F238E27FC236}">
                <a16:creationId xmlns:a16="http://schemas.microsoft.com/office/drawing/2014/main" id="{677D8040-A410-2B46-A19E-9F5B4F3D44E6}"/>
              </a:ext>
            </a:extLst>
          </p:cNvPr>
          <p:cNvSpPr>
            <a:spLocks noChangeAspect="1"/>
          </p:cNvSpPr>
          <p:nvPr/>
        </p:nvSpPr>
        <p:spPr>
          <a:xfrm>
            <a:off x="802528" y="3203426"/>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chemeClr val="tx2"/>
          </a:solidFill>
          <a:ln w="9525" cap="flat">
            <a:noFill/>
            <a:prstDash val="solid"/>
            <a:miter/>
          </a:ln>
        </p:spPr>
        <p:txBody>
          <a:bodyPr rtlCol="0" anchor="ctr"/>
          <a:lstStyle/>
          <a:p>
            <a:endParaRPr lang="en-US"/>
          </a:p>
        </p:txBody>
      </p:sp>
      <p:sp>
        <p:nvSpPr>
          <p:cNvPr id="56" name="TextBox 6">
            <a:extLst>
              <a:ext uri="{FF2B5EF4-FFF2-40B4-BE49-F238E27FC236}">
                <a16:creationId xmlns:a16="http://schemas.microsoft.com/office/drawing/2014/main" id="{14C50D63-683D-3A46-ABC4-41C3155AAD62}"/>
              </a:ext>
            </a:extLst>
          </p:cNvPr>
          <p:cNvSpPr txBox="1"/>
          <p:nvPr/>
        </p:nvSpPr>
        <p:spPr>
          <a:xfrm>
            <a:off x="939338" y="3774532"/>
            <a:ext cx="269304" cy="215444"/>
          </a:xfrm>
          <a:prstGeom prst="rect">
            <a:avLst/>
          </a:prstGeom>
          <a:noFill/>
        </p:spPr>
        <p:txBody>
          <a:bodyPr wrap="none" lIns="0" rIns="0" rtlCol="0" anchor="ctr" anchorCtr="0">
            <a:noAutofit/>
          </a:bodyPr>
          <a:lstStyle/>
          <a:p>
            <a:pPr algn="ctr"/>
            <a:r>
              <a:rPr lang="en-US" sz="800"/>
              <a:t>Clock</a:t>
            </a:r>
          </a:p>
        </p:txBody>
      </p:sp>
      <p:sp>
        <p:nvSpPr>
          <p:cNvPr id="64" name="Freeform: Shape 173">
            <a:extLst>
              <a:ext uri="{FF2B5EF4-FFF2-40B4-BE49-F238E27FC236}">
                <a16:creationId xmlns:a16="http://schemas.microsoft.com/office/drawing/2014/main" id="{C4C76B97-C370-C643-9EC3-171258FC2EC2}"/>
              </a:ext>
            </a:extLst>
          </p:cNvPr>
          <p:cNvSpPr>
            <a:spLocks noChangeAspect="1"/>
          </p:cNvSpPr>
          <p:nvPr/>
        </p:nvSpPr>
        <p:spPr>
          <a:xfrm>
            <a:off x="10765602" y="3203426"/>
            <a:ext cx="504825" cy="542925"/>
          </a:xfrm>
          <a:custGeom>
            <a:avLst/>
            <a:gdLst>
              <a:gd name="connsiteX0" fmla="*/ 388144 w 504825"/>
              <a:gd name="connsiteY0" fmla="*/ 130969 h 542925"/>
              <a:gd name="connsiteX1" fmla="*/ 197644 w 504825"/>
              <a:gd name="connsiteY1" fmla="*/ 130969 h 542925"/>
              <a:gd name="connsiteX2" fmla="*/ 197644 w 504825"/>
              <a:gd name="connsiteY2" fmla="*/ 92869 h 542925"/>
              <a:gd name="connsiteX3" fmla="*/ 388144 w 504825"/>
              <a:gd name="connsiteY3" fmla="*/ 92869 h 542925"/>
              <a:gd name="connsiteX4" fmla="*/ 388144 w 504825"/>
              <a:gd name="connsiteY4" fmla="*/ 130969 h 542925"/>
              <a:gd name="connsiteX5" fmla="*/ 426244 w 504825"/>
              <a:gd name="connsiteY5" fmla="*/ 159544 h 542925"/>
              <a:gd name="connsiteX6" fmla="*/ 197644 w 504825"/>
              <a:gd name="connsiteY6" fmla="*/ 159544 h 542925"/>
              <a:gd name="connsiteX7" fmla="*/ 197644 w 504825"/>
              <a:gd name="connsiteY7" fmla="*/ 197644 h 542925"/>
              <a:gd name="connsiteX8" fmla="*/ 426244 w 504825"/>
              <a:gd name="connsiteY8" fmla="*/ 197644 h 542925"/>
              <a:gd name="connsiteX9" fmla="*/ 426244 w 504825"/>
              <a:gd name="connsiteY9" fmla="*/ 159544 h 542925"/>
              <a:gd name="connsiteX10" fmla="*/ 502444 w 504825"/>
              <a:gd name="connsiteY10" fmla="*/ 7144 h 542925"/>
              <a:gd name="connsiteX11" fmla="*/ 502444 w 504825"/>
              <a:gd name="connsiteY11" fmla="*/ 364331 h 542925"/>
              <a:gd name="connsiteX12" fmla="*/ 383381 w 504825"/>
              <a:gd name="connsiteY12" fmla="*/ 483394 h 542925"/>
              <a:gd name="connsiteX13" fmla="*/ 249841 w 504825"/>
              <a:gd name="connsiteY13" fmla="*/ 483394 h 542925"/>
              <a:gd name="connsiteX14" fmla="*/ 140494 w 504825"/>
              <a:gd name="connsiteY14" fmla="*/ 540544 h 542925"/>
              <a:gd name="connsiteX15" fmla="*/ 7144 w 504825"/>
              <a:gd name="connsiteY15" fmla="*/ 407194 h 542925"/>
              <a:gd name="connsiteX16" fmla="*/ 121444 w 504825"/>
              <a:gd name="connsiteY16" fmla="*/ 275368 h 542925"/>
              <a:gd name="connsiteX17" fmla="*/ 121444 w 504825"/>
              <a:gd name="connsiteY17" fmla="*/ 7144 h 542925"/>
              <a:gd name="connsiteX18" fmla="*/ 502444 w 504825"/>
              <a:gd name="connsiteY18" fmla="*/ 7144 h 542925"/>
              <a:gd name="connsiteX19" fmla="*/ 197358 w 504825"/>
              <a:gd name="connsiteY19" fmla="*/ 483394 h 542925"/>
              <a:gd name="connsiteX20" fmla="*/ 227648 w 504825"/>
              <a:gd name="connsiteY20" fmla="*/ 445294 h 542925"/>
              <a:gd name="connsiteX21" fmla="*/ 235649 w 504825"/>
              <a:gd name="connsiteY21" fmla="*/ 407194 h 542925"/>
              <a:gd name="connsiteX22" fmla="*/ 159449 w 504825"/>
              <a:gd name="connsiteY22" fmla="*/ 313849 h 542925"/>
              <a:gd name="connsiteX23" fmla="*/ 140399 w 504825"/>
              <a:gd name="connsiteY23" fmla="*/ 311944 h 542925"/>
              <a:gd name="connsiteX24" fmla="*/ 121349 w 504825"/>
              <a:gd name="connsiteY24" fmla="*/ 313849 h 542925"/>
              <a:gd name="connsiteX25" fmla="*/ 45149 w 504825"/>
              <a:gd name="connsiteY25" fmla="*/ 407194 h 542925"/>
              <a:gd name="connsiteX26" fmla="*/ 140399 w 504825"/>
              <a:gd name="connsiteY26" fmla="*/ 502444 h 542925"/>
              <a:gd name="connsiteX27" fmla="*/ 197358 w 504825"/>
              <a:gd name="connsiteY27" fmla="*/ 483394 h 542925"/>
              <a:gd name="connsiteX28" fmla="*/ 273844 w 504825"/>
              <a:gd name="connsiteY28" fmla="*/ 407194 h 542925"/>
              <a:gd name="connsiteX29" fmla="*/ 268224 w 504825"/>
              <a:gd name="connsiteY29" fmla="*/ 445294 h 542925"/>
              <a:gd name="connsiteX30" fmla="*/ 340519 w 504825"/>
              <a:gd name="connsiteY30" fmla="*/ 445294 h 542925"/>
              <a:gd name="connsiteX31" fmla="*/ 340519 w 504825"/>
              <a:gd name="connsiteY31" fmla="*/ 321469 h 542925"/>
              <a:gd name="connsiteX32" fmla="*/ 464344 w 504825"/>
              <a:gd name="connsiteY32" fmla="*/ 321469 h 542925"/>
              <a:gd name="connsiteX33" fmla="*/ 464344 w 504825"/>
              <a:gd name="connsiteY33" fmla="*/ 45244 h 542925"/>
              <a:gd name="connsiteX34" fmla="*/ 159544 w 504825"/>
              <a:gd name="connsiteY34" fmla="*/ 45244 h 542925"/>
              <a:gd name="connsiteX35" fmla="*/ 159544 w 504825"/>
              <a:gd name="connsiteY35" fmla="*/ 275368 h 542925"/>
              <a:gd name="connsiteX36" fmla="*/ 273844 w 504825"/>
              <a:gd name="connsiteY36" fmla="*/ 407194 h 542925"/>
              <a:gd name="connsiteX37" fmla="*/ 453295 w 504825"/>
              <a:gd name="connsiteY37" fmla="*/ 359569 h 542925"/>
              <a:gd name="connsiteX38" fmla="*/ 378619 w 504825"/>
              <a:gd name="connsiteY38" fmla="*/ 359569 h 542925"/>
              <a:gd name="connsiteX39" fmla="*/ 378619 w 504825"/>
              <a:gd name="connsiteY39" fmla="*/ 434245 h 542925"/>
              <a:gd name="connsiteX40" fmla="*/ 453295 w 504825"/>
              <a:gd name="connsiteY40" fmla="*/ 359569 h 542925"/>
              <a:gd name="connsiteX41" fmla="*/ 159544 w 504825"/>
              <a:gd name="connsiteY41" fmla="*/ 370618 h 542925"/>
              <a:gd name="connsiteX42" fmla="*/ 123634 w 504825"/>
              <a:gd name="connsiteY42" fmla="*/ 413385 h 542925"/>
              <a:gd name="connsiteX43" fmla="*/ 121444 w 504825"/>
              <a:gd name="connsiteY43" fmla="*/ 411575 h 542925"/>
              <a:gd name="connsiteX44" fmla="*/ 92583 w 504825"/>
              <a:gd name="connsiteY44" fmla="*/ 387382 h 542925"/>
              <a:gd name="connsiteX45" fmla="*/ 68104 w 504825"/>
              <a:gd name="connsiteY45" fmla="*/ 416528 h 542925"/>
              <a:gd name="connsiteX46" fmla="*/ 121444 w 504825"/>
              <a:gd name="connsiteY46" fmla="*/ 461296 h 542925"/>
              <a:gd name="connsiteX47" fmla="*/ 128397 w 504825"/>
              <a:gd name="connsiteY47" fmla="*/ 467106 h 542925"/>
              <a:gd name="connsiteX48" fmla="*/ 159544 w 504825"/>
              <a:gd name="connsiteY48" fmla="*/ 429959 h 542925"/>
              <a:gd name="connsiteX49" fmla="*/ 204883 w 504825"/>
              <a:gd name="connsiteY49" fmla="*/ 375857 h 542925"/>
              <a:gd name="connsiteX50" fmla="*/ 175736 w 504825"/>
              <a:gd name="connsiteY50" fmla="*/ 351377 h 542925"/>
              <a:gd name="connsiteX51" fmla="*/ 159544 w 504825"/>
              <a:gd name="connsiteY51" fmla="*/ 37061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4825" h="542925">
                <a:moveTo>
                  <a:pt x="388144" y="130969"/>
                </a:moveTo>
                <a:lnTo>
                  <a:pt x="197644" y="130969"/>
                </a:lnTo>
                <a:lnTo>
                  <a:pt x="197644" y="92869"/>
                </a:lnTo>
                <a:lnTo>
                  <a:pt x="388144" y="92869"/>
                </a:lnTo>
                <a:lnTo>
                  <a:pt x="388144" y="130969"/>
                </a:lnTo>
                <a:close/>
                <a:moveTo>
                  <a:pt x="426244" y="159544"/>
                </a:moveTo>
                <a:lnTo>
                  <a:pt x="197644" y="159544"/>
                </a:lnTo>
                <a:lnTo>
                  <a:pt x="197644" y="197644"/>
                </a:lnTo>
                <a:lnTo>
                  <a:pt x="426244" y="197644"/>
                </a:lnTo>
                <a:lnTo>
                  <a:pt x="426244" y="159544"/>
                </a:lnTo>
                <a:close/>
                <a:moveTo>
                  <a:pt x="502444" y="7144"/>
                </a:moveTo>
                <a:lnTo>
                  <a:pt x="502444" y="364331"/>
                </a:lnTo>
                <a:lnTo>
                  <a:pt x="383381" y="483394"/>
                </a:lnTo>
                <a:lnTo>
                  <a:pt x="249841" y="483394"/>
                </a:lnTo>
                <a:cubicBezTo>
                  <a:pt x="225743" y="517874"/>
                  <a:pt x="185833" y="540544"/>
                  <a:pt x="140494" y="540544"/>
                </a:cubicBezTo>
                <a:cubicBezTo>
                  <a:pt x="66866" y="540544"/>
                  <a:pt x="7144" y="480822"/>
                  <a:pt x="7144" y="407194"/>
                </a:cubicBezTo>
                <a:cubicBezTo>
                  <a:pt x="7144" y="340043"/>
                  <a:pt x="56864" y="284607"/>
                  <a:pt x="121444" y="275368"/>
                </a:cubicBezTo>
                <a:lnTo>
                  <a:pt x="121444" y="7144"/>
                </a:lnTo>
                <a:lnTo>
                  <a:pt x="502444" y="7144"/>
                </a:lnTo>
                <a:close/>
                <a:moveTo>
                  <a:pt x="197358" y="483394"/>
                </a:moveTo>
                <a:cubicBezTo>
                  <a:pt x="210503" y="473583"/>
                  <a:pt x="221075" y="460534"/>
                  <a:pt x="227648" y="445294"/>
                </a:cubicBezTo>
                <a:cubicBezTo>
                  <a:pt x="232791" y="433578"/>
                  <a:pt x="235649" y="420719"/>
                  <a:pt x="235649" y="407194"/>
                </a:cubicBezTo>
                <a:cubicBezTo>
                  <a:pt x="235649" y="361188"/>
                  <a:pt x="202883" y="322707"/>
                  <a:pt x="159449" y="313849"/>
                </a:cubicBezTo>
                <a:cubicBezTo>
                  <a:pt x="153257" y="312611"/>
                  <a:pt x="146876" y="311944"/>
                  <a:pt x="140399" y="311944"/>
                </a:cubicBezTo>
                <a:cubicBezTo>
                  <a:pt x="133922" y="311944"/>
                  <a:pt x="127540" y="312611"/>
                  <a:pt x="121349" y="313849"/>
                </a:cubicBezTo>
                <a:cubicBezTo>
                  <a:pt x="77915" y="322707"/>
                  <a:pt x="45149" y="361188"/>
                  <a:pt x="45149" y="407194"/>
                </a:cubicBezTo>
                <a:cubicBezTo>
                  <a:pt x="45149" y="459677"/>
                  <a:pt x="87916" y="502444"/>
                  <a:pt x="140399" y="502444"/>
                </a:cubicBezTo>
                <a:cubicBezTo>
                  <a:pt x="161830" y="502444"/>
                  <a:pt x="181547" y="495300"/>
                  <a:pt x="197358" y="483394"/>
                </a:cubicBezTo>
                <a:close/>
                <a:moveTo>
                  <a:pt x="273844" y="407194"/>
                </a:moveTo>
                <a:cubicBezTo>
                  <a:pt x="273844" y="420434"/>
                  <a:pt x="271844" y="433197"/>
                  <a:pt x="268224" y="445294"/>
                </a:cubicBezTo>
                <a:lnTo>
                  <a:pt x="340519" y="445294"/>
                </a:lnTo>
                <a:lnTo>
                  <a:pt x="340519" y="321469"/>
                </a:lnTo>
                <a:lnTo>
                  <a:pt x="464344" y="321469"/>
                </a:lnTo>
                <a:lnTo>
                  <a:pt x="464344" y="45244"/>
                </a:lnTo>
                <a:lnTo>
                  <a:pt x="159544" y="45244"/>
                </a:lnTo>
                <a:lnTo>
                  <a:pt x="159544" y="275368"/>
                </a:lnTo>
                <a:cubicBezTo>
                  <a:pt x="224123" y="284607"/>
                  <a:pt x="273844" y="340043"/>
                  <a:pt x="273844" y="407194"/>
                </a:cubicBezTo>
                <a:close/>
                <a:moveTo>
                  <a:pt x="453295" y="359569"/>
                </a:moveTo>
                <a:lnTo>
                  <a:pt x="378619" y="359569"/>
                </a:lnTo>
                <a:lnTo>
                  <a:pt x="378619" y="434245"/>
                </a:lnTo>
                <a:lnTo>
                  <a:pt x="453295" y="359569"/>
                </a:lnTo>
                <a:close/>
                <a:moveTo>
                  <a:pt x="159544" y="370618"/>
                </a:moveTo>
                <a:lnTo>
                  <a:pt x="123634" y="413385"/>
                </a:lnTo>
                <a:lnTo>
                  <a:pt x="121444" y="411575"/>
                </a:lnTo>
                <a:lnTo>
                  <a:pt x="92583" y="387382"/>
                </a:lnTo>
                <a:lnTo>
                  <a:pt x="68104" y="416528"/>
                </a:lnTo>
                <a:lnTo>
                  <a:pt x="121444" y="461296"/>
                </a:lnTo>
                <a:lnTo>
                  <a:pt x="128397" y="467106"/>
                </a:lnTo>
                <a:lnTo>
                  <a:pt x="159544" y="429959"/>
                </a:lnTo>
                <a:lnTo>
                  <a:pt x="204883" y="375857"/>
                </a:lnTo>
                <a:lnTo>
                  <a:pt x="175736" y="351377"/>
                </a:lnTo>
                <a:lnTo>
                  <a:pt x="159544" y="370618"/>
                </a:lnTo>
                <a:close/>
              </a:path>
            </a:pathLst>
          </a:custGeom>
          <a:solidFill>
            <a:schemeClr val="tx2"/>
          </a:solidFill>
          <a:ln w="9525" cap="flat">
            <a:noFill/>
            <a:prstDash val="solid"/>
            <a:miter/>
          </a:ln>
        </p:spPr>
        <p:txBody>
          <a:bodyPr rtlCol="0" anchor="ctr"/>
          <a:lstStyle/>
          <a:p>
            <a:endParaRPr lang="en-US"/>
          </a:p>
        </p:txBody>
      </p:sp>
      <p:sp>
        <p:nvSpPr>
          <p:cNvPr id="65" name="TextBox 7">
            <a:extLst>
              <a:ext uri="{FF2B5EF4-FFF2-40B4-BE49-F238E27FC236}">
                <a16:creationId xmlns:a16="http://schemas.microsoft.com/office/drawing/2014/main" id="{936BB75F-48F3-2F4B-BA11-7B7FBBB0ECFB}"/>
              </a:ext>
            </a:extLst>
          </p:cNvPr>
          <p:cNvSpPr txBox="1"/>
          <p:nvPr/>
        </p:nvSpPr>
        <p:spPr>
          <a:xfrm>
            <a:off x="10622072" y="3774532"/>
            <a:ext cx="791883" cy="215444"/>
          </a:xfrm>
          <a:prstGeom prst="rect">
            <a:avLst/>
          </a:prstGeom>
          <a:noFill/>
        </p:spPr>
        <p:txBody>
          <a:bodyPr wrap="none" lIns="0" rIns="0" rtlCol="0" anchor="ctr" anchorCtr="0">
            <a:noAutofit/>
          </a:bodyPr>
          <a:lstStyle/>
          <a:p>
            <a:pPr algn="ctr"/>
            <a:r>
              <a:rPr lang="en-US" sz="800"/>
              <a:t>Document check</a:t>
            </a:r>
          </a:p>
        </p:txBody>
      </p:sp>
      <p:sp>
        <p:nvSpPr>
          <p:cNvPr id="75" name="Graphic 73">
            <a:extLst>
              <a:ext uri="{FF2B5EF4-FFF2-40B4-BE49-F238E27FC236}">
                <a16:creationId xmlns:a16="http://schemas.microsoft.com/office/drawing/2014/main" id="{688363E9-8BA9-3541-A472-1EC425A35E76}"/>
              </a:ext>
            </a:extLst>
          </p:cNvPr>
          <p:cNvSpPr>
            <a:spLocks noChangeAspect="1"/>
          </p:cNvSpPr>
          <p:nvPr/>
        </p:nvSpPr>
        <p:spPr>
          <a:xfrm>
            <a:off x="10827514" y="2235785"/>
            <a:ext cx="381000" cy="534390"/>
          </a:xfrm>
          <a:custGeom>
            <a:avLst/>
            <a:gdLst>
              <a:gd name="connsiteX0" fmla="*/ 304800 w 381000"/>
              <a:gd name="connsiteY0" fmla="*/ 39091 h 534390"/>
              <a:gd name="connsiteX1" fmla="*/ 304800 w 381000"/>
              <a:gd name="connsiteY1" fmla="*/ 77191 h 534390"/>
              <a:gd name="connsiteX2" fmla="*/ 342900 w 381000"/>
              <a:gd name="connsiteY2" fmla="*/ 77191 h 534390"/>
              <a:gd name="connsiteX3" fmla="*/ 342900 w 381000"/>
              <a:gd name="connsiteY3" fmla="*/ 496291 h 534390"/>
              <a:gd name="connsiteX4" fmla="*/ 38100 w 381000"/>
              <a:gd name="connsiteY4" fmla="*/ 496291 h 534390"/>
              <a:gd name="connsiteX5" fmla="*/ 38100 w 381000"/>
              <a:gd name="connsiteY5" fmla="*/ 77191 h 534390"/>
              <a:gd name="connsiteX6" fmla="*/ 75371 w 381000"/>
              <a:gd name="connsiteY6" fmla="*/ 77191 h 534390"/>
              <a:gd name="connsiteX7" fmla="*/ 75371 w 381000"/>
              <a:gd name="connsiteY7" fmla="*/ 114300 h 534390"/>
              <a:gd name="connsiteX8" fmla="*/ 303971 w 381000"/>
              <a:gd name="connsiteY8" fmla="*/ 114300 h 534390"/>
              <a:gd name="connsiteX9" fmla="*/ 303971 w 381000"/>
              <a:gd name="connsiteY9" fmla="*/ 0 h 534390"/>
              <a:gd name="connsiteX10" fmla="*/ 75371 w 381000"/>
              <a:gd name="connsiteY10" fmla="*/ 0 h 534390"/>
              <a:gd name="connsiteX11" fmla="*/ 75371 w 381000"/>
              <a:gd name="connsiteY11" fmla="*/ 39091 h 534390"/>
              <a:gd name="connsiteX12" fmla="*/ 0 w 381000"/>
              <a:gd name="connsiteY12" fmla="*/ 39091 h 534390"/>
              <a:gd name="connsiteX13" fmla="*/ 0 w 381000"/>
              <a:gd name="connsiteY13" fmla="*/ 534391 h 534390"/>
              <a:gd name="connsiteX14" fmla="*/ 381000 w 381000"/>
              <a:gd name="connsiteY14" fmla="*/ 534391 h 534390"/>
              <a:gd name="connsiteX15" fmla="*/ 381000 w 381000"/>
              <a:gd name="connsiteY15" fmla="*/ 39091 h 534390"/>
              <a:gd name="connsiteX16" fmla="*/ 304800 w 381000"/>
              <a:gd name="connsiteY16" fmla="*/ 39091 h 534390"/>
              <a:gd name="connsiteX17" fmla="*/ 113471 w 381000"/>
              <a:gd name="connsiteY17" fmla="*/ 38100 h 534390"/>
              <a:gd name="connsiteX18" fmla="*/ 265871 w 381000"/>
              <a:gd name="connsiteY18" fmla="*/ 38100 h 534390"/>
              <a:gd name="connsiteX19" fmla="*/ 265871 w 381000"/>
              <a:gd name="connsiteY19" fmla="*/ 76200 h 534390"/>
              <a:gd name="connsiteX20" fmla="*/ 113471 w 381000"/>
              <a:gd name="connsiteY20" fmla="*/ 76200 h 534390"/>
              <a:gd name="connsiteX21" fmla="*/ 113471 w 381000"/>
              <a:gd name="connsiteY21" fmla="*/ 38100 h 534390"/>
              <a:gd name="connsiteX22" fmla="*/ 166221 w 381000"/>
              <a:gd name="connsiteY22" fmla="*/ 324593 h 534390"/>
              <a:gd name="connsiteX23" fmla="*/ 274768 w 381000"/>
              <a:gd name="connsiteY23" fmla="*/ 195234 h 534390"/>
              <a:gd name="connsiteX24" fmla="*/ 303943 w 381000"/>
              <a:gd name="connsiteY24" fmla="*/ 219723 h 534390"/>
              <a:gd name="connsiteX25" fmla="*/ 170907 w 381000"/>
              <a:gd name="connsiteY25" fmla="*/ 378266 h 534390"/>
              <a:gd name="connsiteX26" fmla="*/ 77048 w 381000"/>
              <a:gd name="connsiteY26" fmla="*/ 299495 h 534390"/>
              <a:gd name="connsiteX27" fmla="*/ 101537 w 381000"/>
              <a:gd name="connsiteY27" fmla="*/ 270320 h 534390"/>
              <a:gd name="connsiteX28" fmla="*/ 166221 w 381000"/>
              <a:gd name="connsiteY28" fmla="*/ 324593 h 53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1000" h="534390">
                <a:moveTo>
                  <a:pt x="304800" y="39091"/>
                </a:moveTo>
                <a:lnTo>
                  <a:pt x="304800" y="77191"/>
                </a:lnTo>
                <a:lnTo>
                  <a:pt x="342900" y="77191"/>
                </a:lnTo>
                <a:lnTo>
                  <a:pt x="342900" y="496291"/>
                </a:lnTo>
                <a:lnTo>
                  <a:pt x="38100" y="496291"/>
                </a:lnTo>
                <a:lnTo>
                  <a:pt x="38100" y="77191"/>
                </a:lnTo>
                <a:lnTo>
                  <a:pt x="75371" y="77191"/>
                </a:lnTo>
                <a:lnTo>
                  <a:pt x="75371" y="114300"/>
                </a:lnTo>
                <a:lnTo>
                  <a:pt x="303971" y="114300"/>
                </a:lnTo>
                <a:lnTo>
                  <a:pt x="303971" y="0"/>
                </a:lnTo>
                <a:lnTo>
                  <a:pt x="75371" y="0"/>
                </a:lnTo>
                <a:lnTo>
                  <a:pt x="75371" y="39091"/>
                </a:lnTo>
                <a:lnTo>
                  <a:pt x="0" y="39091"/>
                </a:lnTo>
                <a:lnTo>
                  <a:pt x="0" y="534391"/>
                </a:lnTo>
                <a:lnTo>
                  <a:pt x="381000" y="534391"/>
                </a:lnTo>
                <a:lnTo>
                  <a:pt x="381000" y="39091"/>
                </a:lnTo>
                <a:lnTo>
                  <a:pt x="304800" y="39091"/>
                </a:lnTo>
                <a:close/>
                <a:moveTo>
                  <a:pt x="113471" y="38100"/>
                </a:moveTo>
                <a:lnTo>
                  <a:pt x="265871" y="38100"/>
                </a:lnTo>
                <a:lnTo>
                  <a:pt x="265871" y="76200"/>
                </a:lnTo>
                <a:lnTo>
                  <a:pt x="113471" y="76200"/>
                </a:lnTo>
                <a:lnTo>
                  <a:pt x="113471" y="38100"/>
                </a:lnTo>
                <a:close/>
                <a:moveTo>
                  <a:pt x="166221" y="324593"/>
                </a:moveTo>
                <a:lnTo>
                  <a:pt x="274768" y="195234"/>
                </a:lnTo>
                <a:lnTo>
                  <a:pt x="303943" y="219723"/>
                </a:lnTo>
                <a:lnTo>
                  <a:pt x="170907" y="378266"/>
                </a:lnTo>
                <a:lnTo>
                  <a:pt x="77048" y="299495"/>
                </a:lnTo>
                <a:lnTo>
                  <a:pt x="101537" y="270320"/>
                </a:lnTo>
                <a:lnTo>
                  <a:pt x="166221" y="324593"/>
                </a:lnTo>
                <a:close/>
              </a:path>
            </a:pathLst>
          </a:custGeom>
          <a:solidFill>
            <a:schemeClr val="tx2"/>
          </a:solidFill>
          <a:ln w="9525" cap="flat">
            <a:noFill/>
            <a:prstDash val="solid"/>
            <a:miter/>
          </a:ln>
        </p:spPr>
        <p:txBody>
          <a:bodyPr rtlCol="0" anchor="ctr"/>
          <a:lstStyle/>
          <a:p>
            <a:endParaRPr lang="en-US"/>
          </a:p>
        </p:txBody>
      </p:sp>
      <p:sp>
        <p:nvSpPr>
          <p:cNvPr id="76" name="TextBox 8">
            <a:extLst>
              <a:ext uri="{FF2B5EF4-FFF2-40B4-BE49-F238E27FC236}">
                <a16:creationId xmlns:a16="http://schemas.microsoft.com/office/drawing/2014/main" id="{59D84C64-B3FA-F841-A18E-CF65320DFBDD}"/>
              </a:ext>
            </a:extLst>
          </p:cNvPr>
          <p:cNvSpPr txBox="1"/>
          <p:nvPr/>
        </p:nvSpPr>
        <p:spPr>
          <a:xfrm>
            <a:off x="10639705" y="2788008"/>
            <a:ext cx="756617" cy="215444"/>
          </a:xfrm>
          <a:prstGeom prst="rect">
            <a:avLst/>
          </a:prstGeom>
          <a:noFill/>
        </p:spPr>
        <p:txBody>
          <a:bodyPr wrap="none" lIns="0" rIns="0" rtlCol="0" anchor="ctr" anchorCtr="0">
            <a:noAutofit/>
          </a:bodyPr>
          <a:lstStyle/>
          <a:p>
            <a:pPr algn="ctr"/>
            <a:r>
              <a:rPr lang="en-US" sz="800"/>
              <a:t>Clipboard check</a:t>
            </a:r>
          </a:p>
        </p:txBody>
      </p:sp>
      <p:sp>
        <p:nvSpPr>
          <p:cNvPr id="3" name="Graphic 77">
            <a:extLst>
              <a:ext uri="{FF2B5EF4-FFF2-40B4-BE49-F238E27FC236}">
                <a16:creationId xmlns:a16="http://schemas.microsoft.com/office/drawing/2014/main" id="{4F776B14-AFF4-DE48-B0EF-55337358E3BA}"/>
              </a:ext>
            </a:extLst>
          </p:cNvPr>
          <p:cNvSpPr>
            <a:spLocks noChangeAspect="1"/>
          </p:cNvSpPr>
          <p:nvPr/>
        </p:nvSpPr>
        <p:spPr>
          <a:xfrm>
            <a:off x="750140" y="1304104"/>
            <a:ext cx="646937" cy="533647"/>
          </a:xfrm>
          <a:custGeom>
            <a:avLst/>
            <a:gdLst>
              <a:gd name="connsiteX0" fmla="*/ 272987 w 646937"/>
              <a:gd name="connsiteY0" fmla="*/ 114452 h 533647"/>
              <a:gd name="connsiteX1" fmla="*/ 179832 w 646937"/>
              <a:gd name="connsiteY1" fmla="*/ 324002 h 533647"/>
              <a:gd name="connsiteX2" fmla="*/ 267653 w 646937"/>
              <a:gd name="connsiteY2" fmla="*/ 324002 h 533647"/>
              <a:gd name="connsiteX3" fmla="*/ 232886 w 646937"/>
              <a:gd name="connsiteY3" fmla="*/ 419252 h 533647"/>
              <a:gd name="connsiteX4" fmla="*/ 311563 w 646937"/>
              <a:gd name="connsiteY4" fmla="*/ 419252 h 533647"/>
              <a:gd name="connsiteX5" fmla="*/ 477012 w 646937"/>
              <a:gd name="connsiteY5" fmla="*/ 209702 h 533647"/>
              <a:gd name="connsiteX6" fmla="*/ 370713 w 646937"/>
              <a:gd name="connsiteY6" fmla="*/ 209702 h 533647"/>
              <a:gd name="connsiteX7" fmla="*/ 408813 w 646937"/>
              <a:gd name="connsiteY7" fmla="*/ 114452 h 533647"/>
              <a:gd name="connsiteX8" fmla="*/ 272987 w 646937"/>
              <a:gd name="connsiteY8" fmla="*/ 114452 h 533647"/>
              <a:gd name="connsiteX9" fmla="*/ 398431 w 646937"/>
              <a:gd name="connsiteY9" fmla="*/ 247802 h 533647"/>
              <a:gd name="connsiteX10" fmla="*/ 293180 w 646937"/>
              <a:gd name="connsiteY10" fmla="*/ 381152 h 533647"/>
              <a:gd name="connsiteX11" fmla="*/ 287369 w 646937"/>
              <a:gd name="connsiteY11" fmla="*/ 381152 h 533647"/>
              <a:gd name="connsiteX12" fmla="*/ 322136 w 646937"/>
              <a:gd name="connsiteY12" fmla="*/ 285902 h 533647"/>
              <a:gd name="connsiteX13" fmla="*/ 238506 w 646937"/>
              <a:gd name="connsiteY13" fmla="*/ 285902 h 533647"/>
              <a:gd name="connsiteX14" fmla="*/ 297752 w 646937"/>
              <a:gd name="connsiteY14" fmla="*/ 152552 h 533647"/>
              <a:gd name="connsiteX15" fmla="*/ 352520 w 646937"/>
              <a:gd name="connsiteY15" fmla="*/ 152552 h 533647"/>
              <a:gd name="connsiteX16" fmla="*/ 314420 w 646937"/>
              <a:gd name="connsiteY16" fmla="*/ 247802 h 533647"/>
              <a:gd name="connsiteX17" fmla="*/ 398431 w 646937"/>
              <a:gd name="connsiteY17" fmla="*/ 247802 h 533647"/>
              <a:gd name="connsiteX18" fmla="*/ 646938 w 646937"/>
              <a:gd name="connsiteY18" fmla="*/ 248183 h 533647"/>
              <a:gd name="connsiteX19" fmla="*/ 571595 w 646937"/>
              <a:gd name="connsiteY19" fmla="*/ 326098 h 533647"/>
              <a:gd name="connsiteX20" fmla="*/ 493681 w 646937"/>
              <a:gd name="connsiteY20" fmla="*/ 250755 h 533647"/>
              <a:gd name="connsiteX21" fmla="*/ 520160 w 646937"/>
              <a:gd name="connsiteY21" fmla="*/ 223323 h 533647"/>
              <a:gd name="connsiteX22" fmla="*/ 551688 w 646937"/>
              <a:gd name="connsiteY22" fmla="*/ 253803 h 533647"/>
              <a:gd name="connsiteX23" fmla="*/ 434626 w 646937"/>
              <a:gd name="connsiteY23" fmla="*/ 67113 h 533647"/>
              <a:gd name="connsiteX24" fmla="*/ 123730 w 646937"/>
              <a:gd name="connsiteY24" fmla="*/ 155696 h 533647"/>
              <a:gd name="connsiteX25" fmla="*/ 90392 w 646937"/>
              <a:gd name="connsiteY25" fmla="*/ 137122 h 533647"/>
              <a:gd name="connsiteX26" fmla="*/ 250317 w 646937"/>
              <a:gd name="connsiteY26" fmla="*/ 10344 h 533647"/>
              <a:gd name="connsiteX27" fmla="*/ 453104 w 646937"/>
              <a:gd name="connsiteY27" fmla="*/ 33776 h 533647"/>
              <a:gd name="connsiteX28" fmla="*/ 589693 w 646937"/>
              <a:gd name="connsiteY28" fmla="*/ 252470 h 533647"/>
              <a:gd name="connsiteX29" fmla="*/ 619506 w 646937"/>
              <a:gd name="connsiteY29" fmla="*/ 221609 h 533647"/>
              <a:gd name="connsiteX30" fmla="*/ 646938 w 646937"/>
              <a:gd name="connsiteY30" fmla="*/ 248183 h 533647"/>
              <a:gd name="connsiteX31" fmla="*/ 523208 w 646937"/>
              <a:gd name="connsiteY31" fmla="*/ 378009 h 533647"/>
              <a:gd name="connsiteX32" fmla="*/ 556546 w 646937"/>
              <a:gd name="connsiteY32" fmla="*/ 396583 h 533647"/>
              <a:gd name="connsiteX33" fmla="*/ 396621 w 646937"/>
              <a:gd name="connsiteY33" fmla="*/ 523361 h 533647"/>
              <a:gd name="connsiteX34" fmla="*/ 323088 w 646937"/>
              <a:gd name="connsiteY34" fmla="*/ 533648 h 533647"/>
              <a:gd name="connsiteX35" fmla="*/ 193834 w 646937"/>
              <a:gd name="connsiteY35" fmla="*/ 499929 h 533647"/>
              <a:gd name="connsiteX36" fmla="*/ 57245 w 646937"/>
              <a:gd name="connsiteY36" fmla="*/ 281235 h 533647"/>
              <a:gd name="connsiteX37" fmla="*/ 27432 w 646937"/>
              <a:gd name="connsiteY37" fmla="*/ 312096 h 533647"/>
              <a:gd name="connsiteX38" fmla="*/ 0 w 646937"/>
              <a:gd name="connsiteY38" fmla="*/ 285617 h 533647"/>
              <a:gd name="connsiteX39" fmla="*/ 75343 w 646937"/>
              <a:gd name="connsiteY39" fmla="*/ 207702 h 533647"/>
              <a:gd name="connsiteX40" fmla="*/ 153257 w 646937"/>
              <a:gd name="connsiteY40" fmla="*/ 283045 h 533647"/>
              <a:gd name="connsiteX41" fmla="*/ 126778 w 646937"/>
              <a:gd name="connsiteY41" fmla="*/ 310477 h 533647"/>
              <a:gd name="connsiteX42" fmla="*/ 95345 w 646937"/>
              <a:gd name="connsiteY42" fmla="*/ 280092 h 533647"/>
              <a:gd name="connsiteX43" fmla="*/ 212408 w 646937"/>
              <a:gd name="connsiteY43" fmla="*/ 466782 h 533647"/>
              <a:gd name="connsiteX44" fmla="*/ 386239 w 646937"/>
              <a:gd name="connsiteY44" fmla="*/ 486880 h 533647"/>
              <a:gd name="connsiteX45" fmla="*/ 523208 w 646937"/>
              <a:gd name="connsiteY45" fmla="*/ 378009 h 53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46937" h="533647">
                <a:moveTo>
                  <a:pt x="272987" y="114452"/>
                </a:moveTo>
                <a:lnTo>
                  <a:pt x="179832" y="324002"/>
                </a:lnTo>
                <a:lnTo>
                  <a:pt x="267653" y="324002"/>
                </a:lnTo>
                <a:lnTo>
                  <a:pt x="232886" y="419252"/>
                </a:lnTo>
                <a:lnTo>
                  <a:pt x="311563" y="419252"/>
                </a:lnTo>
                <a:lnTo>
                  <a:pt x="477012" y="209702"/>
                </a:lnTo>
                <a:lnTo>
                  <a:pt x="370713" y="209702"/>
                </a:lnTo>
                <a:lnTo>
                  <a:pt x="408813" y="114452"/>
                </a:lnTo>
                <a:lnTo>
                  <a:pt x="272987" y="114452"/>
                </a:lnTo>
                <a:close/>
                <a:moveTo>
                  <a:pt x="398431" y="247802"/>
                </a:moveTo>
                <a:lnTo>
                  <a:pt x="293180" y="381152"/>
                </a:lnTo>
                <a:lnTo>
                  <a:pt x="287369" y="381152"/>
                </a:lnTo>
                <a:lnTo>
                  <a:pt x="322136" y="285902"/>
                </a:lnTo>
                <a:lnTo>
                  <a:pt x="238506" y="285902"/>
                </a:lnTo>
                <a:lnTo>
                  <a:pt x="297752" y="152552"/>
                </a:lnTo>
                <a:lnTo>
                  <a:pt x="352520" y="152552"/>
                </a:lnTo>
                <a:lnTo>
                  <a:pt x="314420" y="247802"/>
                </a:lnTo>
                <a:lnTo>
                  <a:pt x="398431" y="247802"/>
                </a:lnTo>
                <a:close/>
                <a:moveTo>
                  <a:pt x="646938" y="248183"/>
                </a:moveTo>
                <a:lnTo>
                  <a:pt x="571595" y="326098"/>
                </a:lnTo>
                <a:lnTo>
                  <a:pt x="493681" y="250755"/>
                </a:lnTo>
                <a:lnTo>
                  <a:pt x="520160" y="223323"/>
                </a:lnTo>
                <a:lnTo>
                  <a:pt x="551688" y="253803"/>
                </a:lnTo>
                <a:cubicBezTo>
                  <a:pt x="547402" y="176365"/>
                  <a:pt x="504349" y="105880"/>
                  <a:pt x="434626" y="67113"/>
                </a:cubicBezTo>
                <a:cubicBezTo>
                  <a:pt x="324517" y="5867"/>
                  <a:pt x="184976" y="45587"/>
                  <a:pt x="123730" y="155696"/>
                </a:cubicBezTo>
                <a:lnTo>
                  <a:pt x="90392" y="137122"/>
                </a:lnTo>
                <a:cubicBezTo>
                  <a:pt x="125063" y="74828"/>
                  <a:pt x="181832" y="29870"/>
                  <a:pt x="250317" y="10344"/>
                </a:cubicBezTo>
                <a:cubicBezTo>
                  <a:pt x="318802" y="-9182"/>
                  <a:pt x="390811" y="-895"/>
                  <a:pt x="453104" y="33776"/>
                </a:cubicBezTo>
                <a:cubicBezTo>
                  <a:pt x="534734" y="79210"/>
                  <a:pt x="585026" y="161792"/>
                  <a:pt x="589693" y="252470"/>
                </a:cubicBezTo>
                <a:lnTo>
                  <a:pt x="619506" y="221609"/>
                </a:lnTo>
                <a:lnTo>
                  <a:pt x="646938" y="248183"/>
                </a:lnTo>
                <a:close/>
                <a:moveTo>
                  <a:pt x="523208" y="378009"/>
                </a:moveTo>
                <a:lnTo>
                  <a:pt x="556546" y="396583"/>
                </a:lnTo>
                <a:cubicBezTo>
                  <a:pt x="521875" y="458876"/>
                  <a:pt x="465106" y="503834"/>
                  <a:pt x="396621" y="523361"/>
                </a:cubicBezTo>
                <a:cubicBezTo>
                  <a:pt x="372332" y="530314"/>
                  <a:pt x="347663" y="533648"/>
                  <a:pt x="323088" y="533648"/>
                </a:cubicBezTo>
                <a:cubicBezTo>
                  <a:pt x="278321" y="533648"/>
                  <a:pt x="234029" y="522218"/>
                  <a:pt x="193834" y="499929"/>
                </a:cubicBezTo>
                <a:cubicBezTo>
                  <a:pt x="112395" y="454685"/>
                  <a:pt x="61913" y="371913"/>
                  <a:pt x="57245" y="281235"/>
                </a:cubicBezTo>
                <a:lnTo>
                  <a:pt x="27432" y="312096"/>
                </a:lnTo>
                <a:lnTo>
                  <a:pt x="0" y="285617"/>
                </a:lnTo>
                <a:lnTo>
                  <a:pt x="75343" y="207702"/>
                </a:lnTo>
                <a:lnTo>
                  <a:pt x="153257" y="283045"/>
                </a:lnTo>
                <a:lnTo>
                  <a:pt x="126778" y="310477"/>
                </a:lnTo>
                <a:lnTo>
                  <a:pt x="95345" y="280092"/>
                </a:lnTo>
                <a:cubicBezTo>
                  <a:pt x="99632" y="357530"/>
                  <a:pt x="142875" y="428111"/>
                  <a:pt x="212408" y="466782"/>
                </a:cubicBezTo>
                <a:cubicBezTo>
                  <a:pt x="265748" y="496500"/>
                  <a:pt x="327470" y="503644"/>
                  <a:pt x="386239" y="486880"/>
                </a:cubicBezTo>
                <a:cubicBezTo>
                  <a:pt x="444818" y="470021"/>
                  <a:pt x="493586" y="431349"/>
                  <a:pt x="523208" y="378009"/>
                </a:cubicBezTo>
                <a:close/>
              </a:path>
            </a:pathLst>
          </a:custGeom>
          <a:solidFill>
            <a:schemeClr val="tx2"/>
          </a:solidFill>
          <a:ln w="9525" cap="flat">
            <a:noFill/>
            <a:prstDash val="solid"/>
            <a:miter/>
          </a:ln>
        </p:spPr>
        <p:txBody>
          <a:bodyPr rtlCol="0" anchor="ctr"/>
          <a:lstStyle/>
          <a:p>
            <a:endParaRPr lang="en-US"/>
          </a:p>
        </p:txBody>
      </p:sp>
      <p:sp>
        <p:nvSpPr>
          <p:cNvPr id="79" name="TextBox 9">
            <a:extLst>
              <a:ext uri="{FF2B5EF4-FFF2-40B4-BE49-F238E27FC236}">
                <a16:creationId xmlns:a16="http://schemas.microsoft.com/office/drawing/2014/main" id="{DE4DFA96-FBAB-814C-B639-02A6001BDEDB}"/>
              </a:ext>
            </a:extLst>
          </p:cNvPr>
          <p:cNvSpPr txBox="1"/>
          <p:nvPr/>
        </p:nvSpPr>
        <p:spPr>
          <a:xfrm>
            <a:off x="747779" y="1867665"/>
            <a:ext cx="652422" cy="215444"/>
          </a:xfrm>
          <a:prstGeom prst="rect">
            <a:avLst/>
          </a:prstGeom>
          <a:noFill/>
        </p:spPr>
        <p:txBody>
          <a:bodyPr wrap="none" lIns="0" rIns="0" rtlCol="0" anchor="ctr" anchorCtr="0">
            <a:noAutofit/>
          </a:bodyPr>
          <a:lstStyle/>
          <a:p>
            <a:pPr algn="ctr"/>
            <a:r>
              <a:rPr lang="en-US" sz="800"/>
              <a:t>Agile business</a:t>
            </a:r>
          </a:p>
        </p:txBody>
      </p:sp>
      <p:sp>
        <p:nvSpPr>
          <p:cNvPr id="81" name="Freeform: Shape 166">
            <a:extLst>
              <a:ext uri="{FF2B5EF4-FFF2-40B4-BE49-F238E27FC236}">
                <a16:creationId xmlns:a16="http://schemas.microsoft.com/office/drawing/2014/main" id="{7BCF3231-7B0B-B547-A641-6E481426E52B}"/>
              </a:ext>
            </a:extLst>
          </p:cNvPr>
          <p:cNvSpPr>
            <a:spLocks noChangeAspect="1"/>
          </p:cNvSpPr>
          <p:nvPr/>
        </p:nvSpPr>
        <p:spPr>
          <a:xfrm>
            <a:off x="4441822" y="2288668"/>
            <a:ext cx="504825" cy="428625"/>
          </a:xfrm>
          <a:custGeom>
            <a:avLst/>
            <a:gdLst>
              <a:gd name="connsiteX0" fmla="*/ 502444 w 504825"/>
              <a:gd name="connsiteY0" fmla="*/ 426244 h 428625"/>
              <a:gd name="connsiteX1" fmla="*/ 7144 w 504825"/>
              <a:gd name="connsiteY1" fmla="*/ 426244 h 428625"/>
              <a:gd name="connsiteX2" fmla="*/ 7144 w 504825"/>
              <a:gd name="connsiteY2" fmla="*/ 7144 h 428625"/>
              <a:gd name="connsiteX3" fmla="*/ 45244 w 504825"/>
              <a:gd name="connsiteY3" fmla="*/ 7144 h 428625"/>
              <a:gd name="connsiteX4" fmla="*/ 45244 w 504825"/>
              <a:gd name="connsiteY4" fmla="*/ 388144 h 428625"/>
              <a:gd name="connsiteX5" fmla="*/ 502444 w 504825"/>
              <a:gd name="connsiteY5" fmla="*/ 388144 h 428625"/>
              <a:gd name="connsiteX6" fmla="*/ 502444 w 504825"/>
              <a:gd name="connsiteY6" fmla="*/ 426244 h 428625"/>
              <a:gd name="connsiteX7" fmla="*/ 245840 w 504825"/>
              <a:gd name="connsiteY7" fmla="*/ 214503 h 428625"/>
              <a:gd name="connsiteX8" fmla="*/ 312515 w 504825"/>
              <a:gd name="connsiteY8" fmla="*/ 281178 h 428625"/>
              <a:gd name="connsiteX9" fmla="*/ 506349 w 504825"/>
              <a:gd name="connsiteY9" fmla="*/ 87344 h 428625"/>
              <a:gd name="connsiteX10" fmla="*/ 479393 w 504825"/>
              <a:gd name="connsiteY10" fmla="*/ 60389 h 428625"/>
              <a:gd name="connsiteX11" fmla="*/ 312515 w 504825"/>
              <a:gd name="connsiteY11" fmla="*/ 227267 h 428625"/>
              <a:gd name="connsiteX12" fmla="*/ 245840 w 504825"/>
              <a:gd name="connsiteY12" fmla="*/ 160592 h 428625"/>
              <a:gd name="connsiteX13" fmla="*/ 84106 w 504825"/>
              <a:gd name="connsiteY13" fmla="*/ 322326 h 428625"/>
              <a:gd name="connsiteX14" fmla="*/ 111061 w 504825"/>
              <a:gd name="connsiteY14" fmla="*/ 349282 h 428625"/>
              <a:gd name="connsiteX15" fmla="*/ 245840 w 504825"/>
              <a:gd name="connsiteY15" fmla="*/ 214503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4825" h="428625">
                <a:moveTo>
                  <a:pt x="502444" y="426244"/>
                </a:moveTo>
                <a:lnTo>
                  <a:pt x="7144" y="426244"/>
                </a:lnTo>
                <a:lnTo>
                  <a:pt x="7144" y="7144"/>
                </a:lnTo>
                <a:lnTo>
                  <a:pt x="45244" y="7144"/>
                </a:lnTo>
                <a:lnTo>
                  <a:pt x="45244" y="388144"/>
                </a:lnTo>
                <a:lnTo>
                  <a:pt x="502444" y="388144"/>
                </a:lnTo>
                <a:lnTo>
                  <a:pt x="502444" y="426244"/>
                </a:lnTo>
                <a:close/>
                <a:moveTo>
                  <a:pt x="245840" y="214503"/>
                </a:moveTo>
                <a:lnTo>
                  <a:pt x="312515" y="281178"/>
                </a:lnTo>
                <a:lnTo>
                  <a:pt x="506349" y="87344"/>
                </a:lnTo>
                <a:lnTo>
                  <a:pt x="479393" y="60389"/>
                </a:lnTo>
                <a:lnTo>
                  <a:pt x="312515" y="227267"/>
                </a:lnTo>
                <a:lnTo>
                  <a:pt x="245840" y="160592"/>
                </a:lnTo>
                <a:lnTo>
                  <a:pt x="84106" y="322326"/>
                </a:lnTo>
                <a:lnTo>
                  <a:pt x="111061" y="349282"/>
                </a:lnTo>
                <a:lnTo>
                  <a:pt x="245840" y="214503"/>
                </a:lnTo>
                <a:close/>
              </a:path>
            </a:pathLst>
          </a:custGeom>
          <a:solidFill>
            <a:schemeClr val="tx2"/>
          </a:solidFill>
          <a:ln w="9525" cap="flat">
            <a:noFill/>
            <a:prstDash val="solid"/>
            <a:miter/>
          </a:ln>
        </p:spPr>
        <p:txBody>
          <a:bodyPr rtlCol="0" anchor="ctr"/>
          <a:lstStyle/>
          <a:p>
            <a:endParaRPr lang="en-US"/>
          </a:p>
        </p:txBody>
      </p:sp>
      <p:sp>
        <p:nvSpPr>
          <p:cNvPr id="82" name="TextBox 10">
            <a:extLst>
              <a:ext uri="{FF2B5EF4-FFF2-40B4-BE49-F238E27FC236}">
                <a16:creationId xmlns:a16="http://schemas.microsoft.com/office/drawing/2014/main" id="{DA1F79EE-F35E-2C40-A158-86C1FD57F002}"/>
              </a:ext>
            </a:extLst>
          </p:cNvPr>
          <p:cNvSpPr txBox="1"/>
          <p:nvPr/>
        </p:nvSpPr>
        <p:spPr>
          <a:xfrm>
            <a:off x="4432944" y="2788007"/>
            <a:ext cx="522579" cy="338554"/>
          </a:xfrm>
          <a:prstGeom prst="rect">
            <a:avLst/>
          </a:prstGeom>
          <a:noFill/>
        </p:spPr>
        <p:txBody>
          <a:bodyPr wrap="none" lIns="0" rIns="0" rtlCol="0" anchor="ctr" anchorCtr="0">
            <a:noAutofit/>
          </a:bodyPr>
          <a:lstStyle/>
          <a:p>
            <a:pPr algn="ctr"/>
            <a:r>
              <a:rPr lang="en-US" sz="800"/>
              <a:t>Chart</a:t>
            </a:r>
            <a:br>
              <a:rPr lang="en-US" sz="800"/>
            </a:br>
            <a:r>
              <a:rPr lang="en-US" sz="800"/>
              <a:t>increase 02</a:t>
            </a:r>
          </a:p>
        </p:txBody>
      </p:sp>
      <p:sp>
        <p:nvSpPr>
          <p:cNvPr id="87" name="Freeform: Shape 240">
            <a:extLst>
              <a:ext uri="{FF2B5EF4-FFF2-40B4-BE49-F238E27FC236}">
                <a16:creationId xmlns:a16="http://schemas.microsoft.com/office/drawing/2014/main" id="{A84D433C-373F-784F-8BD4-8610A10824AF}"/>
              </a:ext>
            </a:extLst>
          </p:cNvPr>
          <p:cNvSpPr>
            <a:spLocks noChangeAspect="1"/>
          </p:cNvSpPr>
          <p:nvPr/>
        </p:nvSpPr>
        <p:spPr>
          <a:xfrm>
            <a:off x="7142104" y="1299400"/>
            <a:ext cx="533400" cy="542925"/>
          </a:xfrm>
          <a:custGeom>
            <a:avLst/>
            <a:gdLst>
              <a:gd name="connsiteX0" fmla="*/ 534162 w 533400"/>
              <a:gd name="connsiteY0" fmla="*/ 226219 h 542925"/>
              <a:gd name="connsiteX1" fmla="*/ 467106 w 533400"/>
              <a:gd name="connsiteY1" fmla="*/ 159544 h 542925"/>
              <a:gd name="connsiteX2" fmla="*/ 467106 w 533400"/>
              <a:gd name="connsiteY2" fmla="*/ 178594 h 542925"/>
              <a:gd name="connsiteX3" fmla="*/ 467106 w 533400"/>
              <a:gd name="connsiteY3" fmla="*/ 197644 h 542925"/>
              <a:gd name="connsiteX4" fmla="*/ 495872 w 533400"/>
              <a:gd name="connsiteY4" fmla="*/ 226219 h 542925"/>
              <a:gd name="connsiteX5" fmla="*/ 476822 w 533400"/>
              <a:gd name="connsiteY5" fmla="*/ 252984 h 542925"/>
              <a:gd name="connsiteX6" fmla="*/ 467106 w 533400"/>
              <a:gd name="connsiteY6" fmla="*/ 236411 h 542925"/>
              <a:gd name="connsiteX7" fmla="*/ 323374 w 533400"/>
              <a:gd name="connsiteY7" fmla="*/ 159544 h 542925"/>
              <a:gd name="connsiteX8" fmla="*/ 208788 w 533400"/>
              <a:gd name="connsiteY8" fmla="*/ 159544 h 542925"/>
              <a:gd name="connsiteX9" fmla="*/ 141351 w 533400"/>
              <a:gd name="connsiteY9" fmla="*/ 130969 h 542925"/>
              <a:gd name="connsiteX10" fmla="*/ 103061 w 533400"/>
              <a:gd name="connsiteY10" fmla="*/ 130969 h 542925"/>
              <a:gd name="connsiteX11" fmla="*/ 103061 w 533400"/>
              <a:gd name="connsiteY11" fmla="*/ 169069 h 542925"/>
              <a:gd name="connsiteX12" fmla="*/ 103061 w 533400"/>
              <a:gd name="connsiteY12" fmla="*/ 195453 h 542925"/>
              <a:gd name="connsiteX13" fmla="*/ 54007 w 533400"/>
              <a:gd name="connsiteY13" fmla="*/ 254794 h 542925"/>
              <a:gd name="connsiteX14" fmla="*/ 45434 w 533400"/>
              <a:gd name="connsiteY14" fmla="*/ 254794 h 542925"/>
              <a:gd name="connsiteX15" fmla="*/ 7144 w 533400"/>
              <a:gd name="connsiteY15" fmla="*/ 254794 h 542925"/>
              <a:gd name="connsiteX16" fmla="*/ 7144 w 533400"/>
              <a:gd name="connsiteY16" fmla="*/ 292894 h 542925"/>
              <a:gd name="connsiteX17" fmla="*/ 7144 w 533400"/>
              <a:gd name="connsiteY17" fmla="*/ 369094 h 542925"/>
              <a:gd name="connsiteX18" fmla="*/ 7144 w 533400"/>
              <a:gd name="connsiteY18" fmla="*/ 407194 h 542925"/>
              <a:gd name="connsiteX19" fmla="*/ 45434 w 533400"/>
              <a:gd name="connsiteY19" fmla="*/ 407194 h 542925"/>
              <a:gd name="connsiteX20" fmla="*/ 53912 w 533400"/>
              <a:gd name="connsiteY20" fmla="*/ 407194 h 542925"/>
              <a:gd name="connsiteX21" fmla="*/ 122111 w 533400"/>
              <a:gd name="connsiteY21" fmla="*/ 479298 h 542925"/>
              <a:gd name="connsiteX22" fmla="*/ 122111 w 533400"/>
              <a:gd name="connsiteY22" fmla="*/ 502444 h 542925"/>
              <a:gd name="connsiteX23" fmla="*/ 122111 w 533400"/>
              <a:gd name="connsiteY23" fmla="*/ 540544 h 542925"/>
              <a:gd name="connsiteX24" fmla="*/ 160401 w 533400"/>
              <a:gd name="connsiteY24" fmla="*/ 540544 h 542925"/>
              <a:gd name="connsiteX25" fmla="*/ 208312 w 533400"/>
              <a:gd name="connsiteY25" fmla="*/ 540544 h 542925"/>
              <a:gd name="connsiteX26" fmla="*/ 246602 w 533400"/>
              <a:gd name="connsiteY26" fmla="*/ 540544 h 542925"/>
              <a:gd name="connsiteX27" fmla="*/ 246602 w 533400"/>
              <a:gd name="connsiteY27" fmla="*/ 502444 h 542925"/>
              <a:gd name="connsiteX28" fmla="*/ 284893 w 533400"/>
              <a:gd name="connsiteY28" fmla="*/ 502444 h 542925"/>
              <a:gd name="connsiteX29" fmla="*/ 284893 w 533400"/>
              <a:gd name="connsiteY29" fmla="*/ 540544 h 542925"/>
              <a:gd name="connsiteX30" fmla="*/ 323183 w 533400"/>
              <a:gd name="connsiteY30" fmla="*/ 540544 h 542925"/>
              <a:gd name="connsiteX31" fmla="*/ 371094 w 533400"/>
              <a:gd name="connsiteY31" fmla="*/ 540544 h 542925"/>
              <a:gd name="connsiteX32" fmla="*/ 409385 w 533400"/>
              <a:gd name="connsiteY32" fmla="*/ 540544 h 542925"/>
              <a:gd name="connsiteX33" fmla="*/ 409385 w 533400"/>
              <a:gd name="connsiteY33" fmla="*/ 502444 h 542925"/>
              <a:gd name="connsiteX34" fmla="*/ 409385 w 533400"/>
              <a:gd name="connsiteY34" fmla="*/ 479298 h 542925"/>
              <a:gd name="connsiteX35" fmla="*/ 495586 w 533400"/>
              <a:gd name="connsiteY35" fmla="*/ 330994 h 542925"/>
              <a:gd name="connsiteX36" fmla="*/ 490061 w 533400"/>
              <a:gd name="connsiteY36" fmla="*/ 288703 h 542925"/>
              <a:gd name="connsiteX37" fmla="*/ 534162 w 533400"/>
              <a:gd name="connsiteY37" fmla="*/ 226219 h 542925"/>
              <a:gd name="connsiteX38" fmla="*/ 371285 w 533400"/>
              <a:gd name="connsiteY38" fmla="*/ 455390 h 542925"/>
              <a:gd name="connsiteX39" fmla="*/ 371285 w 533400"/>
              <a:gd name="connsiteY39" fmla="*/ 502444 h 542925"/>
              <a:gd name="connsiteX40" fmla="*/ 323374 w 533400"/>
              <a:gd name="connsiteY40" fmla="*/ 502444 h 542925"/>
              <a:gd name="connsiteX41" fmla="*/ 323374 w 533400"/>
              <a:gd name="connsiteY41" fmla="*/ 464344 h 542925"/>
              <a:gd name="connsiteX42" fmla="*/ 208407 w 533400"/>
              <a:gd name="connsiteY42" fmla="*/ 464344 h 542925"/>
              <a:gd name="connsiteX43" fmla="*/ 208407 w 533400"/>
              <a:gd name="connsiteY43" fmla="*/ 502444 h 542925"/>
              <a:gd name="connsiteX44" fmla="*/ 160496 w 533400"/>
              <a:gd name="connsiteY44" fmla="*/ 502444 h 542925"/>
              <a:gd name="connsiteX45" fmla="*/ 160496 w 533400"/>
              <a:gd name="connsiteY45" fmla="*/ 455390 h 542925"/>
              <a:gd name="connsiteX46" fmla="*/ 79915 w 533400"/>
              <a:gd name="connsiteY46" fmla="*/ 369094 h 542925"/>
              <a:gd name="connsiteX47" fmla="*/ 45434 w 533400"/>
              <a:gd name="connsiteY47" fmla="*/ 369094 h 542925"/>
              <a:gd name="connsiteX48" fmla="*/ 45434 w 533400"/>
              <a:gd name="connsiteY48" fmla="*/ 292894 h 542925"/>
              <a:gd name="connsiteX49" fmla="*/ 79820 w 533400"/>
              <a:gd name="connsiteY49" fmla="*/ 292894 h 542925"/>
              <a:gd name="connsiteX50" fmla="*/ 141256 w 533400"/>
              <a:gd name="connsiteY50" fmla="*/ 215646 h 542925"/>
              <a:gd name="connsiteX51" fmla="*/ 141256 w 533400"/>
              <a:gd name="connsiteY51" fmla="*/ 169069 h 542925"/>
              <a:gd name="connsiteX52" fmla="*/ 189167 w 533400"/>
              <a:gd name="connsiteY52" fmla="*/ 197644 h 542925"/>
              <a:gd name="connsiteX53" fmla="*/ 208312 w 533400"/>
              <a:gd name="connsiteY53" fmla="*/ 197644 h 542925"/>
              <a:gd name="connsiteX54" fmla="*/ 323374 w 533400"/>
              <a:gd name="connsiteY54" fmla="*/ 197644 h 542925"/>
              <a:gd name="connsiteX55" fmla="*/ 457486 w 533400"/>
              <a:gd name="connsiteY55" fmla="*/ 330994 h 542925"/>
              <a:gd name="connsiteX56" fmla="*/ 371285 w 533400"/>
              <a:gd name="connsiteY56" fmla="*/ 455390 h 542925"/>
              <a:gd name="connsiteX57" fmla="*/ 217170 w 533400"/>
              <a:gd name="connsiteY57" fmla="*/ 216694 h 542925"/>
              <a:gd name="connsiteX58" fmla="*/ 332137 w 533400"/>
              <a:gd name="connsiteY58" fmla="*/ 216694 h 542925"/>
              <a:gd name="connsiteX59" fmla="*/ 332137 w 533400"/>
              <a:gd name="connsiteY59" fmla="*/ 254794 h 542925"/>
              <a:gd name="connsiteX60" fmla="*/ 217170 w 533400"/>
              <a:gd name="connsiteY60" fmla="*/ 254794 h 542925"/>
              <a:gd name="connsiteX61" fmla="*/ 217170 w 533400"/>
              <a:gd name="connsiteY61" fmla="*/ 216694 h 542925"/>
              <a:gd name="connsiteX62" fmla="*/ 274701 w 533400"/>
              <a:gd name="connsiteY62" fmla="*/ 140494 h 542925"/>
              <a:gd name="connsiteX63" fmla="*/ 341757 w 533400"/>
              <a:gd name="connsiteY63" fmla="*/ 73819 h 542925"/>
              <a:gd name="connsiteX64" fmla="*/ 274701 w 533400"/>
              <a:gd name="connsiteY64" fmla="*/ 7144 h 542925"/>
              <a:gd name="connsiteX65" fmla="*/ 207645 w 533400"/>
              <a:gd name="connsiteY65" fmla="*/ 73819 h 542925"/>
              <a:gd name="connsiteX66" fmla="*/ 274701 w 533400"/>
              <a:gd name="connsiteY66" fmla="*/ 140494 h 542925"/>
              <a:gd name="connsiteX67" fmla="*/ 274701 w 533400"/>
              <a:gd name="connsiteY67" fmla="*/ 45244 h 542925"/>
              <a:gd name="connsiteX68" fmla="*/ 303467 w 533400"/>
              <a:gd name="connsiteY68" fmla="*/ 73819 h 542925"/>
              <a:gd name="connsiteX69" fmla="*/ 274701 w 533400"/>
              <a:gd name="connsiteY69" fmla="*/ 102394 h 542925"/>
              <a:gd name="connsiteX70" fmla="*/ 245936 w 533400"/>
              <a:gd name="connsiteY70" fmla="*/ 73819 h 542925"/>
              <a:gd name="connsiteX71" fmla="*/ 274701 w 533400"/>
              <a:gd name="connsiteY71" fmla="*/ 452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33400" h="542925">
                <a:moveTo>
                  <a:pt x="534162" y="226219"/>
                </a:moveTo>
                <a:cubicBezTo>
                  <a:pt x="534162" y="189452"/>
                  <a:pt x="504063" y="159544"/>
                  <a:pt x="467106" y="159544"/>
                </a:cubicBezTo>
                <a:lnTo>
                  <a:pt x="467106" y="178594"/>
                </a:lnTo>
                <a:lnTo>
                  <a:pt x="467106" y="197644"/>
                </a:lnTo>
                <a:cubicBezTo>
                  <a:pt x="482918" y="197644"/>
                  <a:pt x="495872" y="210503"/>
                  <a:pt x="495872" y="226219"/>
                </a:cubicBezTo>
                <a:cubicBezTo>
                  <a:pt x="495872" y="238601"/>
                  <a:pt x="487871" y="249079"/>
                  <a:pt x="476822" y="252984"/>
                </a:cubicBezTo>
                <a:cubicBezTo>
                  <a:pt x="473869" y="247269"/>
                  <a:pt x="470725" y="241744"/>
                  <a:pt x="467106" y="236411"/>
                </a:cubicBezTo>
                <a:cubicBezTo>
                  <a:pt x="436150" y="190119"/>
                  <a:pt x="383286" y="159544"/>
                  <a:pt x="323374" y="159544"/>
                </a:cubicBezTo>
                <a:lnTo>
                  <a:pt x="208788" y="159544"/>
                </a:lnTo>
                <a:cubicBezTo>
                  <a:pt x="191834" y="141542"/>
                  <a:pt x="167640" y="130969"/>
                  <a:pt x="141351" y="130969"/>
                </a:cubicBezTo>
                <a:lnTo>
                  <a:pt x="103061" y="130969"/>
                </a:lnTo>
                <a:lnTo>
                  <a:pt x="103061" y="169069"/>
                </a:lnTo>
                <a:lnTo>
                  <a:pt x="103061" y="195453"/>
                </a:lnTo>
                <a:cubicBezTo>
                  <a:pt x="82296" y="211360"/>
                  <a:pt x="65532" y="231648"/>
                  <a:pt x="54007" y="254794"/>
                </a:cubicBezTo>
                <a:lnTo>
                  <a:pt x="45434" y="254794"/>
                </a:lnTo>
                <a:lnTo>
                  <a:pt x="7144" y="254794"/>
                </a:lnTo>
                <a:lnTo>
                  <a:pt x="7144" y="292894"/>
                </a:lnTo>
                <a:lnTo>
                  <a:pt x="7144" y="369094"/>
                </a:lnTo>
                <a:lnTo>
                  <a:pt x="7144" y="407194"/>
                </a:lnTo>
                <a:lnTo>
                  <a:pt x="45434" y="407194"/>
                </a:lnTo>
                <a:lnTo>
                  <a:pt x="53912" y="407194"/>
                </a:lnTo>
                <a:cubicBezTo>
                  <a:pt x="68961" y="437198"/>
                  <a:pt x="92869" y="462439"/>
                  <a:pt x="122111" y="479298"/>
                </a:cubicBezTo>
                <a:lnTo>
                  <a:pt x="122111" y="502444"/>
                </a:lnTo>
                <a:lnTo>
                  <a:pt x="122111" y="540544"/>
                </a:lnTo>
                <a:lnTo>
                  <a:pt x="160401" y="540544"/>
                </a:lnTo>
                <a:lnTo>
                  <a:pt x="208312" y="540544"/>
                </a:lnTo>
                <a:lnTo>
                  <a:pt x="246602" y="540544"/>
                </a:lnTo>
                <a:lnTo>
                  <a:pt x="246602" y="502444"/>
                </a:lnTo>
                <a:lnTo>
                  <a:pt x="284893" y="502444"/>
                </a:lnTo>
                <a:lnTo>
                  <a:pt x="284893" y="540544"/>
                </a:lnTo>
                <a:lnTo>
                  <a:pt x="323183" y="540544"/>
                </a:lnTo>
                <a:lnTo>
                  <a:pt x="371094" y="540544"/>
                </a:lnTo>
                <a:lnTo>
                  <a:pt x="409385" y="540544"/>
                </a:lnTo>
                <a:lnTo>
                  <a:pt x="409385" y="502444"/>
                </a:lnTo>
                <a:lnTo>
                  <a:pt x="409385" y="479298"/>
                </a:lnTo>
                <a:cubicBezTo>
                  <a:pt x="461867" y="449009"/>
                  <a:pt x="495586" y="392335"/>
                  <a:pt x="495586" y="330994"/>
                </a:cubicBezTo>
                <a:cubicBezTo>
                  <a:pt x="495586" y="316325"/>
                  <a:pt x="493490" y="302228"/>
                  <a:pt x="490061" y="288703"/>
                </a:cubicBezTo>
                <a:cubicBezTo>
                  <a:pt x="515874" y="279273"/>
                  <a:pt x="534162" y="254889"/>
                  <a:pt x="534162" y="226219"/>
                </a:cubicBezTo>
                <a:close/>
                <a:moveTo>
                  <a:pt x="371285" y="455390"/>
                </a:moveTo>
                <a:lnTo>
                  <a:pt x="371285" y="502444"/>
                </a:lnTo>
                <a:lnTo>
                  <a:pt x="323374" y="502444"/>
                </a:lnTo>
                <a:lnTo>
                  <a:pt x="323374" y="464344"/>
                </a:lnTo>
                <a:lnTo>
                  <a:pt x="208407" y="464344"/>
                </a:lnTo>
                <a:lnTo>
                  <a:pt x="208407" y="502444"/>
                </a:lnTo>
                <a:lnTo>
                  <a:pt x="160496" y="502444"/>
                </a:lnTo>
                <a:lnTo>
                  <a:pt x="160496" y="455390"/>
                </a:lnTo>
                <a:cubicBezTo>
                  <a:pt x="121825" y="440626"/>
                  <a:pt x="91821" y="408813"/>
                  <a:pt x="79915" y="369094"/>
                </a:cubicBezTo>
                <a:lnTo>
                  <a:pt x="45434" y="369094"/>
                </a:lnTo>
                <a:lnTo>
                  <a:pt x="45434" y="292894"/>
                </a:lnTo>
                <a:lnTo>
                  <a:pt x="79820" y="292894"/>
                </a:lnTo>
                <a:cubicBezTo>
                  <a:pt x="89630" y="260033"/>
                  <a:pt x="112014" y="232505"/>
                  <a:pt x="141256" y="215646"/>
                </a:cubicBezTo>
                <a:lnTo>
                  <a:pt x="141256" y="169069"/>
                </a:lnTo>
                <a:cubicBezTo>
                  <a:pt x="160401" y="169069"/>
                  <a:pt x="179546" y="178594"/>
                  <a:pt x="189167" y="197644"/>
                </a:cubicBezTo>
                <a:cubicBezTo>
                  <a:pt x="189167" y="197644"/>
                  <a:pt x="204978" y="197644"/>
                  <a:pt x="208312" y="197644"/>
                </a:cubicBezTo>
                <a:lnTo>
                  <a:pt x="323374" y="197644"/>
                </a:lnTo>
                <a:cubicBezTo>
                  <a:pt x="397478" y="197644"/>
                  <a:pt x="457486" y="257366"/>
                  <a:pt x="457486" y="330994"/>
                </a:cubicBezTo>
                <a:cubicBezTo>
                  <a:pt x="457486" y="387858"/>
                  <a:pt x="421672" y="436245"/>
                  <a:pt x="371285" y="455390"/>
                </a:cubicBezTo>
                <a:close/>
                <a:moveTo>
                  <a:pt x="217170" y="216694"/>
                </a:moveTo>
                <a:lnTo>
                  <a:pt x="332137" y="216694"/>
                </a:lnTo>
                <a:lnTo>
                  <a:pt x="332137" y="254794"/>
                </a:lnTo>
                <a:lnTo>
                  <a:pt x="217170" y="254794"/>
                </a:lnTo>
                <a:lnTo>
                  <a:pt x="217170" y="216694"/>
                </a:lnTo>
                <a:close/>
                <a:moveTo>
                  <a:pt x="274701" y="140494"/>
                </a:moveTo>
                <a:cubicBezTo>
                  <a:pt x="311658" y="140494"/>
                  <a:pt x="341757" y="110585"/>
                  <a:pt x="341757" y="73819"/>
                </a:cubicBezTo>
                <a:cubicBezTo>
                  <a:pt x="341757" y="37052"/>
                  <a:pt x="311658" y="7144"/>
                  <a:pt x="274701" y="7144"/>
                </a:cubicBezTo>
                <a:cubicBezTo>
                  <a:pt x="237744" y="7144"/>
                  <a:pt x="207645" y="37052"/>
                  <a:pt x="207645" y="73819"/>
                </a:cubicBezTo>
                <a:cubicBezTo>
                  <a:pt x="207645" y="110585"/>
                  <a:pt x="237649" y="140494"/>
                  <a:pt x="274701" y="140494"/>
                </a:cubicBezTo>
                <a:close/>
                <a:moveTo>
                  <a:pt x="274701" y="45244"/>
                </a:moveTo>
                <a:cubicBezTo>
                  <a:pt x="290513" y="45244"/>
                  <a:pt x="303467" y="58103"/>
                  <a:pt x="303467" y="73819"/>
                </a:cubicBezTo>
                <a:cubicBezTo>
                  <a:pt x="303467" y="89535"/>
                  <a:pt x="290608" y="102394"/>
                  <a:pt x="274701" y="102394"/>
                </a:cubicBezTo>
                <a:cubicBezTo>
                  <a:pt x="258890" y="102394"/>
                  <a:pt x="245936" y="89535"/>
                  <a:pt x="245936" y="73819"/>
                </a:cubicBezTo>
                <a:cubicBezTo>
                  <a:pt x="245936" y="58103"/>
                  <a:pt x="258794" y="45244"/>
                  <a:pt x="274701" y="45244"/>
                </a:cubicBezTo>
                <a:close/>
              </a:path>
            </a:pathLst>
          </a:custGeom>
          <a:solidFill>
            <a:schemeClr val="tx2"/>
          </a:solidFill>
          <a:ln w="9525" cap="flat">
            <a:noFill/>
            <a:prstDash val="solid"/>
            <a:miter/>
          </a:ln>
        </p:spPr>
        <p:txBody>
          <a:bodyPr rtlCol="0" anchor="ctr"/>
          <a:lstStyle/>
          <a:p>
            <a:endParaRPr lang="en-US"/>
          </a:p>
        </p:txBody>
      </p:sp>
      <p:sp>
        <p:nvSpPr>
          <p:cNvPr id="88" name="TextBox 11">
            <a:extLst>
              <a:ext uri="{FF2B5EF4-FFF2-40B4-BE49-F238E27FC236}">
                <a16:creationId xmlns:a16="http://schemas.microsoft.com/office/drawing/2014/main" id="{DEEC2ADE-4441-1E49-BA57-A69E87B65B76}"/>
              </a:ext>
            </a:extLst>
          </p:cNvPr>
          <p:cNvSpPr txBox="1"/>
          <p:nvPr/>
        </p:nvSpPr>
        <p:spPr>
          <a:xfrm>
            <a:off x="7297396" y="1867665"/>
            <a:ext cx="222817" cy="215444"/>
          </a:xfrm>
          <a:prstGeom prst="rect">
            <a:avLst/>
          </a:prstGeom>
          <a:noFill/>
        </p:spPr>
        <p:txBody>
          <a:bodyPr wrap="none" lIns="0" rIns="0" rtlCol="0" anchor="ctr" anchorCtr="0">
            <a:noAutofit/>
          </a:bodyPr>
          <a:lstStyle/>
          <a:p>
            <a:pPr algn="ctr"/>
            <a:r>
              <a:rPr lang="en-US" sz="800"/>
              <a:t>Bank</a:t>
            </a:r>
          </a:p>
        </p:txBody>
      </p:sp>
      <p:sp>
        <p:nvSpPr>
          <p:cNvPr id="92" name="Graphic 90">
            <a:extLst>
              <a:ext uri="{FF2B5EF4-FFF2-40B4-BE49-F238E27FC236}">
                <a16:creationId xmlns:a16="http://schemas.microsoft.com/office/drawing/2014/main" id="{173EDAC2-C273-D64D-B7DB-EEA2DE9C66B2}"/>
              </a:ext>
            </a:extLst>
          </p:cNvPr>
          <p:cNvSpPr>
            <a:spLocks noChangeAspect="1"/>
          </p:cNvSpPr>
          <p:nvPr/>
        </p:nvSpPr>
        <p:spPr>
          <a:xfrm>
            <a:off x="788269" y="2264308"/>
            <a:ext cx="571442" cy="477345"/>
          </a:xfrm>
          <a:custGeom>
            <a:avLst/>
            <a:gdLst>
              <a:gd name="connsiteX0" fmla="*/ 530142 w 571442"/>
              <a:gd name="connsiteY0" fmla="*/ 180051 h 477345"/>
              <a:gd name="connsiteX1" fmla="*/ 532219 w 571442"/>
              <a:gd name="connsiteY1" fmla="*/ 160239 h 477345"/>
              <a:gd name="connsiteX2" fmla="*/ 456133 w 571442"/>
              <a:gd name="connsiteY2" fmla="*/ 65189 h 477345"/>
              <a:gd name="connsiteX3" fmla="*/ 364150 w 571442"/>
              <a:gd name="connsiteY3" fmla="*/ 0 h 477345"/>
              <a:gd name="connsiteX4" fmla="*/ 285721 w 571442"/>
              <a:gd name="connsiteY4" fmla="*/ 39843 h 477345"/>
              <a:gd name="connsiteX5" fmla="*/ 207293 w 571442"/>
              <a:gd name="connsiteY5" fmla="*/ 0 h 477345"/>
              <a:gd name="connsiteX6" fmla="*/ 115310 w 571442"/>
              <a:gd name="connsiteY6" fmla="*/ 65189 h 477345"/>
              <a:gd name="connsiteX7" fmla="*/ 39214 w 571442"/>
              <a:gd name="connsiteY7" fmla="*/ 160239 h 477345"/>
              <a:gd name="connsiteX8" fmla="*/ 39262 w 571442"/>
              <a:gd name="connsiteY8" fmla="*/ 161106 h 477345"/>
              <a:gd name="connsiteX9" fmla="*/ 39233 w 571442"/>
              <a:gd name="connsiteY9" fmla="*/ 161106 h 477345"/>
              <a:gd name="connsiteX10" fmla="*/ 39338 w 571442"/>
              <a:gd name="connsiteY10" fmla="*/ 162601 h 477345"/>
              <a:gd name="connsiteX11" fmla="*/ 41291 w 571442"/>
              <a:gd name="connsiteY11" fmla="*/ 180051 h 477345"/>
              <a:gd name="connsiteX12" fmla="*/ 0 w 571442"/>
              <a:gd name="connsiteY12" fmla="*/ 277892 h 477345"/>
              <a:gd name="connsiteX13" fmla="*/ 101222 w 571442"/>
              <a:gd name="connsiteY13" fmla="*/ 409832 h 477345"/>
              <a:gd name="connsiteX14" fmla="*/ 199444 w 571442"/>
              <a:gd name="connsiteY14" fmla="*/ 477345 h 477345"/>
              <a:gd name="connsiteX15" fmla="*/ 285769 w 571442"/>
              <a:gd name="connsiteY15" fmla="*/ 432092 h 477345"/>
              <a:gd name="connsiteX16" fmla="*/ 371999 w 571442"/>
              <a:gd name="connsiteY16" fmla="*/ 477345 h 477345"/>
              <a:gd name="connsiteX17" fmla="*/ 470221 w 571442"/>
              <a:gd name="connsiteY17" fmla="*/ 409832 h 477345"/>
              <a:gd name="connsiteX18" fmla="*/ 571443 w 571442"/>
              <a:gd name="connsiteY18" fmla="*/ 277892 h 477345"/>
              <a:gd name="connsiteX19" fmla="*/ 530142 w 571442"/>
              <a:gd name="connsiteY19" fmla="*/ 180051 h 477345"/>
              <a:gd name="connsiteX20" fmla="*/ 266414 w 571442"/>
              <a:gd name="connsiteY20" fmla="*/ 376657 h 477345"/>
              <a:gd name="connsiteX21" fmla="*/ 199434 w 571442"/>
              <a:gd name="connsiteY21" fmla="*/ 439245 h 477345"/>
              <a:gd name="connsiteX22" fmla="*/ 134436 w 571442"/>
              <a:gd name="connsiteY22" fmla="*/ 388858 h 477345"/>
              <a:gd name="connsiteX23" fmla="*/ 131378 w 571442"/>
              <a:gd name="connsiteY23" fmla="*/ 377009 h 477345"/>
              <a:gd name="connsiteX24" fmla="*/ 119329 w 571442"/>
              <a:gd name="connsiteY24" fmla="*/ 374866 h 477345"/>
              <a:gd name="connsiteX25" fmla="*/ 38090 w 571442"/>
              <a:gd name="connsiteY25" fmla="*/ 277892 h 477345"/>
              <a:gd name="connsiteX26" fmla="*/ 59884 w 571442"/>
              <a:gd name="connsiteY26" fmla="*/ 216189 h 477345"/>
              <a:gd name="connsiteX27" fmla="*/ 76743 w 571442"/>
              <a:gd name="connsiteY27" fmla="*/ 231267 h 477345"/>
              <a:gd name="connsiteX28" fmla="*/ 117053 w 571442"/>
              <a:gd name="connsiteY28" fmla="*/ 242335 h 477345"/>
              <a:gd name="connsiteX29" fmla="*/ 145161 w 571442"/>
              <a:gd name="connsiteY29" fmla="*/ 238496 h 477345"/>
              <a:gd name="connsiteX30" fmla="*/ 216599 w 571442"/>
              <a:gd name="connsiteY30" fmla="*/ 284178 h 477345"/>
              <a:gd name="connsiteX31" fmla="*/ 216599 w 571442"/>
              <a:gd name="connsiteY31" fmla="*/ 246078 h 477345"/>
              <a:gd name="connsiteX32" fmla="*/ 178051 w 571442"/>
              <a:gd name="connsiteY32" fmla="*/ 212855 h 477345"/>
              <a:gd name="connsiteX33" fmla="*/ 216599 w 571442"/>
              <a:gd name="connsiteY33" fmla="*/ 179622 h 477345"/>
              <a:gd name="connsiteX34" fmla="*/ 216599 w 571442"/>
              <a:gd name="connsiteY34" fmla="*/ 141522 h 477345"/>
              <a:gd name="connsiteX35" fmla="*/ 141246 w 571442"/>
              <a:gd name="connsiteY35" fmla="*/ 200130 h 477345"/>
              <a:gd name="connsiteX36" fmla="*/ 97222 w 571442"/>
              <a:gd name="connsiteY36" fmla="*/ 199139 h 477345"/>
              <a:gd name="connsiteX37" fmla="*/ 77324 w 571442"/>
              <a:gd name="connsiteY37" fmla="*/ 159820 h 477345"/>
              <a:gd name="connsiteX38" fmla="*/ 131893 w 571442"/>
              <a:gd name="connsiteY38" fmla="*/ 101117 h 477345"/>
              <a:gd name="connsiteX39" fmla="*/ 146247 w 571442"/>
              <a:gd name="connsiteY39" fmla="*/ 99965 h 477345"/>
              <a:gd name="connsiteX40" fmla="*/ 149047 w 571442"/>
              <a:gd name="connsiteY40" fmla="*/ 85839 h 477345"/>
              <a:gd name="connsiteX41" fmla="*/ 207274 w 571442"/>
              <a:gd name="connsiteY41" fmla="*/ 38110 h 477345"/>
              <a:gd name="connsiteX42" fmla="*/ 251069 w 571442"/>
              <a:gd name="connsiteY42" fmla="*/ 57426 h 477345"/>
              <a:gd name="connsiteX43" fmla="*/ 228238 w 571442"/>
              <a:gd name="connsiteY43" fmla="*/ 64484 h 477345"/>
              <a:gd name="connsiteX44" fmla="*/ 185661 w 571442"/>
              <a:gd name="connsiteY44" fmla="*/ 86201 h 477345"/>
              <a:gd name="connsiteX45" fmla="*/ 210017 w 571442"/>
              <a:gd name="connsiteY45" fmla="*/ 115510 h 477345"/>
              <a:gd name="connsiteX46" fmla="*/ 235668 w 571442"/>
              <a:gd name="connsiteY46" fmla="*/ 101851 h 477345"/>
              <a:gd name="connsiteX47" fmla="*/ 266433 w 571442"/>
              <a:gd name="connsiteY47" fmla="*/ 92278 h 477345"/>
              <a:gd name="connsiteX48" fmla="*/ 266671 w 571442"/>
              <a:gd name="connsiteY48" fmla="*/ 96841 h 477345"/>
              <a:gd name="connsiteX49" fmla="*/ 266576 w 571442"/>
              <a:gd name="connsiteY49" fmla="*/ 99155 h 477345"/>
              <a:gd name="connsiteX50" fmla="*/ 266614 w 571442"/>
              <a:gd name="connsiteY50" fmla="*/ 99860 h 477345"/>
              <a:gd name="connsiteX51" fmla="*/ 266652 w 571442"/>
              <a:gd name="connsiteY51" fmla="*/ 101127 h 477345"/>
              <a:gd name="connsiteX52" fmla="*/ 266652 w 571442"/>
              <a:gd name="connsiteY52" fmla="*/ 105766 h 477345"/>
              <a:gd name="connsiteX53" fmla="*/ 266652 w 571442"/>
              <a:gd name="connsiteY53" fmla="*/ 321269 h 477345"/>
              <a:gd name="connsiteX54" fmla="*/ 152390 w 571442"/>
              <a:gd name="connsiteY54" fmla="*/ 299695 h 477345"/>
              <a:gd name="connsiteX55" fmla="*/ 122358 w 571442"/>
              <a:gd name="connsiteY55" fmla="*/ 323145 h 477345"/>
              <a:gd name="connsiteX56" fmla="*/ 221475 w 571442"/>
              <a:gd name="connsiteY56" fmla="*/ 373742 h 477345"/>
              <a:gd name="connsiteX57" fmla="*/ 266652 w 571442"/>
              <a:gd name="connsiteY57" fmla="*/ 364217 h 477345"/>
              <a:gd name="connsiteX58" fmla="*/ 266652 w 571442"/>
              <a:gd name="connsiteY58" fmla="*/ 372008 h 477345"/>
              <a:gd name="connsiteX59" fmla="*/ 266414 w 571442"/>
              <a:gd name="connsiteY59" fmla="*/ 376657 h 477345"/>
              <a:gd name="connsiteX60" fmla="*/ 452104 w 571442"/>
              <a:gd name="connsiteY60" fmla="*/ 374866 h 477345"/>
              <a:gd name="connsiteX61" fmla="*/ 440045 w 571442"/>
              <a:gd name="connsiteY61" fmla="*/ 377009 h 477345"/>
              <a:gd name="connsiteX62" fmla="*/ 436988 w 571442"/>
              <a:gd name="connsiteY62" fmla="*/ 388858 h 477345"/>
              <a:gd name="connsiteX63" fmla="*/ 371989 w 571442"/>
              <a:gd name="connsiteY63" fmla="*/ 439245 h 477345"/>
              <a:gd name="connsiteX64" fmla="*/ 310010 w 571442"/>
              <a:gd name="connsiteY64" fmla="*/ 397450 h 477345"/>
              <a:gd name="connsiteX65" fmla="*/ 426149 w 571442"/>
              <a:gd name="connsiteY65" fmla="*/ 330699 h 477345"/>
              <a:gd name="connsiteX66" fmla="*/ 388049 w 571442"/>
              <a:gd name="connsiteY66" fmla="*/ 330699 h 477345"/>
              <a:gd name="connsiteX67" fmla="*/ 304762 w 571442"/>
              <a:gd name="connsiteY67" fmla="*/ 359483 h 477345"/>
              <a:gd name="connsiteX68" fmla="*/ 304762 w 571442"/>
              <a:gd name="connsiteY68" fmla="*/ 148295 h 477345"/>
              <a:gd name="connsiteX69" fmla="*/ 354768 w 571442"/>
              <a:gd name="connsiteY69" fmla="*/ 134560 h 477345"/>
              <a:gd name="connsiteX70" fmla="*/ 397440 w 571442"/>
              <a:gd name="connsiteY70" fmla="*/ 159687 h 477345"/>
              <a:gd name="connsiteX71" fmla="*/ 432225 w 571442"/>
              <a:gd name="connsiteY71" fmla="*/ 144132 h 477345"/>
              <a:gd name="connsiteX72" fmla="*/ 362560 w 571442"/>
              <a:gd name="connsiteY72" fmla="*/ 97269 h 477345"/>
              <a:gd name="connsiteX73" fmla="*/ 304800 w 571442"/>
              <a:gd name="connsiteY73" fmla="*/ 102918 h 477345"/>
              <a:gd name="connsiteX74" fmla="*/ 304762 w 571442"/>
              <a:gd name="connsiteY74" fmla="*/ 101156 h 477345"/>
              <a:gd name="connsiteX75" fmla="*/ 304800 w 571442"/>
              <a:gd name="connsiteY75" fmla="*/ 99879 h 477345"/>
              <a:gd name="connsiteX76" fmla="*/ 304829 w 571442"/>
              <a:gd name="connsiteY76" fmla="*/ 98870 h 477345"/>
              <a:gd name="connsiteX77" fmla="*/ 304762 w 571442"/>
              <a:gd name="connsiteY77" fmla="*/ 97507 h 477345"/>
              <a:gd name="connsiteX78" fmla="*/ 364141 w 571442"/>
              <a:gd name="connsiteY78" fmla="*/ 38119 h 477345"/>
              <a:gd name="connsiteX79" fmla="*/ 422358 w 571442"/>
              <a:gd name="connsiteY79" fmla="*/ 85849 h 477345"/>
              <a:gd name="connsiteX80" fmla="*/ 425167 w 571442"/>
              <a:gd name="connsiteY80" fmla="*/ 99974 h 477345"/>
              <a:gd name="connsiteX81" fmla="*/ 439531 w 571442"/>
              <a:gd name="connsiteY81" fmla="*/ 101127 h 477345"/>
              <a:gd name="connsiteX82" fmla="*/ 494109 w 571442"/>
              <a:gd name="connsiteY82" fmla="*/ 160258 h 477345"/>
              <a:gd name="connsiteX83" fmla="*/ 490652 w 571442"/>
              <a:gd name="connsiteY83" fmla="*/ 180042 h 477345"/>
              <a:gd name="connsiteX84" fmla="*/ 486146 w 571442"/>
              <a:gd name="connsiteY84" fmla="*/ 192748 h 477345"/>
              <a:gd name="connsiteX85" fmla="*/ 496634 w 571442"/>
              <a:gd name="connsiteY85" fmla="*/ 201225 h 477345"/>
              <a:gd name="connsiteX86" fmla="*/ 533333 w 571442"/>
              <a:gd name="connsiteY86" fmla="*/ 277911 h 477345"/>
              <a:gd name="connsiteX87" fmla="*/ 452104 w 571442"/>
              <a:gd name="connsiteY87" fmla="*/ 374866 h 477345"/>
              <a:gd name="connsiteX88" fmla="*/ 511245 w 571442"/>
              <a:gd name="connsiteY88" fmla="*/ 309305 h 477345"/>
              <a:gd name="connsiteX89" fmla="*/ 473669 w 571442"/>
              <a:gd name="connsiteY89" fmla="*/ 303019 h 477345"/>
              <a:gd name="connsiteX90" fmla="*/ 452085 w 571442"/>
              <a:gd name="connsiteY90" fmla="*/ 274025 h 477345"/>
              <a:gd name="connsiteX91" fmla="*/ 398583 w 571442"/>
              <a:gd name="connsiteY91" fmla="*/ 278130 h 477345"/>
              <a:gd name="connsiteX92" fmla="*/ 383410 w 571442"/>
              <a:gd name="connsiteY92" fmla="*/ 296008 h 477345"/>
              <a:gd name="connsiteX93" fmla="*/ 342024 w 571442"/>
              <a:gd name="connsiteY93" fmla="*/ 310591 h 477345"/>
              <a:gd name="connsiteX94" fmla="*/ 336242 w 571442"/>
              <a:gd name="connsiteY94" fmla="*/ 310353 h 477345"/>
              <a:gd name="connsiteX95" fmla="*/ 339481 w 571442"/>
              <a:gd name="connsiteY95" fmla="*/ 272386 h 477345"/>
              <a:gd name="connsiteX96" fmla="*/ 359435 w 571442"/>
              <a:gd name="connsiteY96" fmla="*/ 266405 h 477345"/>
              <a:gd name="connsiteX97" fmla="*/ 368541 w 571442"/>
              <a:gd name="connsiteY97" fmla="*/ 249526 h 477345"/>
              <a:gd name="connsiteX98" fmla="*/ 343757 w 571442"/>
              <a:gd name="connsiteY98" fmla="*/ 222066 h 477345"/>
              <a:gd name="connsiteX99" fmla="*/ 346996 w 571442"/>
              <a:gd name="connsiteY99" fmla="*/ 184109 h 477345"/>
              <a:gd name="connsiteX100" fmla="*/ 405517 w 571442"/>
              <a:gd name="connsiteY100" fmla="*/ 235668 h 477345"/>
              <a:gd name="connsiteX101" fmla="*/ 468325 w 571442"/>
              <a:gd name="connsiteY101" fmla="*/ 239563 h 477345"/>
              <a:gd name="connsiteX102" fmla="*/ 511245 w 571442"/>
              <a:gd name="connsiteY102" fmla="*/ 309305 h 47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71442" h="477345">
                <a:moveTo>
                  <a:pt x="530142" y="180051"/>
                </a:moveTo>
                <a:cubicBezTo>
                  <a:pt x="531524" y="173507"/>
                  <a:pt x="532219" y="166888"/>
                  <a:pt x="532219" y="160239"/>
                </a:cubicBezTo>
                <a:cubicBezTo>
                  <a:pt x="532219" y="114443"/>
                  <a:pt x="499748" y="75057"/>
                  <a:pt x="456133" y="65189"/>
                </a:cubicBezTo>
                <a:cubicBezTo>
                  <a:pt x="442627" y="26718"/>
                  <a:pt x="405889" y="0"/>
                  <a:pt x="364150" y="0"/>
                </a:cubicBezTo>
                <a:cubicBezTo>
                  <a:pt x="331975" y="0"/>
                  <a:pt x="303486" y="15735"/>
                  <a:pt x="285721" y="39843"/>
                </a:cubicBezTo>
                <a:cubicBezTo>
                  <a:pt x="267957" y="15735"/>
                  <a:pt x="239459" y="0"/>
                  <a:pt x="207293" y="0"/>
                </a:cubicBezTo>
                <a:cubicBezTo>
                  <a:pt x="165564" y="0"/>
                  <a:pt x="128816" y="26718"/>
                  <a:pt x="115310" y="65189"/>
                </a:cubicBezTo>
                <a:cubicBezTo>
                  <a:pt x="71695" y="75047"/>
                  <a:pt x="39214" y="114433"/>
                  <a:pt x="39214" y="160239"/>
                </a:cubicBezTo>
                <a:cubicBezTo>
                  <a:pt x="39214" y="160525"/>
                  <a:pt x="39253" y="160820"/>
                  <a:pt x="39262" y="161106"/>
                </a:cubicBezTo>
                <a:lnTo>
                  <a:pt x="39233" y="161106"/>
                </a:lnTo>
                <a:cubicBezTo>
                  <a:pt x="39243" y="161268"/>
                  <a:pt x="39281" y="161849"/>
                  <a:pt x="39338" y="162601"/>
                </a:cubicBezTo>
                <a:cubicBezTo>
                  <a:pt x="39481" y="168450"/>
                  <a:pt x="40072" y="174279"/>
                  <a:pt x="41291" y="180051"/>
                </a:cubicBezTo>
                <a:cubicBezTo>
                  <a:pt x="14897" y="205721"/>
                  <a:pt x="0" y="240725"/>
                  <a:pt x="0" y="277892"/>
                </a:cubicBezTo>
                <a:cubicBezTo>
                  <a:pt x="0" y="340262"/>
                  <a:pt x="41920" y="394002"/>
                  <a:pt x="101222" y="409832"/>
                </a:cubicBezTo>
                <a:cubicBezTo>
                  <a:pt x="116681" y="450113"/>
                  <a:pt x="155515" y="477345"/>
                  <a:pt x="199444" y="477345"/>
                </a:cubicBezTo>
                <a:cubicBezTo>
                  <a:pt x="234963" y="477345"/>
                  <a:pt x="266662" y="459400"/>
                  <a:pt x="285769" y="432092"/>
                </a:cubicBezTo>
                <a:cubicBezTo>
                  <a:pt x="304895" y="459457"/>
                  <a:pt x="336547" y="477345"/>
                  <a:pt x="371999" y="477345"/>
                </a:cubicBezTo>
                <a:cubicBezTo>
                  <a:pt x="415938" y="477345"/>
                  <a:pt x="454771" y="450123"/>
                  <a:pt x="470221" y="409832"/>
                </a:cubicBezTo>
                <a:cubicBezTo>
                  <a:pt x="529533" y="394011"/>
                  <a:pt x="571443" y="340271"/>
                  <a:pt x="571443" y="277892"/>
                </a:cubicBezTo>
                <a:cubicBezTo>
                  <a:pt x="571433" y="240725"/>
                  <a:pt x="556536" y="205721"/>
                  <a:pt x="530142" y="180051"/>
                </a:cubicBezTo>
                <a:close/>
                <a:moveTo>
                  <a:pt x="266414" y="376657"/>
                </a:moveTo>
                <a:cubicBezTo>
                  <a:pt x="264014" y="411756"/>
                  <a:pt x="234601" y="439245"/>
                  <a:pt x="199434" y="439245"/>
                </a:cubicBezTo>
                <a:cubicBezTo>
                  <a:pt x="168831" y="439245"/>
                  <a:pt x="142103" y="418519"/>
                  <a:pt x="134436" y="388858"/>
                </a:cubicBezTo>
                <a:lnTo>
                  <a:pt x="131378" y="377009"/>
                </a:lnTo>
                <a:lnTo>
                  <a:pt x="119329" y="374866"/>
                </a:lnTo>
                <a:cubicBezTo>
                  <a:pt x="72257" y="366493"/>
                  <a:pt x="38090" y="325717"/>
                  <a:pt x="38090" y="277892"/>
                </a:cubicBezTo>
                <a:cubicBezTo>
                  <a:pt x="38090" y="255137"/>
                  <a:pt x="45882" y="233534"/>
                  <a:pt x="59884" y="216189"/>
                </a:cubicBezTo>
                <a:cubicBezTo>
                  <a:pt x="64437" y="221780"/>
                  <a:pt x="69961" y="226981"/>
                  <a:pt x="76743" y="231267"/>
                </a:cubicBezTo>
                <a:cubicBezTo>
                  <a:pt x="88421" y="238649"/>
                  <a:pt x="101898" y="242335"/>
                  <a:pt x="117053" y="242335"/>
                </a:cubicBezTo>
                <a:cubicBezTo>
                  <a:pt x="125844" y="242335"/>
                  <a:pt x="135255" y="240983"/>
                  <a:pt x="145161" y="238496"/>
                </a:cubicBezTo>
                <a:cubicBezTo>
                  <a:pt x="156258" y="265176"/>
                  <a:pt x="184061" y="284178"/>
                  <a:pt x="216599" y="284178"/>
                </a:cubicBezTo>
                <a:lnTo>
                  <a:pt x="216599" y="246078"/>
                </a:lnTo>
                <a:cubicBezTo>
                  <a:pt x="195348" y="246078"/>
                  <a:pt x="178051" y="231181"/>
                  <a:pt x="178051" y="212855"/>
                </a:cubicBezTo>
                <a:cubicBezTo>
                  <a:pt x="178051" y="194529"/>
                  <a:pt x="195339" y="179622"/>
                  <a:pt x="216599" y="179622"/>
                </a:cubicBezTo>
                <a:lnTo>
                  <a:pt x="216599" y="141522"/>
                </a:lnTo>
                <a:cubicBezTo>
                  <a:pt x="179013" y="141522"/>
                  <a:pt x="147723" y="166859"/>
                  <a:pt x="141246" y="200130"/>
                </a:cubicBezTo>
                <a:cubicBezTo>
                  <a:pt x="126006" y="204711"/>
                  <a:pt x="109204" y="206626"/>
                  <a:pt x="97222" y="199139"/>
                </a:cubicBezTo>
                <a:cubicBezTo>
                  <a:pt x="80429" y="188662"/>
                  <a:pt x="77657" y="163687"/>
                  <a:pt x="77324" y="159820"/>
                </a:cubicBezTo>
                <a:cubicBezTo>
                  <a:pt x="77543" y="129302"/>
                  <a:pt x="101422" y="103546"/>
                  <a:pt x="131893" y="101117"/>
                </a:cubicBezTo>
                <a:lnTo>
                  <a:pt x="146247" y="99965"/>
                </a:lnTo>
                <a:lnTo>
                  <a:pt x="149047" y="85839"/>
                </a:lnTo>
                <a:cubicBezTo>
                  <a:pt x="154553" y="58179"/>
                  <a:pt x="179032" y="38110"/>
                  <a:pt x="207274" y="38110"/>
                </a:cubicBezTo>
                <a:cubicBezTo>
                  <a:pt x="224619" y="38110"/>
                  <a:pt x="240201" y="45625"/>
                  <a:pt x="251069" y="57426"/>
                </a:cubicBezTo>
                <a:cubicBezTo>
                  <a:pt x="243297" y="60446"/>
                  <a:pt x="235096" y="63122"/>
                  <a:pt x="228238" y="64484"/>
                </a:cubicBezTo>
                <a:cubicBezTo>
                  <a:pt x="207159" y="68675"/>
                  <a:pt x="187795" y="84420"/>
                  <a:pt x="185661" y="86201"/>
                </a:cubicBezTo>
                <a:lnTo>
                  <a:pt x="210017" y="115510"/>
                </a:lnTo>
                <a:cubicBezTo>
                  <a:pt x="213560" y="112586"/>
                  <a:pt x="225885" y="103803"/>
                  <a:pt x="235668" y="101851"/>
                </a:cubicBezTo>
                <a:cubicBezTo>
                  <a:pt x="242278" y="100536"/>
                  <a:pt x="254117" y="97088"/>
                  <a:pt x="266433" y="92278"/>
                </a:cubicBezTo>
                <a:cubicBezTo>
                  <a:pt x="266557" y="93793"/>
                  <a:pt x="266671" y="95307"/>
                  <a:pt x="266671" y="96841"/>
                </a:cubicBezTo>
                <a:lnTo>
                  <a:pt x="266576" y="99155"/>
                </a:lnTo>
                <a:lnTo>
                  <a:pt x="266614" y="99860"/>
                </a:lnTo>
                <a:cubicBezTo>
                  <a:pt x="266643" y="100374"/>
                  <a:pt x="266633" y="100689"/>
                  <a:pt x="266652" y="101127"/>
                </a:cubicBezTo>
                <a:cubicBezTo>
                  <a:pt x="266614" y="103222"/>
                  <a:pt x="266624" y="104956"/>
                  <a:pt x="266652" y="105766"/>
                </a:cubicBezTo>
                <a:lnTo>
                  <a:pt x="266652" y="321269"/>
                </a:lnTo>
                <a:cubicBezTo>
                  <a:pt x="203530" y="360750"/>
                  <a:pt x="157601" y="306286"/>
                  <a:pt x="152390" y="299695"/>
                </a:cubicBezTo>
                <a:lnTo>
                  <a:pt x="122358" y="323145"/>
                </a:lnTo>
                <a:cubicBezTo>
                  <a:pt x="139560" y="345262"/>
                  <a:pt x="175993" y="373742"/>
                  <a:pt x="221475" y="373742"/>
                </a:cubicBezTo>
                <a:cubicBezTo>
                  <a:pt x="235744" y="373742"/>
                  <a:pt x="250917" y="370903"/>
                  <a:pt x="266652" y="364217"/>
                </a:cubicBezTo>
                <a:lnTo>
                  <a:pt x="266652" y="372008"/>
                </a:lnTo>
                <a:cubicBezTo>
                  <a:pt x="266662" y="373466"/>
                  <a:pt x="266576" y="374818"/>
                  <a:pt x="266414" y="376657"/>
                </a:cubicBezTo>
                <a:close/>
                <a:moveTo>
                  <a:pt x="452104" y="374866"/>
                </a:moveTo>
                <a:lnTo>
                  <a:pt x="440045" y="377009"/>
                </a:lnTo>
                <a:lnTo>
                  <a:pt x="436988" y="388858"/>
                </a:lnTo>
                <a:cubicBezTo>
                  <a:pt x="429320" y="418519"/>
                  <a:pt x="402603" y="439245"/>
                  <a:pt x="371989" y="439245"/>
                </a:cubicBezTo>
                <a:cubicBezTo>
                  <a:pt x="344272" y="439245"/>
                  <a:pt x="320183" y="422119"/>
                  <a:pt x="310010" y="397450"/>
                </a:cubicBezTo>
                <a:cubicBezTo>
                  <a:pt x="376590" y="395916"/>
                  <a:pt x="426149" y="367779"/>
                  <a:pt x="426149" y="330699"/>
                </a:cubicBezTo>
                <a:lnTo>
                  <a:pt x="388049" y="330699"/>
                </a:lnTo>
                <a:cubicBezTo>
                  <a:pt x="388049" y="339033"/>
                  <a:pt x="358854" y="359369"/>
                  <a:pt x="304762" y="359483"/>
                </a:cubicBezTo>
                <a:lnTo>
                  <a:pt x="304762" y="148295"/>
                </a:lnTo>
                <a:cubicBezTo>
                  <a:pt x="307591" y="145294"/>
                  <a:pt x="325126" y="128387"/>
                  <a:pt x="354768" y="134560"/>
                </a:cubicBezTo>
                <a:cubicBezTo>
                  <a:pt x="383562" y="140579"/>
                  <a:pt x="395764" y="155915"/>
                  <a:pt x="397440" y="159687"/>
                </a:cubicBezTo>
                <a:lnTo>
                  <a:pt x="432225" y="144132"/>
                </a:lnTo>
                <a:cubicBezTo>
                  <a:pt x="424291" y="126387"/>
                  <a:pt x="399669" y="105023"/>
                  <a:pt x="362560" y="97269"/>
                </a:cubicBezTo>
                <a:cubicBezTo>
                  <a:pt x="338642" y="92250"/>
                  <a:pt x="319230" y="96441"/>
                  <a:pt x="304800" y="102918"/>
                </a:cubicBezTo>
                <a:cubicBezTo>
                  <a:pt x="304800" y="102422"/>
                  <a:pt x="304771" y="101737"/>
                  <a:pt x="304762" y="101156"/>
                </a:cubicBezTo>
                <a:cubicBezTo>
                  <a:pt x="304771" y="100717"/>
                  <a:pt x="304771" y="100393"/>
                  <a:pt x="304800" y="99879"/>
                </a:cubicBezTo>
                <a:lnTo>
                  <a:pt x="304829" y="98870"/>
                </a:lnTo>
                <a:cubicBezTo>
                  <a:pt x="304829" y="98184"/>
                  <a:pt x="304800" y="97507"/>
                  <a:pt x="304762" y="97507"/>
                </a:cubicBezTo>
                <a:cubicBezTo>
                  <a:pt x="304762" y="64760"/>
                  <a:pt x="331403" y="38119"/>
                  <a:pt x="364141" y="38119"/>
                </a:cubicBezTo>
                <a:cubicBezTo>
                  <a:pt x="392382" y="38119"/>
                  <a:pt x="416871" y="58188"/>
                  <a:pt x="422358" y="85849"/>
                </a:cubicBezTo>
                <a:lnTo>
                  <a:pt x="425167" y="99974"/>
                </a:lnTo>
                <a:lnTo>
                  <a:pt x="439531" y="101127"/>
                </a:lnTo>
                <a:cubicBezTo>
                  <a:pt x="470135" y="103575"/>
                  <a:pt x="494109" y="129550"/>
                  <a:pt x="494109" y="160258"/>
                </a:cubicBezTo>
                <a:cubicBezTo>
                  <a:pt x="494109" y="166897"/>
                  <a:pt x="492947" y="173555"/>
                  <a:pt x="490652" y="180042"/>
                </a:cubicBezTo>
                <a:lnTo>
                  <a:pt x="486146" y="192748"/>
                </a:lnTo>
                <a:lnTo>
                  <a:pt x="496634" y="201225"/>
                </a:lnTo>
                <a:cubicBezTo>
                  <a:pt x="519951" y="220075"/>
                  <a:pt x="533333" y="248021"/>
                  <a:pt x="533333" y="277911"/>
                </a:cubicBezTo>
                <a:cubicBezTo>
                  <a:pt x="533333" y="325717"/>
                  <a:pt x="499167" y="366493"/>
                  <a:pt x="452104" y="374866"/>
                </a:cubicBezTo>
                <a:close/>
                <a:moveTo>
                  <a:pt x="511245" y="309305"/>
                </a:moveTo>
                <a:lnTo>
                  <a:pt x="473669" y="303019"/>
                </a:lnTo>
                <a:cubicBezTo>
                  <a:pt x="473821" y="301485"/>
                  <a:pt x="474907" y="284769"/>
                  <a:pt x="452085" y="274025"/>
                </a:cubicBezTo>
                <a:cubicBezTo>
                  <a:pt x="434397" y="265662"/>
                  <a:pt x="410937" y="272672"/>
                  <a:pt x="398583" y="278130"/>
                </a:cubicBezTo>
                <a:cubicBezTo>
                  <a:pt x="394745" y="284855"/>
                  <a:pt x="389677" y="290932"/>
                  <a:pt x="383410" y="296008"/>
                </a:cubicBezTo>
                <a:cubicBezTo>
                  <a:pt x="371675" y="305514"/>
                  <a:pt x="357159" y="310591"/>
                  <a:pt x="342024" y="310591"/>
                </a:cubicBezTo>
                <a:cubicBezTo>
                  <a:pt x="340100" y="310591"/>
                  <a:pt x="338176" y="310505"/>
                  <a:pt x="336242" y="310353"/>
                </a:cubicBezTo>
                <a:lnTo>
                  <a:pt x="339481" y="272386"/>
                </a:lnTo>
                <a:cubicBezTo>
                  <a:pt x="346805" y="273015"/>
                  <a:pt x="353901" y="270891"/>
                  <a:pt x="359435" y="266405"/>
                </a:cubicBezTo>
                <a:cubicBezTo>
                  <a:pt x="364750" y="262099"/>
                  <a:pt x="367979" y="256108"/>
                  <a:pt x="368541" y="249526"/>
                </a:cubicBezTo>
                <a:cubicBezTo>
                  <a:pt x="369722" y="235649"/>
                  <a:pt x="358607" y="223333"/>
                  <a:pt x="343757" y="222066"/>
                </a:cubicBezTo>
                <a:lnTo>
                  <a:pt x="346996" y="184109"/>
                </a:lnTo>
                <a:cubicBezTo>
                  <a:pt x="376752" y="186642"/>
                  <a:pt x="400164" y="208388"/>
                  <a:pt x="405517" y="235668"/>
                </a:cubicBezTo>
                <a:cubicBezTo>
                  <a:pt x="423434" y="231181"/>
                  <a:pt x="446618" y="229314"/>
                  <a:pt x="468325" y="239563"/>
                </a:cubicBezTo>
                <a:cubicBezTo>
                  <a:pt x="508349" y="258413"/>
                  <a:pt x="513902" y="293427"/>
                  <a:pt x="511245" y="309305"/>
                </a:cubicBezTo>
                <a:close/>
              </a:path>
            </a:pathLst>
          </a:custGeom>
          <a:solidFill>
            <a:schemeClr val="tx2"/>
          </a:solidFill>
          <a:ln w="9525" cap="flat">
            <a:noFill/>
            <a:prstDash val="solid"/>
            <a:miter/>
          </a:ln>
        </p:spPr>
        <p:txBody>
          <a:bodyPr rtlCol="0" anchor="ctr"/>
          <a:lstStyle/>
          <a:p>
            <a:endParaRPr lang="en-US"/>
          </a:p>
        </p:txBody>
      </p:sp>
      <p:sp>
        <p:nvSpPr>
          <p:cNvPr id="94" name="TextBox 12">
            <a:extLst>
              <a:ext uri="{FF2B5EF4-FFF2-40B4-BE49-F238E27FC236}">
                <a16:creationId xmlns:a16="http://schemas.microsoft.com/office/drawing/2014/main" id="{7F66D742-4B01-7C42-8018-E5F3C6B7892C}"/>
              </a:ext>
            </a:extLst>
          </p:cNvPr>
          <p:cNvSpPr txBox="1"/>
          <p:nvPr/>
        </p:nvSpPr>
        <p:spPr>
          <a:xfrm>
            <a:off x="960980" y="2788008"/>
            <a:ext cx="226023" cy="215444"/>
          </a:xfrm>
          <a:prstGeom prst="rect">
            <a:avLst/>
          </a:prstGeom>
          <a:noFill/>
        </p:spPr>
        <p:txBody>
          <a:bodyPr wrap="none" lIns="0" rIns="0" rtlCol="0" anchor="ctr" anchorCtr="0">
            <a:noAutofit/>
          </a:bodyPr>
          <a:lstStyle/>
          <a:p>
            <a:pPr algn="ctr"/>
            <a:r>
              <a:rPr lang="en-US" sz="800"/>
              <a:t>Brain</a:t>
            </a:r>
          </a:p>
        </p:txBody>
      </p:sp>
      <p:sp>
        <p:nvSpPr>
          <p:cNvPr id="99" name="Freeform: Shape 175">
            <a:extLst>
              <a:ext uri="{FF2B5EF4-FFF2-40B4-BE49-F238E27FC236}">
                <a16:creationId xmlns:a16="http://schemas.microsoft.com/office/drawing/2014/main" id="{EEFBE0C7-3C0A-E74D-B919-137B8897D314}"/>
              </a:ext>
            </a:extLst>
          </p:cNvPr>
          <p:cNvSpPr>
            <a:spLocks noChangeAspect="1"/>
          </p:cNvSpPr>
          <p:nvPr/>
        </p:nvSpPr>
        <p:spPr>
          <a:xfrm>
            <a:off x="8994753" y="3222476"/>
            <a:ext cx="390525" cy="504825"/>
          </a:xfrm>
          <a:custGeom>
            <a:avLst/>
            <a:gdLst>
              <a:gd name="connsiteX0" fmla="*/ 273844 w 390525"/>
              <a:gd name="connsiteY0" fmla="*/ 130969 h 504825"/>
              <a:gd name="connsiteX1" fmla="*/ 83344 w 390525"/>
              <a:gd name="connsiteY1" fmla="*/ 130969 h 504825"/>
              <a:gd name="connsiteX2" fmla="*/ 83344 w 390525"/>
              <a:gd name="connsiteY2" fmla="*/ 92869 h 504825"/>
              <a:gd name="connsiteX3" fmla="*/ 273844 w 390525"/>
              <a:gd name="connsiteY3" fmla="*/ 92869 h 504825"/>
              <a:gd name="connsiteX4" fmla="*/ 273844 w 390525"/>
              <a:gd name="connsiteY4" fmla="*/ 130969 h 504825"/>
              <a:gd name="connsiteX5" fmla="*/ 311944 w 390525"/>
              <a:gd name="connsiteY5" fmla="*/ 159544 h 504825"/>
              <a:gd name="connsiteX6" fmla="*/ 83344 w 390525"/>
              <a:gd name="connsiteY6" fmla="*/ 159544 h 504825"/>
              <a:gd name="connsiteX7" fmla="*/ 83344 w 390525"/>
              <a:gd name="connsiteY7" fmla="*/ 197644 h 504825"/>
              <a:gd name="connsiteX8" fmla="*/ 311944 w 390525"/>
              <a:gd name="connsiteY8" fmla="*/ 197644 h 504825"/>
              <a:gd name="connsiteX9" fmla="*/ 311944 w 390525"/>
              <a:gd name="connsiteY9" fmla="*/ 159544 h 504825"/>
              <a:gd name="connsiteX10" fmla="*/ 388144 w 390525"/>
              <a:gd name="connsiteY10" fmla="*/ 7144 h 504825"/>
              <a:gd name="connsiteX11" fmla="*/ 388144 w 390525"/>
              <a:gd name="connsiteY11" fmla="*/ 383381 h 504825"/>
              <a:gd name="connsiteX12" fmla="*/ 269081 w 390525"/>
              <a:gd name="connsiteY12" fmla="*/ 502444 h 504825"/>
              <a:gd name="connsiteX13" fmla="*/ 7144 w 390525"/>
              <a:gd name="connsiteY13" fmla="*/ 502444 h 504825"/>
              <a:gd name="connsiteX14" fmla="*/ 7144 w 390525"/>
              <a:gd name="connsiteY14" fmla="*/ 7144 h 504825"/>
              <a:gd name="connsiteX15" fmla="*/ 388144 w 390525"/>
              <a:gd name="connsiteY15" fmla="*/ 7144 h 504825"/>
              <a:gd name="connsiteX16" fmla="*/ 45244 w 390525"/>
              <a:gd name="connsiteY16" fmla="*/ 464344 h 504825"/>
              <a:gd name="connsiteX17" fmla="*/ 226219 w 390525"/>
              <a:gd name="connsiteY17" fmla="*/ 464344 h 504825"/>
              <a:gd name="connsiteX18" fmla="*/ 226219 w 390525"/>
              <a:gd name="connsiteY18" fmla="*/ 340519 h 504825"/>
              <a:gd name="connsiteX19" fmla="*/ 350044 w 390525"/>
              <a:gd name="connsiteY19" fmla="*/ 340519 h 504825"/>
              <a:gd name="connsiteX20" fmla="*/ 350044 w 390525"/>
              <a:gd name="connsiteY20" fmla="*/ 45244 h 504825"/>
              <a:gd name="connsiteX21" fmla="*/ 45244 w 390525"/>
              <a:gd name="connsiteY21" fmla="*/ 45244 h 504825"/>
              <a:gd name="connsiteX22" fmla="*/ 45244 w 390525"/>
              <a:gd name="connsiteY22" fmla="*/ 464344 h 504825"/>
              <a:gd name="connsiteX23" fmla="*/ 338995 w 390525"/>
              <a:gd name="connsiteY23" fmla="*/ 378619 h 504825"/>
              <a:gd name="connsiteX24" fmla="*/ 264319 w 390525"/>
              <a:gd name="connsiteY24" fmla="*/ 378619 h 504825"/>
              <a:gd name="connsiteX25" fmla="*/ 264319 w 390525"/>
              <a:gd name="connsiteY25" fmla="*/ 453295 h 504825"/>
              <a:gd name="connsiteX26" fmla="*/ 338995 w 390525"/>
              <a:gd name="connsiteY26" fmla="*/ 378619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0525" h="504825">
                <a:moveTo>
                  <a:pt x="273844" y="130969"/>
                </a:moveTo>
                <a:lnTo>
                  <a:pt x="83344" y="130969"/>
                </a:lnTo>
                <a:lnTo>
                  <a:pt x="83344" y="92869"/>
                </a:lnTo>
                <a:lnTo>
                  <a:pt x="273844" y="92869"/>
                </a:lnTo>
                <a:lnTo>
                  <a:pt x="273844" y="130969"/>
                </a:lnTo>
                <a:close/>
                <a:moveTo>
                  <a:pt x="311944" y="159544"/>
                </a:moveTo>
                <a:lnTo>
                  <a:pt x="83344" y="159544"/>
                </a:lnTo>
                <a:lnTo>
                  <a:pt x="83344" y="197644"/>
                </a:lnTo>
                <a:lnTo>
                  <a:pt x="311944" y="197644"/>
                </a:lnTo>
                <a:lnTo>
                  <a:pt x="311944" y="159544"/>
                </a:lnTo>
                <a:close/>
                <a:moveTo>
                  <a:pt x="388144" y="7144"/>
                </a:moveTo>
                <a:lnTo>
                  <a:pt x="388144" y="383381"/>
                </a:lnTo>
                <a:lnTo>
                  <a:pt x="269081" y="502444"/>
                </a:lnTo>
                <a:lnTo>
                  <a:pt x="7144" y="502444"/>
                </a:lnTo>
                <a:lnTo>
                  <a:pt x="7144" y="7144"/>
                </a:lnTo>
                <a:lnTo>
                  <a:pt x="388144" y="7144"/>
                </a:lnTo>
                <a:close/>
                <a:moveTo>
                  <a:pt x="45244" y="464344"/>
                </a:moveTo>
                <a:lnTo>
                  <a:pt x="226219" y="464344"/>
                </a:lnTo>
                <a:lnTo>
                  <a:pt x="226219" y="340519"/>
                </a:lnTo>
                <a:lnTo>
                  <a:pt x="350044" y="340519"/>
                </a:lnTo>
                <a:lnTo>
                  <a:pt x="350044" y="45244"/>
                </a:lnTo>
                <a:lnTo>
                  <a:pt x="45244" y="45244"/>
                </a:lnTo>
                <a:lnTo>
                  <a:pt x="45244" y="464344"/>
                </a:lnTo>
                <a:close/>
                <a:moveTo>
                  <a:pt x="338995" y="378619"/>
                </a:moveTo>
                <a:lnTo>
                  <a:pt x="264319" y="378619"/>
                </a:lnTo>
                <a:lnTo>
                  <a:pt x="264319" y="453295"/>
                </a:lnTo>
                <a:lnTo>
                  <a:pt x="338995" y="378619"/>
                </a:lnTo>
                <a:close/>
              </a:path>
            </a:pathLst>
          </a:custGeom>
          <a:solidFill>
            <a:schemeClr val="tx2"/>
          </a:solidFill>
          <a:ln w="9525" cap="flat">
            <a:noFill/>
            <a:prstDash val="solid"/>
            <a:miter/>
          </a:ln>
        </p:spPr>
        <p:txBody>
          <a:bodyPr rtlCol="0" anchor="ctr"/>
          <a:lstStyle/>
          <a:p>
            <a:endParaRPr lang="en-US"/>
          </a:p>
        </p:txBody>
      </p:sp>
      <p:sp>
        <p:nvSpPr>
          <p:cNvPr id="100" name="TextBox 13">
            <a:extLst>
              <a:ext uri="{FF2B5EF4-FFF2-40B4-BE49-F238E27FC236}">
                <a16:creationId xmlns:a16="http://schemas.microsoft.com/office/drawing/2014/main" id="{38AF5D08-EEC9-6F4C-9F5F-38907B54C9DF}"/>
              </a:ext>
            </a:extLst>
          </p:cNvPr>
          <p:cNvSpPr txBox="1"/>
          <p:nvPr/>
        </p:nvSpPr>
        <p:spPr>
          <a:xfrm>
            <a:off x="8943954" y="3774532"/>
            <a:ext cx="492122" cy="215444"/>
          </a:xfrm>
          <a:prstGeom prst="rect">
            <a:avLst/>
          </a:prstGeom>
          <a:noFill/>
        </p:spPr>
        <p:txBody>
          <a:bodyPr wrap="none" lIns="0" rIns="0" rtlCol="0" anchor="ctr" anchorCtr="0">
            <a:noAutofit/>
          </a:bodyPr>
          <a:lstStyle/>
          <a:p>
            <a:pPr algn="ctr"/>
            <a:r>
              <a:rPr lang="en-US" sz="800"/>
              <a:t>Document</a:t>
            </a:r>
          </a:p>
        </p:txBody>
      </p:sp>
      <p:sp>
        <p:nvSpPr>
          <p:cNvPr id="105" name="Freeform: Shape 169">
            <a:extLst>
              <a:ext uri="{FF2B5EF4-FFF2-40B4-BE49-F238E27FC236}">
                <a16:creationId xmlns:a16="http://schemas.microsoft.com/office/drawing/2014/main" id="{1070A0D7-A9D3-924D-A7E3-4211C15CC41B}"/>
              </a:ext>
            </a:extLst>
          </p:cNvPr>
          <p:cNvSpPr>
            <a:spLocks noChangeAspect="1"/>
          </p:cNvSpPr>
          <p:nvPr/>
        </p:nvSpPr>
        <p:spPr>
          <a:xfrm>
            <a:off x="5437101" y="2293430"/>
            <a:ext cx="400050" cy="419100"/>
          </a:xfrm>
          <a:custGeom>
            <a:avLst/>
            <a:gdLst>
              <a:gd name="connsiteX0" fmla="*/ 34100 w 400050"/>
              <a:gd name="connsiteY0" fmla="*/ 244126 h 419100"/>
              <a:gd name="connsiteX1" fmla="*/ 7144 w 400050"/>
              <a:gd name="connsiteY1" fmla="*/ 217265 h 419100"/>
              <a:gd name="connsiteX2" fmla="*/ 124397 w 400050"/>
              <a:gd name="connsiteY2" fmla="*/ 100013 h 419100"/>
              <a:gd name="connsiteX3" fmla="*/ 202883 w 400050"/>
              <a:gd name="connsiteY3" fmla="*/ 178499 h 419100"/>
              <a:gd name="connsiteX4" fmla="*/ 374809 w 400050"/>
              <a:gd name="connsiteY4" fmla="*/ 7144 h 419100"/>
              <a:gd name="connsiteX5" fmla="*/ 401669 w 400050"/>
              <a:gd name="connsiteY5" fmla="*/ 34100 h 419100"/>
              <a:gd name="connsiteX6" fmla="*/ 202883 w 400050"/>
              <a:gd name="connsiteY6" fmla="*/ 232315 h 419100"/>
              <a:gd name="connsiteX7" fmla="*/ 124397 w 400050"/>
              <a:gd name="connsiteY7" fmla="*/ 153829 h 419100"/>
              <a:gd name="connsiteX8" fmla="*/ 34100 w 400050"/>
              <a:gd name="connsiteY8" fmla="*/ 244126 h 419100"/>
              <a:gd name="connsiteX9" fmla="*/ 12859 w 400050"/>
              <a:gd name="connsiteY9" fmla="*/ 415004 h 419100"/>
              <a:gd name="connsiteX10" fmla="*/ 50959 w 400050"/>
              <a:gd name="connsiteY10" fmla="*/ 415004 h 419100"/>
              <a:gd name="connsiteX11" fmla="*/ 50959 w 400050"/>
              <a:gd name="connsiteY11" fmla="*/ 300704 h 419100"/>
              <a:gd name="connsiteX12" fmla="*/ 12859 w 400050"/>
              <a:gd name="connsiteY12" fmla="*/ 300704 h 419100"/>
              <a:gd name="connsiteX13" fmla="*/ 12859 w 400050"/>
              <a:gd name="connsiteY13" fmla="*/ 415004 h 419100"/>
              <a:gd name="connsiteX14" fmla="*/ 98584 w 400050"/>
              <a:gd name="connsiteY14" fmla="*/ 415004 h 419100"/>
              <a:gd name="connsiteX15" fmla="*/ 136684 w 400050"/>
              <a:gd name="connsiteY15" fmla="*/ 415004 h 419100"/>
              <a:gd name="connsiteX16" fmla="*/ 136684 w 400050"/>
              <a:gd name="connsiteY16" fmla="*/ 253079 h 419100"/>
              <a:gd name="connsiteX17" fmla="*/ 98584 w 400050"/>
              <a:gd name="connsiteY17" fmla="*/ 253079 h 419100"/>
              <a:gd name="connsiteX18" fmla="*/ 98584 w 400050"/>
              <a:gd name="connsiteY18" fmla="*/ 415004 h 419100"/>
              <a:gd name="connsiteX19" fmla="*/ 184309 w 400050"/>
              <a:gd name="connsiteY19" fmla="*/ 415004 h 419100"/>
              <a:gd name="connsiteX20" fmla="*/ 222409 w 400050"/>
              <a:gd name="connsiteY20" fmla="*/ 415004 h 419100"/>
              <a:gd name="connsiteX21" fmla="*/ 222409 w 400050"/>
              <a:gd name="connsiteY21" fmla="*/ 300704 h 419100"/>
              <a:gd name="connsiteX22" fmla="*/ 184309 w 400050"/>
              <a:gd name="connsiteY22" fmla="*/ 300704 h 419100"/>
              <a:gd name="connsiteX23" fmla="*/ 184309 w 400050"/>
              <a:gd name="connsiteY23" fmla="*/ 415004 h 419100"/>
              <a:gd name="connsiteX24" fmla="*/ 270034 w 400050"/>
              <a:gd name="connsiteY24" fmla="*/ 415004 h 419100"/>
              <a:gd name="connsiteX25" fmla="*/ 308134 w 400050"/>
              <a:gd name="connsiteY25" fmla="*/ 415004 h 419100"/>
              <a:gd name="connsiteX26" fmla="*/ 308134 w 400050"/>
              <a:gd name="connsiteY26" fmla="*/ 205454 h 419100"/>
              <a:gd name="connsiteX27" fmla="*/ 270034 w 400050"/>
              <a:gd name="connsiteY27" fmla="*/ 205454 h 419100"/>
              <a:gd name="connsiteX28" fmla="*/ 270034 w 400050"/>
              <a:gd name="connsiteY28" fmla="*/ 415004 h 419100"/>
              <a:gd name="connsiteX29" fmla="*/ 355759 w 400050"/>
              <a:gd name="connsiteY29" fmla="*/ 415004 h 419100"/>
              <a:gd name="connsiteX30" fmla="*/ 393859 w 400050"/>
              <a:gd name="connsiteY30" fmla="*/ 415004 h 419100"/>
              <a:gd name="connsiteX31" fmla="*/ 393859 w 400050"/>
              <a:gd name="connsiteY31" fmla="*/ 138779 h 419100"/>
              <a:gd name="connsiteX32" fmla="*/ 355759 w 400050"/>
              <a:gd name="connsiteY32" fmla="*/ 138779 h 419100"/>
              <a:gd name="connsiteX33" fmla="*/ 355759 w 400050"/>
              <a:gd name="connsiteY33" fmla="*/ 415004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0050" h="419100">
                <a:moveTo>
                  <a:pt x="34100" y="244126"/>
                </a:moveTo>
                <a:lnTo>
                  <a:pt x="7144" y="217265"/>
                </a:lnTo>
                <a:lnTo>
                  <a:pt x="124397" y="100013"/>
                </a:lnTo>
                <a:lnTo>
                  <a:pt x="202883" y="178499"/>
                </a:lnTo>
                <a:lnTo>
                  <a:pt x="374809" y="7144"/>
                </a:lnTo>
                <a:lnTo>
                  <a:pt x="401669" y="34100"/>
                </a:lnTo>
                <a:lnTo>
                  <a:pt x="202883" y="232315"/>
                </a:lnTo>
                <a:lnTo>
                  <a:pt x="124397" y="153829"/>
                </a:lnTo>
                <a:lnTo>
                  <a:pt x="34100" y="244126"/>
                </a:lnTo>
                <a:close/>
                <a:moveTo>
                  <a:pt x="12859" y="415004"/>
                </a:moveTo>
                <a:lnTo>
                  <a:pt x="50959" y="415004"/>
                </a:lnTo>
                <a:lnTo>
                  <a:pt x="50959" y="300704"/>
                </a:lnTo>
                <a:lnTo>
                  <a:pt x="12859" y="300704"/>
                </a:lnTo>
                <a:lnTo>
                  <a:pt x="12859" y="415004"/>
                </a:lnTo>
                <a:close/>
                <a:moveTo>
                  <a:pt x="98584" y="415004"/>
                </a:moveTo>
                <a:lnTo>
                  <a:pt x="136684" y="415004"/>
                </a:lnTo>
                <a:lnTo>
                  <a:pt x="136684" y="253079"/>
                </a:lnTo>
                <a:lnTo>
                  <a:pt x="98584" y="253079"/>
                </a:lnTo>
                <a:lnTo>
                  <a:pt x="98584" y="415004"/>
                </a:lnTo>
                <a:close/>
                <a:moveTo>
                  <a:pt x="184309" y="415004"/>
                </a:moveTo>
                <a:lnTo>
                  <a:pt x="222409" y="415004"/>
                </a:lnTo>
                <a:lnTo>
                  <a:pt x="222409" y="300704"/>
                </a:lnTo>
                <a:lnTo>
                  <a:pt x="184309" y="300704"/>
                </a:lnTo>
                <a:lnTo>
                  <a:pt x="184309" y="415004"/>
                </a:lnTo>
                <a:close/>
                <a:moveTo>
                  <a:pt x="270034" y="415004"/>
                </a:moveTo>
                <a:lnTo>
                  <a:pt x="308134" y="415004"/>
                </a:lnTo>
                <a:lnTo>
                  <a:pt x="308134" y="205454"/>
                </a:lnTo>
                <a:lnTo>
                  <a:pt x="270034" y="205454"/>
                </a:lnTo>
                <a:lnTo>
                  <a:pt x="270034" y="415004"/>
                </a:lnTo>
                <a:close/>
                <a:moveTo>
                  <a:pt x="355759" y="415004"/>
                </a:moveTo>
                <a:lnTo>
                  <a:pt x="393859" y="415004"/>
                </a:lnTo>
                <a:lnTo>
                  <a:pt x="393859" y="138779"/>
                </a:lnTo>
                <a:lnTo>
                  <a:pt x="355759" y="138779"/>
                </a:lnTo>
                <a:lnTo>
                  <a:pt x="355759" y="415004"/>
                </a:lnTo>
                <a:close/>
              </a:path>
            </a:pathLst>
          </a:custGeom>
          <a:solidFill>
            <a:schemeClr val="tx2"/>
          </a:solidFill>
          <a:ln w="9525" cap="flat">
            <a:noFill/>
            <a:prstDash val="solid"/>
            <a:miter/>
          </a:ln>
        </p:spPr>
        <p:txBody>
          <a:bodyPr rtlCol="0" anchor="ctr"/>
          <a:lstStyle/>
          <a:p>
            <a:endParaRPr lang="en-US"/>
          </a:p>
        </p:txBody>
      </p:sp>
      <p:sp>
        <p:nvSpPr>
          <p:cNvPr id="106" name="TextBox 14">
            <a:extLst>
              <a:ext uri="{FF2B5EF4-FFF2-40B4-BE49-F238E27FC236}">
                <a16:creationId xmlns:a16="http://schemas.microsoft.com/office/drawing/2014/main" id="{B06E8600-B299-BE4F-B28B-1435782A3C17}"/>
              </a:ext>
            </a:extLst>
          </p:cNvPr>
          <p:cNvSpPr txBox="1"/>
          <p:nvPr/>
        </p:nvSpPr>
        <p:spPr>
          <a:xfrm>
            <a:off x="5373430" y="2788007"/>
            <a:ext cx="527388" cy="338554"/>
          </a:xfrm>
          <a:prstGeom prst="rect">
            <a:avLst/>
          </a:prstGeom>
          <a:noFill/>
        </p:spPr>
        <p:txBody>
          <a:bodyPr wrap="none" lIns="0" rIns="0" rtlCol="0" anchor="ctr" anchorCtr="0">
            <a:noAutofit/>
          </a:bodyPr>
          <a:lstStyle/>
          <a:p>
            <a:pPr algn="ctr"/>
            <a:r>
              <a:rPr lang="en-US" sz="800"/>
              <a:t>Chart</a:t>
            </a:r>
            <a:br>
              <a:rPr lang="en-US" sz="800"/>
            </a:br>
            <a:r>
              <a:rPr lang="en-US" sz="800"/>
              <a:t>increase 03</a:t>
            </a:r>
          </a:p>
        </p:txBody>
      </p:sp>
      <p:sp>
        <p:nvSpPr>
          <p:cNvPr id="111" name="Freeform: Shape 211">
            <a:extLst>
              <a:ext uri="{FF2B5EF4-FFF2-40B4-BE49-F238E27FC236}">
                <a16:creationId xmlns:a16="http://schemas.microsoft.com/office/drawing/2014/main" id="{02AB7887-A894-684E-9B57-619EF606408B}"/>
              </a:ext>
            </a:extLst>
          </p:cNvPr>
          <p:cNvSpPr>
            <a:spLocks noChangeAspect="1"/>
          </p:cNvSpPr>
          <p:nvPr/>
        </p:nvSpPr>
        <p:spPr>
          <a:xfrm>
            <a:off x="7156392" y="4227076"/>
            <a:ext cx="504825" cy="457200"/>
          </a:xfrm>
          <a:custGeom>
            <a:avLst/>
            <a:gdLst>
              <a:gd name="connsiteX0" fmla="*/ 272701 w 504825"/>
              <a:gd name="connsiteY0" fmla="*/ 204978 h 457200"/>
              <a:gd name="connsiteX1" fmla="*/ 299275 w 504825"/>
              <a:gd name="connsiteY1" fmla="*/ 194024 h 457200"/>
              <a:gd name="connsiteX2" fmla="*/ 320992 w 504825"/>
              <a:gd name="connsiteY2" fmla="*/ 215741 h 457200"/>
              <a:gd name="connsiteX3" fmla="*/ 347948 w 504825"/>
              <a:gd name="connsiteY3" fmla="*/ 188786 h 457200"/>
              <a:gd name="connsiteX4" fmla="*/ 326231 w 504825"/>
              <a:gd name="connsiteY4" fmla="*/ 167069 h 457200"/>
              <a:gd name="connsiteX5" fmla="*/ 337185 w 504825"/>
              <a:gd name="connsiteY5" fmla="*/ 140494 h 457200"/>
              <a:gd name="connsiteX6" fmla="*/ 367951 w 504825"/>
              <a:gd name="connsiteY6" fmla="*/ 140494 h 457200"/>
              <a:gd name="connsiteX7" fmla="*/ 367951 w 504825"/>
              <a:gd name="connsiteY7" fmla="*/ 102394 h 457200"/>
              <a:gd name="connsiteX8" fmla="*/ 337185 w 504825"/>
              <a:gd name="connsiteY8" fmla="*/ 102394 h 457200"/>
              <a:gd name="connsiteX9" fmla="*/ 326231 w 504825"/>
              <a:gd name="connsiteY9" fmla="*/ 75819 h 457200"/>
              <a:gd name="connsiteX10" fmla="*/ 347948 w 504825"/>
              <a:gd name="connsiteY10" fmla="*/ 54102 h 457200"/>
              <a:gd name="connsiteX11" fmla="*/ 320992 w 504825"/>
              <a:gd name="connsiteY11" fmla="*/ 27146 h 457200"/>
              <a:gd name="connsiteX12" fmla="*/ 299275 w 504825"/>
              <a:gd name="connsiteY12" fmla="*/ 48863 h 457200"/>
              <a:gd name="connsiteX13" fmla="*/ 272701 w 504825"/>
              <a:gd name="connsiteY13" fmla="*/ 37910 h 457200"/>
              <a:gd name="connsiteX14" fmla="*/ 272701 w 504825"/>
              <a:gd name="connsiteY14" fmla="*/ 7144 h 457200"/>
              <a:gd name="connsiteX15" fmla="*/ 234601 w 504825"/>
              <a:gd name="connsiteY15" fmla="*/ 7144 h 457200"/>
              <a:gd name="connsiteX16" fmla="*/ 234601 w 504825"/>
              <a:gd name="connsiteY16" fmla="*/ 37910 h 457200"/>
              <a:gd name="connsiteX17" fmla="*/ 208026 w 504825"/>
              <a:gd name="connsiteY17" fmla="*/ 48863 h 457200"/>
              <a:gd name="connsiteX18" fmla="*/ 186309 w 504825"/>
              <a:gd name="connsiteY18" fmla="*/ 27146 h 457200"/>
              <a:gd name="connsiteX19" fmla="*/ 159353 w 504825"/>
              <a:gd name="connsiteY19" fmla="*/ 54102 h 457200"/>
              <a:gd name="connsiteX20" fmla="*/ 181070 w 504825"/>
              <a:gd name="connsiteY20" fmla="*/ 75819 h 457200"/>
              <a:gd name="connsiteX21" fmla="*/ 170117 w 504825"/>
              <a:gd name="connsiteY21" fmla="*/ 102394 h 457200"/>
              <a:gd name="connsiteX22" fmla="*/ 139351 w 504825"/>
              <a:gd name="connsiteY22" fmla="*/ 102394 h 457200"/>
              <a:gd name="connsiteX23" fmla="*/ 139351 w 504825"/>
              <a:gd name="connsiteY23" fmla="*/ 140494 h 457200"/>
              <a:gd name="connsiteX24" fmla="*/ 170117 w 504825"/>
              <a:gd name="connsiteY24" fmla="*/ 140494 h 457200"/>
              <a:gd name="connsiteX25" fmla="*/ 181070 w 504825"/>
              <a:gd name="connsiteY25" fmla="*/ 167069 h 457200"/>
              <a:gd name="connsiteX26" fmla="*/ 159353 w 504825"/>
              <a:gd name="connsiteY26" fmla="*/ 188786 h 457200"/>
              <a:gd name="connsiteX27" fmla="*/ 186309 w 504825"/>
              <a:gd name="connsiteY27" fmla="*/ 215741 h 457200"/>
              <a:gd name="connsiteX28" fmla="*/ 208026 w 504825"/>
              <a:gd name="connsiteY28" fmla="*/ 194024 h 457200"/>
              <a:gd name="connsiteX29" fmla="*/ 234601 w 504825"/>
              <a:gd name="connsiteY29" fmla="*/ 204978 h 457200"/>
              <a:gd name="connsiteX30" fmla="*/ 234601 w 504825"/>
              <a:gd name="connsiteY30" fmla="*/ 235744 h 457200"/>
              <a:gd name="connsiteX31" fmla="*/ 272701 w 504825"/>
              <a:gd name="connsiteY31" fmla="*/ 235744 h 457200"/>
              <a:gd name="connsiteX32" fmla="*/ 272701 w 504825"/>
              <a:gd name="connsiteY32" fmla="*/ 204978 h 457200"/>
              <a:gd name="connsiteX33" fmla="*/ 219932 w 504825"/>
              <a:gd name="connsiteY33" fmla="*/ 87821 h 457200"/>
              <a:gd name="connsiteX34" fmla="*/ 253651 w 504825"/>
              <a:gd name="connsiteY34" fmla="*/ 73914 h 457200"/>
              <a:gd name="connsiteX35" fmla="*/ 287369 w 504825"/>
              <a:gd name="connsiteY35" fmla="*/ 87821 h 457200"/>
              <a:gd name="connsiteX36" fmla="*/ 287369 w 504825"/>
              <a:gd name="connsiteY36" fmla="*/ 155162 h 457200"/>
              <a:gd name="connsiteX37" fmla="*/ 253651 w 504825"/>
              <a:gd name="connsiteY37" fmla="*/ 169069 h 457200"/>
              <a:gd name="connsiteX38" fmla="*/ 219932 w 504825"/>
              <a:gd name="connsiteY38" fmla="*/ 155162 h 457200"/>
              <a:gd name="connsiteX39" fmla="*/ 219932 w 504825"/>
              <a:gd name="connsiteY39" fmla="*/ 87821 h 457200"/>
              <a:gd name="connsiteX40" fmla="*/ 194024 w 504825"/>
              <a:gd name="connsiteY40" fmla="*/ 294894 h 457200"/>
              <a:gd name="connsiteX41" fmla="*/ 215741 w 504825"/>
              <a:gd name="connsiteY41" fmla="*/ 273177 h 457200"/>
              <a:gd name="connsiteX42" fmla="*/ 188786 w 504825"/>
              <a:gd name="connsiteY42" fmla="*/ 246221 h 457200"/>
              <a:gd name="connsiteX43" fmla="*/ 167069 w 504825"/>
              <a:gd name="connsiteY43" fmla="*/ 267938 h 457200"/>
              <a:gd name="connsiteX44" fmla="*/ 140494 w 504825"/>
              <a:gd name="connsiteY44" fmla="*/ 256985 h 457200"/>
              <a:gd name="connsiteX45" fmla="*/ 140494 w 504825"/>
              <a:gd name="connsiteY45" fmla="*/ 226219 h 457200"/>
              <a:gd name="connsiteX46" fmla="*/ 102394 w 504825"/>
              <a:gd name="connsiteY46" fmla="*/ 226219 h 457200"/>
              <a:gd name="connsiteX47" fmla="*/ 102394 w 504825"/>
              <a:gd name="connsiteY47" fmla="*/ 256985 h 457200"/>
              <a:gd name="connsiteX48" fmla="*/ 75819 w 504825"/>
              <a:gd name="connsiteY48" fmla="*/ 267938 h 457200"/>
              <a:gd name="connsiteX49" fmla="*/ 54102 w 504825"/>
              <a:gd name="connsiteY49" fmla="*/ 246221 h 457200"/>
              <a:gd name="connsiteX50" fmla="*/ 27146 w 504825"/>
              <a:gd name="connsiteY50" fmla="*/ 273177 h 457200"/>
              <a:gd name="connsiteX51" fmla="*/ 48863 w 504825"/>
              <a:gd name="connsiteY51" fmla="*/ 294894 h 457200"/>
              <a:gd name="connsiteX52" fmla="*/ 37910 w 504825"/>
              <a:gd name="connsiteY52" fmla="*/ 321469 h 457200"/>
              <a:gd name="connsiteX53" fmla="*/ 7144 w 504825"/>
              <a:gd name="connsiteY53" fmla="*/ 321469 h 457200"/>
              <a:gd name="connsiteX54" fmla="*/ 7144 w 504825"/>
              <a:gd name="connsiteY54" fmla="*/ 359569 h 457200"/>
              <a:gd name="connsiteX55" fmla="*/ 37910 w 504825"/>
              <a:gd name="connsiteY55" fmla="*/ 359569 h 457200"/>
              <a:gd name="connsiteX56" fmla="*/ 48863 w 504825"/>
              <a:gd name="connsiteY56" fmla="*/ 386144 h 457200"/>
              <a:gd name="connsiteX57" fmla="*/ 27146 w 504825"/>
              <a:gd name="connsiteY57" fmla="*/ 407861 h 457200"/>
              <a:gd name="connsiteX58" fmla="*/ 54102 w 504825"/>
              <a:gd name="connsiteY58" fmla="*/ 434816 h 457200"/>
              <a:gd name="connsiteX59" fmla="*/ 75819 w 504825"/>
              <a:gd name="connsiteY59" fmla="*/ 413099 h 457200"/>
              <a:gd name="connsiteX60" fmla="*/ 102394 w 504825"/>
              <a:gd name="connsiteY60" fmla="*/ 424053 h 457200"/>
              <a:gd name="connsiteX61" fmla="*/ 102394 w 504825"/>
              <a:gd name="connsiteY61" fmla="*/ 454819 h 457200"/>
              <a:gd name="connsiteX62" fmla="*/ 140494 w 504825"/>
              <a:gd name="connsiteY62" fmla="*/ 454819 h 457200"/>
              <a:gd name="connsiteX63" fmla="*/ 140494 w 504825"/>
              <a:gd name="connsiteY63" fmla="*/ 424053 h 457200"/>
              <a:gd name="connsiteX64" fmla="*/ 167069 w 504825"/>
              <a:gd name="connsiteY64" fmla="*/ 413099 h 457200"/>
              <a:gd name="connsiteX65" fmla="*/ 188786 w 504825"/>
              <a:gd name="connsiteY65" fmla="*/ 434816 h 457200"/>
              <a:gd name="connsiteX66" fmla="*/ 215741 w 504825"/>
              <a:gd name="connsiteY66" fmla="*/ 407861 h 457200"/>
              <a:gd name="connsiteX67" fmla="*/ 194024 w 504825"/>
              <a:gd name="connsiteY67" fmla="*/ 386144 h 457200"/>
              <a:gd name="connsiteX68" fmla="*/ 204978 w 504825"/>
              <a:gd name="connsiteY68" fmla="*/ 359569 h 457200"/>
              <a:gd name="connsiteX69" fmla="*/ 235744 w 504825"/>
              <a:gd name="connsiteY69" fmla="*/ 359569 h 457200"/>
              <a:gd name="connsiteX70" fmla="*/ 235744 w 504825"/>
              <a:gd name="connsiteY70" fmla="*/ 321469 h 457200"/>
              <a:gd name="connsiteX71" fmla="*/ 204978 w 504825"/>
              <a:gd name="connsiteY71" fmla="*/ 321469 h 457200"/>
              <a:gd name="connsiteX72" fmla="*/ 194024 w 504825"/>
              <a:gd name="connsiteY72" fmla="*/ 294894 h 457200"/>
              <a:gd name="connsiteX73" fmla="*/ 121539 w 504825"/>
              <a:gd name="connsiteY73" fmla="*/ 388144 h 457200"/>
              <a:gd name="connsiteX74" fmla="*/ 87821 w 504825"/>
              <a:gd name="connsiteY74" fmla="*/ 374237 h 457200"/>
              <a:gd name="connsiteX75" fmla="*/ 87821 w 504825"/>
              <a:gd name="connsiteY75" fmla="*/ 306896 h 457200"/>
              <a:gd name="connsiteX76" fmla="*/ 121539 w 504825"/>
              <a:gd name="connsiteY76" fmla="*/ 292989 h 457200"/>
              <a:gd name="connsiteX77" fmla="*/ 155258 w 504825"/>
              <a:gd name="connsiteY77" fmla="*/ 306896 h 457200"/>
              <a:gd name="connsiteX78" fmla="*/ 155258 w 504825"/>
              <a:gd name="connsiteY78" fmla="*/ 374237 h 457200"/>
              <a:gd name="connsiteX79" fmla="*/ 121539 w 504825"/>
              <a:gd name="connsiteY79" fmla="*/ 388144 h 457200"/>
              <a:gd name="connsiteX80" fmla="*/ 501301 w 504825"/>
              <a:gd name="connsiteY80" fmla="*/ 359569 h 457200"/>
              <a:gd name="connsiteX81" fmla="*/ 501301 w 504825"/>
              <a:gd name="connsiteY81" fmla="*/ 321469 h 457200"/>
              <a:gd name="connsiteX82" fmla="*/ 470535 w 504825"/>
              <a:gd name="connsiteY82" fmla="*/ 321469 h 457200"/>
              <a:gd name="connsiteX83" fmla="*/ 459581 w 504825"/>
              <a:gd name="connsiteY83" fmla="*/ 294894 h 457200"/>
              <a:gd name="connsiteX84" fmla="*/ 481298 w 504825"/>
              <a:gd name="connsiteY84" fmla="*/ 273177 h 457200"/>
              <a:gd name="connsiteX85" fmla="*/ 454342 w 504825"/>
              <a:gd name="connsiteY85" fmla="*/ 246221 h 457200"/>
              <a:gd name="connsiteX86" fmla="*/ 432625 w 504825"/>
              <a:gd name="connsiteY86" fmla="*/ 267938 h 457200"/>
              <a:gd name="connsiteX87" fmla="*/ 406051 w 504825"/>
              <a:gd name="connsiteY87" fmla="*/ 256985 h 457200"/>
              <a:gd name="connsiteX88" fmla="*/ 406051 w 504825"/>
              <a:gd name="connsiteY88" fmla="*/ 226219 h 457200"/>
              <a:gd name="connsiteX89" fmla="*/ 367951 w 504825"/>
              <a:gd name="connsiteY89" fmla="*/ 226219 h 457200"/>
              <a:gd name="connsiteX90" fmla="*/ 367951 w 504825"/>
              <a:gd name="connsiteY90" fmla="*/ 256985 h 457200"/>
              <a:gd name="connsiteX91" fmla="*/ 341376 w 504825"/>
              <a:gd name="connsiteY91" fmla="*/ 267938 h 457200"/>
              <a:gd name="connsiteX92" fmla="*/ 319659 w 504825"/>
              <a:gd name="connsiteY92" fmla="*/ 246221 h 457200"/>
              <a:gd name="connsiteX93" fmla="*/ 292703 w 504825"/>
              <a:gd name="connsiteY93" fmla="*/ 273177 h 457200"/>
              <a:gd name="connsiteX94" fmla="*/ 314420 w 504825"/>
              <a:gd name="connsiteY94" fmla="*/ 294894 h 457200"/>
              <a:gd name="connsiteX95" fmla="*/ 303467 w 504825"/>
              <a:gd name="connsiteY95" fmla="*/ 321469 h 457200"/>
              <a:gd name="connsiteX96" fmla="*/ 272701 w 504825"/>
              <a:gd name="connsiteY96" fmla="*/ 321469 h 457200"/>
              <a:gd name="connsiteX97" fmla="*/ 272701 w 504825"/>
              <a:gd name="connsiteY97" fmla="*/ 359569 h 457200"/>
              <a:gd name="connsiteX98" fmla="*/ 303467 w 504825"/>
              <a:gd name="connsiteY98" fmla="*/ 359569 h 457200"/>
              <a:gd name="connsiteX99" fmla="*/ 314420 w 504825"/>
              <a:gd name="connsiteY99" fmla="*/ 386144 h 457200"/>
              <a:gd name="connsiteX100" fmla="*/ 292703 w 504825"/>
              <a:gd name="connsiteY100" fmla="*/ 407861 h 457200"/>
              <a:gd name="connsiteX101" fmla="*/ 319659 w 504825"/>
              <a:gd name="connsiteY101" fmla="*/ 434816 h 457200"/>
              <a:gd name="connsiteX102" fmla="*/ 341376 w 504825"/>
              <a:gd name="connsiteY102" fmla="*/ 413099 h 457200"/>
              <a:gd name="connsiteX103" fmla="*/ 367951 w 504825"/>
              <a:gd name="connsiteY103" fmla="*/ 424053 h 457200"/>
              <a:gd name="connsiteX104" fmla="*/ 367951 w 504825"/>
              <a:gd name="connsiteY104" fmla="*/ 454819 h 457200"/>
              <a:gd name="connsiteX105" fmla="*/ 406051 w 504825"/>
              <a:gd name="connsiteY105" fmla="*/ 454819 h 457200"/>
              <a:gd name="connsiteX106" fmla="*/ 406051 w 504825"/>
              <a:gd name="connsiteY106" fmla="*/ 424053 h 457200"/>
              <a:gd name="connsiteX107" fmla="*/ 432625 w 504825"/>
              <a:gd name="connsiteY107" fmla="*/ 413099 h 457200"/>
              <a:gd name="connsiteX108" fmla="*/ 454342 w 504825"/>
              <a:gd name="connsiteY108" fmla="*/ 434816 h 457200"/>
              <a:gd name="connsiteX109" fmla="*/ 481298 w 504825"/>
              <a:gd name="connsiteY109" fmla="*/ 407861 h 457200"/>
              <a:gd name="connsiteX110" fmla="*/ 459581 w 504825"/>
              <a:gd name="connsiteY110" fmla="*/ 386144 h 457200"/>
              <a:gd name="connsiteX111" fmla="*/ 470535 w 504825"/>
              <a:gd name="connsiteY111" fmla="*/ 359569 h 457200"/>
              <a:gd name="connsiteX112" fmla="*/ 501301 w 504825"/>
              <a:gd name="connsiteY112" fmla="*/ 359569 h 457200"/>
              <a:gd name="connsiteX113" fmla="*/ 387001 w 504825"/>
              <a:gd name="connsiteY113" fmla="*/ 388144 h 457200"/>
              <a:gd name="connsiteX114" fmla="*/ 353282 w 504825"/>
              <a:gd name="connsiteY114" fmla="*/ 374237 h 457200"/>
              <a:gd name="connsiteX115" fmla="*/ 353282 w 504825"/>
              <a:gd name="connsiteY115" fmla="*/ 306896 h 457200"/>
              <a:gd name="connsiteX116" fmla="*/ 387001 w 504825"/>
              <a:gd name="connsiteY116" fmla="*/ 292989 h 457200"/>
              <a:gd name="connsiteX117" fmla="*/ 420719 w 504825"/>
              <a:gd name="connsiteY117" fmla="*/ 306896 h 457200"/>
              <a:gd name="connsiteX118" fmla="*/ 420719 w 504825"/>
              <a:gd name="connsiteY118" fmla="*/ 374237 h 457200"/>
              <a:gd name="connsiteX119" fmla="*/ 387001 w 504825"/>
              <a:gd name="connsiteY119" fmla="*/ 388144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504825" h="457200">
                <a:moveTo>
                  <a:pt x="272701" y="204978"/>
                </a:moveTo>
                <a:cubicBezTo>
                  <a:pt x="281940" y="202883"/>
                  <a:pt x="290989" y="199263"/>
                  <a:pt x="299275" y="194024"/>
                </a:cubicBezTo>
                <a:lnTo>
                  <a:pt x="320992" y="215741"/>
                </a:lnTo>
                <a:lnTo>
                  <a:pt x="347948" y="188786"/>
                </a:lnTo>
                <a:lnTo>
                  <a:pt x="326231" y="167069"/>
                </a:lnTo>
                <a:cubicBezTo>
                  <a:pt x="331470" y="158782"/>
                  <a:pt x="335090" y="149828"/>
                  <a:pt x="337185" y="140494"/>
                </a:cubicBezTo>
                <a:lnTo>
                  <a:pt x="367951" y="140494"/>
                </a:lnTo>
                <a:lnTo>
                  <a:pt x="367951" y="102394"/>
                </a:lnTo>
                <a:lnTo>
                  <a:pt x="337185" y="102394"/>
                </a:lnTo>
                <a:cubicBezTo>
                  <a:pt x="335090" y="93155"/>
                  <a:pt x="331470" y="84106"/>
                  <a:pt x="326231" y="75819"/>
                </a:cubicBezTo>
                <a:lnTo>
                  <a:pt x="347948" y="54102"/>
                </a:lnTo>
                <a:lnTo>
                  <a:pt x="320992" y="27146"/>
                </a:lnTo>
                <a:lnTo>
                  <a:pt x="299275" y="48863"/>
                </a:lnTo>
                <a:cubicBezTo>
                  <a:pt x="290989" y="43625"/>
                  <a:pt x="282035" y="40005"/>
                  <a:pt x="272701" y="37910"/>
                </a:cubicBezTo>
                <a:lnTo>
                  <a:pt x="272701" y="7144"/>
                </a:lnTo>
                <a:lnTo>
                  <a:pt x="234601" y="7144"/>
                </a:lnTo>
                <a:lnTo>
                  <a:pt x="234601" y="37910"/>
                </a:lnTo>
                <a:cubicBezTo>
                  <a:pt x="225362" y="40005"/>
                  <a:pt x="216313" y="43625"/>
                  <a:pt x="208026" y="48863"/>
                </a:cubicBezTo>
                <a:lnTo>
                  <a:pt x="186309" y="27146"/>
                </a:lnTo>
                <a:lnTo>
                  <a:pt x="159353" y="54102"/>
                </a:lnTo>
                <a:lnTo>
                  <a:pt x="181070" y="75819"/>
                </a:lnTo>
                <a:cubicBezTo>
                  <a:pt x="175831" y="84106"/>
                  <a:pt x="172212" y="93059"/>
                  <a:pt x="170117" y="102394"/>
                </a:cubicBezTo>
                <a:lnTo>
                  <a:pt x="139351" y="102394"/>
                </a:lnTo>
                <a:lnTo>
                  <a:pt x="139351" y="140494"/>
                </a:lnTo>
                <a:lnTo>
                  <a:pt x="170117" y="140494"/>
                </a:lnTo>
                <a:cubicBezTo>
                  <a:pt x="172212" y="149733"/>
                  <a:pt x="175831" y="158782"/>
                  <a:pt x="181070" y="167069"/>
                </a:cubicBezTo>
                <a:lnTo>
                  <a:pt x="159353" y="188786"/>
                </a:lnTo>
                <a:lnTo>
                  <a:pt x="186309" y="215741"/>
                </a:lnTo>
                <a:lnTo>
                  <a:pt x="208026" y="194024"/>
                </a:lnTo>
                <a:cubicBezTo>
                  <a:pt x="216313" y="199263"/>
                  <a:pt x="225266" y="202883"/>
                  <a:pt x="234601" y="204978"/>
                </a:cubicBezTo>
                <a:lnTo>
                  <a:pt x="234601" y="235744"/>
                </a:lnTo>
                <a:lnTo>
                  <a:pt x="272701" y="235744"/>
                </a:lnTo>
                <a:lnTo>
                  <a:pt x="272701" y="204978"/>
                </a:lnTo>
                <a:close/>
                <a:moveTo>
                  <a:pt x="219932" y="87821"/>
                </a:moveTo>
                <a:cubicBezTo>
                  <a:pt x="228886" y="78867"/>
                  <a:pt x="240887" y="73914"/>
                  <a:pt x="253651" y="73914"/>
                </a:cubicBezTo>
                <a:cubicBezTo>
                  <a:pt x="266414" y="73914"/>
                  <a:pt x="278321" y="78867"/>
                  <a:pt x="287369" y="87821"/>
                </a:cubicBezTo>
                <a:cubicBezTo>
                  <a:pt x="305943" y="106394"/>
                  <a:pt x="305943" y="136589"/>
                  <a:pt x="287369" y="155162"/>
                </a:cubicBezTo>
                <a:cubicBezTo>
                  <a:pt x="278416" y="164116"/>
                  <a:pt x="266414" y="169069"/>
                  <a:pt x="253651" y="169069"/>
                </a:cubicBezTo>
                <a:cubicBezTo>
                  <a:pt x="240887" y="169069"/>
                  <a:pt x="228981" y="164116"/>
                  <a:pt x="219932" y="155162"/>
                </a:cubicBezTo>
                <a:cubicBezTo>
                  <a:pt x="201359" y="136589"/>
                  <a:pt x="201359" y="106394"/>
                  <a:pt x="219932" y="87821"/>
                </a:cubicBezTo>
                <a:close/>
                <a:moveTo>
                  <a:pt x="194024" y="294894"/>
                </a:moveTo>
                <a:lnTo>
                  <a:pt x="215741" y="273177"/>
                </a:lnTo>
                <a:lnTo>
                  <a:pt x="188786" y="246221"/>
                </a:lnTo>
                <a:lnTo>
                  <a:pt x="167069" y="267938"/>
                </a:lnTo>
                <a:cubicBezTo>
                  <a:pt x="158782" y="262700"/>
                  <a:pt x="149828" y="259080"/>
                  <a:pt x="140494" y="256985"/>
                </a:cubicBezTo>
                <a:lnTo>
                  <a:pt x="140494" y="226219"/>
                </a:lnTo>
                <a:lnTo>
                  <a:pt x="102394" y="226219"/>
                </a:lnTo>
                <a:lnTo>
                  <a:pt x="102394" y="256985"/>
                </a:lnTo>
                <a:cubicBezTo>
                  <a:pt x="93154" y="259080"/>
                  <a:pt x="84106" y="262700"/>
                  <a:pt x="75819" y="267938"/>
                </a:cubicBezTo>
                <a:lnTo>
                  <a:pt x="54102" y="246221"/>
                </a:lnTo>
                <a:lnTo>
                  <a:pt x="27146" y="273177"/>
                </a:lnTo>
                <a:lnTo>
                  <a:pt x="48863" y="294894"/>
                </a:lnTo>
                <a:cubicBezTo>
                  <a:pt x="43625" y="303181"/>
                  <a:pt x="40005" y="312134"/>
                  <a:pt x="37910" y="321469"/>
                </a:cubicBezTo>
                <a:lnTo>
                  <a:pt x="7144" y="321469"/>
                </a:lnTo>
                <a:lnTo>
                  <a:pt x="7144" y="359569"/>
                </a:lnTo>
                <a:lnTo>
                  <a:pt x="37910" y="359569"/>
                </a:lnTo>
                <a:cubicBezTo>
                  <a:pt x="40005" y="368808"/>
                  <a:pt x="43625" y="377857"/>
                  <a:pt x="48863" y="386144"/>
                </a:cubicBezTo>
                <a:lnTo>
                  <a:pt x="27146" y="407861"/>
                </a:lnTo>
                <a:lnTo>
                  <a:pt x="54102" y="434816"/>
                </a:lnTo>
                <a:lnTo>
                  <a:pt x="75819" y="413099"/>
                </a:lnTo>
                <a:cubicBezTo>
                  <a:pt x="84106" y="418338"/>
                  <a:pt x="93059" y="421958"/>
                  <a:pt x="102394" y="424053"/>
                </a:cubicBezTo>
                <a:lnTo>
                  <a:pt x="102394" y="454819"/>
                </a:lnTo>
                <a:lnTo>
                  <a:pt x="140494" y="454819"/>
                </a:lnTo>
                <a:lnTo>
                  <a:pt x="140494" y="424053"/>
                </a:lnTo>
                <a:cubicBezTo>
                  <a:pt x="149733" y="421958"/>
                  <a:pt x="158782" y="418338"/>
                  <a:pt x="167069" y="413099"/>
                </a:cubicBezTo>
                <a:lnTo>
                  <a:pt x="188786" y="434816"/>
                </a:lnTo>
                <a:lnTo>
                  <a:pt x="215741" y="407861"/>
                </a:lnTo>
                <a:lnTo>
                  <a:pt x="194024" y="386144"/>
                </a:lnTo>
                <a:cubicBezTo>
                  <a:pt x="199263" y="377857"/>
                  <a:pt x="202883" y="368903"/>
                  <a:pt x="204978" y="359569"/>
                </a:cubicBezTo>
                <a:lnTo>
                  <a:pt x="235744" y="359569"/>
                </a:lnTo>
                <a:lnTo>
                  <a:pt x="235744" y="321469"/>
                </a:lnTo>
                <a:lnTo>
                  <a:pt x="204978" y="321469"/>
                </a:lnTo>
                <a:cubicBezTo>
                  <a:pt x="202883" y="312230"/>
                  <a:pt x="199263" y="303276"/>
                  <a:pt x="194024" y="294894"/>
                </a:cubicBezTo>
                <a:close/>
                <a:moveTo>
                  <a:pt x="121539" y="388144"/>
                </a:moveTo>
                <a:cubicBezTo>
                  <a:pt x="108775" y="388144"/>
                  <a:pt x="96869" y="383191"/>
                  <a:pt x="87821" y="374237"/>
                </a:cubicBezTo>
                <a:cubicBezTo>
                  <a:pt x="69247" y="355664"/>
                  <a:pt x="69247" y="325469"/>
                  <a:pt x="87821" y="306896"/>
                </a:cubicBezTo>
                <a:cubicBezTo>
                  <a:pt x="96774" y="297942"/>
                  <a:pt x="108775" y="292989"/>
                  <a:pt x="121539" y="292989"/>
                </a:cubicBezTo>
                <a:cubicBezTo>
                  <a:pt x="134302" y="292989"/>
                  <a:pt x="146209" y="297942"/>
                  <a:pt x="155258" y="306896"/>
                </a:cubicBezTo>
                <a:cubicBezTo>
                  <a:pt x="173831" y="325469"/>
                  <a:pt x="173831" y="355664"/>
                  <a:pt x="155258" y="374237"/>
                </a:cubicBezTo>
                <a:cubicBezTo>
                  <a:pt x="146209" y="383191"/>
                  <a:pt x="134207" y="388144"/>
                  <a:pt x="121539" y="388144"/>
                </a:cubicBezTo>
                <a:close/>
                <a:moveTo>
                  <a:pt x="501301" y="359569"/>
                </a:moveTo>
                <a:lnTo>
                  <a:pt x="501301" y="321469"/>
                </a:lnTo>
                <a:lnTo>
                  <a:pt x="470535" y="321469"/>
                </a:lnTo>
                <a:cubicBezTo>
                  <a:pt x="468440" y="312230"/>
                  <a:pt x="464820" y="303181"/>
                  <a:pt x="459581" y="294894"/>
                </a:cubicBezTo>
                <a:lnTo>
                  <a:pt x="481298" y="273177"/>
                </a:lnTo>
                <a:lnTo>
                  <a:pt x="454342" y="246221"/>
                </a:lnTo>
                <a:lnTo>
                  <a:pt x="432625" y="267938"/>
                </a:lnTo>
                <a:cubicBezTo>
                  <a:pt x="424339" y="262700"/>
                  <a:pt x="415385" y="259080"/>
                  <a:pt x="406051" y="256985"/>
                </a:cubicBezTo>
                <a:lnTo>
                  <a:pt x="406051" y="226219"/>
                </a:lnTo>
                <a:lnTo>
                  <a:pt x="367951" y="226219"/>
                </a:lnTo>
                <a:lnTo>
                  <a:pt x="367951" y="256985"/>
                </a:lnTo>
                <a:cubicBezTo>
                  <a:pt x="358712" y="259080"/>
                  <a:pt x="349663" y="262700"/>
                  <a:pt x="341376" y="267938"/>
                </a:cubicBezTo>
                <a:lnTo>
                  <a:pt x="319659" y="246221"/>
                </a:lnTo>
                <a:lnTo>
                  <a:pt x="292703" y="273177"/>
                </a:lnTo>
                <a:lnTo>
                  <a:pt x="314420" y="294894"/>
                </a:lnTo>
                <a:cubicBezTo>
                  <a:pt x="309182" y="303181"/>
                  <a:pt x="305562" y="312134"/>
                  <a:pt x="303467" y="321469"/>
                </a:cubicBezTo>
                <a:lnTo>
                  <a:pt x="272701" y="321469"/>
                </a:lnTo>
                <a:lnTo>
                  <a:pt x="272701" y="359569"/>
                </a:lnTo>
                <a:lnTo>
                  <a:pt x="303467" y="359569"/>
                </a:lnTo>
                <a:cubicBezTo>
                  <a:pt x="305562" y="368808"/>
                  <a:pt x="309182" y="377857"/>
                  <a:pt x="314420" y="386144"/>
                </a:cubicBezTo>
                <a:lnTo>
                  <a:pt x="292703" y="407861"/>
                </a:lnTo>
                <a:lnTo>
                  <a:pt x="319659" y="434816"/>
                </a:lnTo>
                <a:lnTo>
                  <a:pt x="341376" y="413099"/>
                </a:lnTo>
                <a:cubicBezTo>
                  <a:pt x="349663" y="418338"/>
                  <a:pt x="358616" y="421958"/>
                  <a:pt x="367951" y="424053"/>
                </a:cubicBezTo>
                <a:lnTo>
                  <a:pt x="367951" y="454819"/>
                </a:lnTo>
                <a:lnTo>
                  <a:pt x="406051" y="454819"/>
                </a:lnTo>
                <a:lnTo>
                  <a:pt x="406051" y="424053"/>
                </a:lnTo>
                <a:cubicBezTo>
                  <a:pt x="415290" y="421958"/>
                  <a:pt x="424339" y="418338"/>
                  <a:pt x="432625" y="413099"/>
                </a:cubicBezTo>
                <a:lnTo>
                  <a:pt x="454342" y="434816"/>
                </a:lnTo>
                <a:lnTo>
                  <a:pt x="481298" y="407861"/>
                </a:lnTo>
                <a:lnTo>
                  <a:pt x="459581" y="386144"/>
                </a:lnTo>
                <a:cubicBezTo>
                  <a:pt x="464820" y="377857"/>
                  <a:pt x="468440" y="368903"/>
                  <a:pt x="470535" y="359569"/>
                </a:cubicBezTo>
                <a:lnTo>
                  <a:pt x="501301" y="359569"/>
                </a:lnTo>
                <a:close/>
                <a:moveTo>
                  <a:pt x="387001" y="388144"/>
                </a:moveTo>
                <a:cubicBezTo>
                  <a:pt x="374237" y="388144"/>
                  <a:pt x="362331" y="383191"/>
                  <a:pt x="353282" y="374237"/>
                </a:cubicBezTo>
                <a:cubicBezTo>
                  <a:pt x="334709" y="355664"/>
                  <a:pt x="334709" y="325469"/>
                  <a:pt x="353282" y="306896"/>
                </a:cubicBezTo>
                <a:cubicBezTo>
                  <a:pt x="362236" y="297942"/>
                  <a:pt x="374237" y="292989"/>
                  <a:pt x="387001" y="292989"/>
                </a:cubicBezTo>
                <a:cubicBezTo>
                  <a:pt x="399764" y="292989"/>
                  <a:pt x="411671" y="297942"/>
                  <a:pt x="420719" y="306896"/>
                </a:cubicBezTo>
                <a:cubicBezTo>
                  <a:pt x="439293" y="325469"/>
                  <a:pt x="439293" y="355664"/>
                  <a:pt x="420719" y="374237"/>
                </a:cubicBezTo>
                <a:cubicBezTo>
                  <a:pt x="411671" y="383191"/>
                  <a:pt x="399669" y="388144"/>
                  <a:pt x="387001" y="388144"/>
                </a:cubicBezTo>
                <a:close/>
              </a:path>
            </a:pathLst>
          </a:custGeom>
          <a:solidFill>
            <a:schemeClr val="tx2"/>
          </a:solidFill>
          <a:ln w="9525" cap="flat">
            <a:noFill/>
            <a:prstDash val="solid"/>
            <a:miter/>
          </a:ln>
        </p:spPr>
        <p:txBody>
          <a:bodyPr rtlCol="0" anchor="ctr"/>
          <a:lstStyle/>
          <a:p>
            <a:endParaRPr lang="en-US"/>
          </a:p>
        </p:txBody>
      </p:sp>
      <p:sp>
        <p:nvSpPr>
          <p:cNvPr id="112" name="TextBox 15">
            <a:extLst>
              <a:ext uri="{FF2B5EF4-FFF2-40B4-BE49-F238E27FC236}">
                <a16:creationId xmlns:a16="http://schemas.microsoft.com/office/drawing/2014/main" id="{138A57E2-584F-DB42-83AA-3D34795C8ED7}"/>
              </a:ext>
            </a:extLst>
          </p:cNvPr>
          <p:cNvSpPr txBox="1"/>
          <p:nvPr/>
        </p:nvSpPr>
        <p:spPr>
          <a:xfrm>
            <a:off x="7201215" y="4780004"/>
            <a:ext cx="415178" cy="215444"/>
          </a:xfrm>
          <a:prstGeom prst="rect">
            <a:avLst/>
          </a:prstGeom>
          <a:noFill/>
        </p:spPr>
        <p:txBody>
          <a:bodyPr wrap="none" lIns="0" rIns="0" rtlCol="0" anchor="ctr" anchorCtr="0">
            <a:noAutofit/>
          </a:bodyPr>
          <a:lstStyle/>
          <a:p>
            <a:pPr algn="ctr"/>
            <a:r>
              <a:rPr lang="en-US" sz="800"/>
              <a:t>Gears 03</a:t>
            </a:r>
          </a:p>
        </p:txBody>
      </p:sp>
      <p:sp>
        <p:nvSpPr>
          <p:cNvPr id="117" name="Freeform 116">
            <a:extLst>
              <a:ext uri="{FF2B5EF4-FFF2-40B4-BE49-F238E27FC236}">
                <a16:creationId xmlns:a16="http://schemas.microsoft.com/office/drawing/2014/main" id="{E309B037-824B-4343-A803-C132A3E76032}"/>
              </a:ext>
            </a:extLst>
          </p:cNvPr>
          <p:cNvSpPr>
            <a:spLocks noChangeAspect="1"/>
          </p:cNvSpPr>
          <p:nvPr/>
        </p:nvSpPr>
        <p:spPr>
          <a:xfrm>
            <a:off x="1938522" y="5248059"/>
            <a:ext cx="267579" cy="229807"/>
          </a:xfrm>
          <a:custGeom>
            <a:avLst/>
            <a:gdLst>
              <a:gd name="connsiteX0" fmla="*/ 132233 w 267579"/>
              <a:gd name="connsiteY0" fmla="*/ 229807 h 229807"/>
              <a:gd name="connsiteX1" fmla="*/ 122826 w 267579"/>
              <a:gd name="connsiteY1" fmla="*/ 227836 h 229807"/>
              <a:gd name="connsiteX2" fmla="*/ 113983 w 267579"/>
              <a:gd name="connsiteY2" fmla="*/ 222110 h 229807"/>
              <a:gd name="connsiteX3" fmla="*/ 22073 w 267579"/>
              <a:gd name="connsiteY3" fmla="*/ 130305 h 229807"/>
              <a:gd name="connsiteX4" fmla="*/ 22013 w 267579"/>
              <a:gd name="connsiteY4" fmla="*/ 24104 h 229807"/>
              <a:gd name="connsiteX5" fmla="*/ 22073 w 267579"/>
              <a:gd name="connsiteY5" fmla="*/ 24045 h 229807"/>
              <a:gd name="connsiteX6" fmla="*/ 128505 w 267579"/>
              <a:gd name="connsiteY6" fmla="*/ 23986 h 229807"/>
              <a:gd name="connsiteX7" fmla="*/ 128564 w 267579"/>
              <a:gd name="connsiteY7" fmla="*/ 24045 h 229807"/>
              <a:gd name="connsiteX8" fmla="*/ 132798 w 267579"/>
              <a:gd name="connsiteY8" fmla="*/ 28269 h 229807"/>
              <a:gd name="connsiteX9" fmla="*/ 137125 w 267579"/>
              <a:gd name="connsiteY9" fmla="*/ 24045 h 229807"/>
              <a:gd name="connsiteX10" fmla="*/ 243482 w 267579"/>
              <a:gd name="connsiteY10" fmla="*/ 20022 h 229807"/>
              <a:gd name="connsiteX11" fmla="*/ 247514 w 267579"/>
              <a:gd name="connsiteY11" fmla="*/ 126147 h 229807"/>
              <a:gd name="connsiteX12" fmla="*/ 243335 w 267579"/>
              <a:gd name="connsiteY12" fmla="*/ 130305 h 229807"/>
              <a:gd name="connsiteX13" fmla="*/ 151424 w 267579"/>
              <a:gd name="connsiteY13" fmla="*/ 222016 h 229807"/>
              <a:gd name="connsiteX14" fmla="*/ 132610 w 267579"/>
              <a:gd name="connsiteY14" fmla="*/ 229807 h 229807"/>
              <a:gd name="connsiteX15" fmla="*/ 75036 w 267579"/>
              <a:gd name="connsiteY15" fmla="*/ 39533 h 229807"/>
              <a:gd name="connsiteX16" fmla="*/ 37283 w 267579"/>
              <a:gd name="connsiteY16" fmla="*/ 76957 h 229807"/>
              <a:gd name="connsiteX17" fmla="*/ 48413 w 267579"/>
              <a:gd name="connsiteY17" fmla="*/ 103740 h 229807"/>
              <a:gd name="connsiteX18" fmla="*/ 132516 w 267579"/>
              <a:gd name="connsiteY18" fmla="*/ 188223 h 229807"/>
              <a:gd name="connsiteX19" fmla="*/ 216712 w 267579"/>
              <a:gd name="connsiteY19" fmla="*/ 104210 h 229807"/>
              <a:gd name="connsiteX20" fmla="*/ 216759 w 267579"/>
              <a:gd name="connsiteY20" fmla="*/ 51032 h 229807"/>
              <a:gd name="connsiteX21" fmla="*/ 163466 w 267579"/>
              <a:gd name="connsiteY21" fmla="*/ 50985 h 229807"/>
              <a:gd name="connsiteX22" fmla="*/ 132516 w 267579"/>
              <a:gd name="connsiteY22" fmla="*/ 81399 h 229807"/>
              <a:gd name="connsiteX23" fmla="*/ 101659 w 267579"/>
              <a:gd name="connsiteY23" fmla="*/ 50516 h 229807"/>
              <a:gd name="connsiteX24" fmla="*/ 75036 w 267579"/>
              <a:gd name="connsiteY24" fmla="*/ 39533 h 22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7579" h="229807">
                <a:moveTo>
                  <a:pt x="132233" y="229807"/>
                </a:moveTo>
                <a:cubicBezTo>
                  <a:pt x="129001" y="229751"/>
                  <a:pt x="125808" y="229082"/>
                  <a:pt x="122826" y="227836"/>
                </a:cubicBezTo>
                <a:cubicBezTo>
                  <a:pt x="119524" y="226537"/>
                  <a:pt x="116517" y="224590"/>
                  <a:pt x="113983" y="222110"/>
                </a:cubicBezTo>
                <a:lnTo>
                  <a:pt x="22073" y="130305"/>
                </a:lnTo>
                <a:cubicBezTo>
                  <a:pt x="-7334" y="100994"/>
                  <a:pt x="-7361" y="53447"/>
                  <a:pt x="22013" y="24104"/>
                </a:cubicBezTo>
                <a:cubicBezTo>
                  <a:pt x="22033" y="24084"/>
                  <a:pt x="22053" y="24065"/>
                  <a:pt x="22073" y="24045"/>
                </a:cubicBezTo>
                <a:cubicBezTo>
                  <a:pt x="51447" y="-5298"/>
                  <a:pt x="99099" y="-5325"/>
                  <a:pt x="128505" y="23986"/>
                </a:cubicBezTo>
                <a:cubicBezTo>
                  <a:pt x="128525" y="24005"/>
                  <a:pt x="128545" y="24025"/>
                  <a:pt x="128564" y="24045"/>
                </a:cubicBezTo>
                <a:lnTo>
                  <a:pt x="132798" y="28269"/>
                </a:lnTo>
                <a:lnTo>
                  <a:pt x="137125" y="24045"/>
                </a:lnTo>
                <a:cubicBezTo>
                  <a:pt x="165381" y="-6372"/>
                  <a:pt x="212999" y="-8173"/>
                  <a:pt x="243482" y="20022"/>
                </a:cubicBezTo>
                <a:cubicBezTo>
                  <a:pt x="273964" y="48217"/>
                  <a:pt x="275770" y="95731"/>
                  <a:pt x="247514" y="126147"/>
                </a:cubicBezTo>
                <a:cubicBezTo>
                  <a:pt x="246175" y="127587"/>
                  <a:pt x="244782" y="128974"/>
                  <a:pt x="243335" y="130305"/>
                </a:cubicBezTo>
                <a:lnTo>
                  <a:pt x="151424" y="222016"/>
                </a:lnTo>
                <a:cubicBezTo>
                  <a:pt x="146448" y="227016"/>
                  <a:pt x="139673" y="229822"/>
                  <a:pt x="132610" y="229807"/>
                </a:cubicBezTo>
                <a:close/>
                <a:moveTo>
                  <a:pt x="75036" y="39533"/>
                </a:moveTo>
                <a:cubicBezTo>
                  <a:pt x="54254" y="39465"/>
                  <a:pt x="37351" y="56220"/>
                  <a:pt x="37283" y="76957"/>
                </a:cubicBezTo>
                <a:cubicBezTo>
                  <a:pt x="37250" y="87012"/>
                  <a:pt x="41259" y="96660"/>
                  <a:pt x="48413" y="103740"/>
                </a:cubicBezTo>
                <a:lnTo>
                  <a:pt x="132516" y="188223"/>
                </a:lnTo>
                <a:lnTo>
                  <a:pt x="216712" y="104210"/>
                </a:lnTo>
                <a:cubicBezTo>
                  <a:pt x="231441" y="89538"/>
                  <a:pt x="231463" y="65730"/>
                  <a:pt x="216759" y="51032"/>
                </a:cubicBezTo>
                <a:cubicBezTo>
                  <a:pt x="202055" y="36335"/>
                  <a:pt x="178195" y="36314"/>
                  <a:pt x="163466" y="50985"/>
                </a:cubicBezTo>
                <a:lnTo>
                  <a:pt x="132516" y="81399"/>
                </a:lnTo>
                <a:lnTo>
                  <a:pt x="101659" y="50516"/>
                </a:lnTo>
                <a:cubicBezTo>
                  <a:pt x="94596" y="43476"/>
                  <a:pt x="85019" y="39526"/>
                  <a:pt x="75036" y="39533"/>
                </a:cubicBezTo>
                <a:close/>
              </a:path>
            </a:pathLst>
          </a:custGeom>
          <a:solidFill>
            <a:schemeClr val="tx2"/>
          </a:solidFill>
          <a:ln w="9349"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53ED599C-370F-604E-A248-D83027574A00}"/>
              </a:ext>
            </a:extLst>
          </p:cNvPr>
          <p:cNvSpPr>
            <a:spLocks noChangeAspect="1"/>
          </p:cNvSpPr>
          <p:nvPr/>
        </p:nvSpPr>
        <p:spPr>
          <a:xfrm>
            <a:off x="1719389" y="5458211"/>
            <a:ext cx="511169" cy="221005"/>
          </a:xfrm>
          <a:custGeom>
            <a:avLst/>
            <a:gdLst>
              <a:gd name="connsiteX0" fmla="*/ 78364 w 511169"/>
              <a:gd name="connsiteY0" fmla="*/ 221005 h 221005"/>
              <a:gd name="connsiteX1" fmla="*/ 0 w 511169"/>
              <a:gd name="connsiteY1" fmla="*/ 77572 h 221005"/>
              <a:gd name="connsiteX2" fmla="*/ 112889 w 511169"/>
              <a:gd name="connsiteY2" fmla="*/ 16369 h 221005"/>
              <a:gd name="connsiteX3" fmla="*/ 180340 w 511169"/>
              <a:gd name="connsiteY3" fmla="*/ 36 h 221005"/>
              <a:gd name="connsiteX4" fmla="*/ 263407 w 511169"/>
              <a:gd name="connsiteY4" fmla="*/ 2101 h 221005"/>
              <a:gd name="connsiteX5" fmla="*/ 300284 w 511169"/>
              <a:gd name="connsiteY5" fmla="*/ 38710 h 221005"/>
              <a:gd name="connsiteX6" fmla="*/ 272062 w 511169"/>
              <a:gd name="connsiteY6" fmla="*/ 80576 h 221005"/>
              <a:gd name="connsiteX7" fmla="*/ 201601 w 511169"/>
              <a:gd name="connsiteY7" fmla="*/ 107329 h 221005"/>
              <a:gd name="connsiteX8" fmla="*/ 188242 w 511169"/>
              <a:gd name="connsiteY8" fmla="*/ 72222 h 221005"/>
              <a:gd name="connsiteX9" fmla="*/ 259080 w 511169"/>
              <a:gd name="connsiteY9" fmla="*/ 45281 h 221005"/>
              <a:gd name="connsiteX10" fmla="*/ 262843 w 511169"/>
              <a:gd name="connsiteY10" fmla="*/ 39649 h 221005"/>
              <a:gd name="connsiteX11" fmla="*/ 178741 w 511169"/>
              <a:gd name="connsiteY11" fmla="*/ 37584 h 221005"/>
              <a:gd name="connsiteX12" fmla="*/ 130199 w 511169"/>
              <a:gd name="connsiteY12" fmla="*/ 49318 h 221005"/>
              <a:gd name="connsiteX13" fmla="*/ 51082 w 511169"/>
              <a:gd name="connsiteY13" fmla="*/ 92216 h 221005"/>
              <a:gd name="connsiteX14" fmla="*/ 93416 w 511169"/>
              <a:gd name="connsiteY14" fmla="*/ 169658 h 221005"/>
              <a:gd name="connsiteX15" fmla="*/ 145062 w 511169"/>
              <a:gd name="connsiteY15" fmla="*/ 141498 h 221005"/>
              <a:gd name="connsiteX16" fmla="*/ 193604 w 511169"/>
              <a:gd name="connsiteY16" fmla="*/ 133143 h 221005"/>
              <a:gd name="connsiteX17" fmla="*/ 325779 w 511169"/>
              <a:gd name="connsiteY17" fmla="*/ 153982 h 221005"/>
              <a:gd name="connsiteX18" fmla="*/ 469336 w 511169"/>
              <a:gd name="connsiteY18" fmla="*/ 75789 h 221005"/>
              <a:gd name="connsiteX19" fmla="*/ 472252 w 511169"/>
              <a:gd name="connsiteY19" fmla="*/ 66402 h 221005"/>
              <a:gd name="connsiteX20" fmla="*/ 462844 w 511169"/>
              <a:gd name="connsiteY20" fmla="*/ 62929 h 221005"/>
              <a:gd name="connsiteX21" fmla="*/ 318911 w 511169"/>
              <a:gd name="connsiteY21" fmla="*/ 120377 h 221005"/>
              <a:gd name="connsiteX22" fmla="*/ 305082 w 511169"/>
              <a:gd name="connsiteY22" fmla="*/ 85457 h 221005"/>
              <a:gd name="connsiteX23" fmla="*/ 449204 w 511169"/>
              <a:gd name="connsiteY23" fmla="*/ 28479 h 221005"/>
              <a:gd name="connsiteX24" fmla="*/ 507782 w 511169"/>
              <a:gd name="connsiteY24" fmla="*/ 52834 h 221005"/>
              <a:gd name="connsiteX25" fmla="*/ 487398 w 511169"/>
              <a:gd name="connsiteY25" fmla="*/ 109394 h 221005"/>
              <a:gd name="connsiteX26" fmla="*/ 332552 w 511169"/>
              <a:gd name="connsiteY26" fmla="*/ 193877 h 221005"/>
              <a:gd name="connsiteX27" fmla="*/ 188148 w 511169"/>
              <a:gd name="connsiteY27" fmla="*/ 170597 h 221005"/>
              <a:gd name="connsiteX28" fmla="*/ 163501 w 511169"/>
              <a:gd name="connsiteY28" fmla="*/ 174821 h 221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1169" h="221005">
                <a:moveTo>
                  <a:pt x="78364" y="221005"/>
                </a:moveTo>
                <a:lnTo>
                  <a:pt x="0" y="77572"/>
                </a:lnTo>
                <a:lnTo>
                  <a:pt x="112889" y="16369"/>
                </a:lnTo>
                <a:cubicBezTo>
                  <a:pt x="133550" y="5123"/>
                  <a:pt x="156810" y="-509"/>
                  <a:pt x="180340" y="36"/>
                </a:cubicBezTo>
                <a:lnTo>
                  <a:pt x="263407" y="2101"/>
                </a:lnTo>
                <a:cubicBezTo>
                  <a:pt x="283535" y="2496"/>
                  <a:pt x="299785" y="18629"/>
                  <a:pt x="300284" y="38710"/>
                </a:cubicBezTo>
                <a:cubicBezTo>
                  <a:pt x="300790" y="57244"/>
                  <a:pt x="289456" y="74056"/>
                  <a:pt x="272062" y="80576"/>
                </a:cubicBezTo>
                <a:lnTo>
                  <a:pt x="201601" y="107329"/>
                </a:lnTo>
                <a:lnTo>
                  <a:pt x="188242" y="72222"/>
                </a:lnTo>
                <a:lnTo>
                  <a:pt x="259080" y="45281"/>
                </a:lnTo>
                <a:cubicBezTo>
                  <a:pt x="261393" y="44376"/>
                  <a:pt x="262896" y="42128"/>
                  <a:pt x="262843" y="39649"/>
                </a:cubicBezTo>
                <a:lnTo>
                  <a:pt x="178741" y="37584"/>
                </a:lnTo>
                <a:cubicBezTo>
                  <a:pt x="161811" y="37204"/>
                  <a:pt x="145077" y="41250"/>
                  <a:pt x="130199" y="49318"/>
                </a:cubicBezTo>
                <a:lnTo>
                  <a:pt x="51082" y="92216"/>
                </a:lnTo>
                <a:lnTo>
                  <a:pt x="93416" y="169658"/>
                </a:lnTo>
                <a:lnTo>
                  <a:pt x="145062" y="141498"/>
                </a:lnTo>
                <a:cubicBezTo>
                  <a:pt x="159891" y="133488"/>
                  <a:pt x="176944" y="130552"/>
                  <a:pt x="193604" y="133143"/>
                </a:cubicBezTo>
                <a:lnTo>
                  <a:pt x="325779" y="153982"/>
                </a:lnTo>
                <a:lnTo>
                  <a:pt x="469336" y="75789"/>
                </a:lnTo>
                <a:cubicBezTo>
                  <a:pt x="472698" y="73967"/>
                  <a:pt x="473991" y="69802"/>
                  <a:pt x="472252" y="66402"/>
                </a:cubicBezTo>
                <a:cubicBezTo>
                  <a:pt x="470523" y="62952"/>
                  <a:pt x="466408" y="61433"/>
                  <a:pt x="462844" y="62929"/>
                </a:cubicBezTo>
                <a:lnTo>
                  <a:pt x="318911" y="120377"/>
                </a:lnTo>
                <a:lnTo>
                  <a:pt x="305082" y="85457"/>
                </a:lnTo>
                <a:lnTo>
                  <a:pt x="449204" y="28479"/>
                </a:lnTo>
                <a:cubicBezTo>
                  <a:pt x="472120" y="19064"/>
                  <a:pt x="498346" y="29968"/>
                  <a:pt x="507782" y="52834"/>
                </a:cubicBezTo>
                <a:cubicBezTo>
                  <a:pt x="516563" y="74113"/>
                  <a:pt x="507749" y="98569"/>
                  <a:pt x="487398" y="109394"/>
                </a:cubicBezTo>
                <a:lnTo>
                  <a:pt x="332552" y="193877"/>
                </a:lnTo>
                <a:lnTo>
                  <a:pt x="188148" y="170597"/>
                </a:lnTo>
                <a:cubicBezTo>
                  <a:pt x="179691" y="169285"/>
                  <a:pt x="171035" y="170768"/>
                  <a:pt x="163501" y="174821"/>
                </a:cubicBezTo>
                <a:close/>
              </a:path>
            </a:pathLst>
          </a:custGeom>
          <a:solidFill>
            <a:schemeClr val="tx2"/>
          </a:solidFill>
          <a:ln w="9349" cap="flat">
            <a:noFill/>
            <a:prstDash val="solid"/>
            <a:miter/>
          </a:ln>
        </p:spPr>
        <p:txBody>
          <a:bodyPr rtlCol="0" anchor="ctr"/>
          <a:lstStyle/>
          <a:p>
            <a:endParaRPr lang="en-US"/>
          </a:p>
        </p:txBody>
      </p:sp>
      <p:sp>
        <p:nvSpPr>
          <p:cNvPr id="119" name="TextBox 16">
            <a:extLst>
              <a:ext uri="{FF2B5EF4-FFF2-40B4-BE49-F238E27FC236}">
                <a16:creationId xmlns:a16="http://schemas.microsoft.com/office/drawing/2014/main" id="{8C5C6D2A-2E02-4E4F-A539-8C29D6511BB1}"/>
              </a:ext>
            </a:extLst>
          </p:cNvPr>
          <p:cNvSpPr txBox="1"/>
          <p:nvPr/>
        </p:nvSpPr>
        <p:spPr>
          <a:xfrm>
            <a:off x="1720895" y="5773766"/>
            <a:ext cx="508152" cy="215444"/>
          </a:xfrm>
          <a:prstGeom prst="rect">
            <a:avLst/>
          </a:prstGeom>
          <a:noFill/>
        </p:spPr>
        <p:txBody>
          <a:bodyPr wrap="none" lIns="0" rIns="0" rtlCol="0" anchor="ctr" anchorCtr="0">
            <a:noAutofit/>
          </a:bodyPr>
          <a:lstStyle/>
          <a:p>
            <a:pPr algn="ctr"/>
            <a:r>
              <a:rPr lang="en-US" sz="800"/>
              <a:t>Hand heart</a:t>
            </a:r>
          </a:p>
        </p:txBody>
      </p:sp>
      <p:sp>
        <p:nvSpPr>
          <p:cNvPr id="127" name="Freeform: Shape 12">
            <a:extLst>
              <a:ext uri="{FF2B5EF4-FFF2-40B4-BE49-F238E27FC236}">
                <a16:creationId xmlns:a16="http://schemas.microsoft.com/office/drawing/2014/main" id="{7B90FFD8-5112-7A44-91D6-CA5BDAAAE52B}"/>
              </a:ext>
            </a:extLst>
          </p:cNvPr>
          <p:cNvSpPr>
            <a:spLocks noChangeAspect="1"/>
          </p:cNvSpPr>
          <p:nvPr/>
        </p:nvSpPr>
        <p:spPr>
          <a:xfrm>
            <a:off x="2651233" y="5215987"/>
            <a:ext cx="466725" cy="495300"/>
          </a:xfrm>
          <a:custGeom>
            <a:avLst/>
            <a:gdLst>
              <a:gd name="connsiteX0" fmla="*/ 464344 w 466725"/>
              <a:gd name="connsiteY0" fmla="*/ 197644 h 495300"/>
              <a:gd name="connsiteX1" fmla="*/ 426244 w 466725"/>
              <a:gd name="connsiteY1" fmla="*/ 197644 h 495300"/>
              <a:gd name="connsiteX2" fmla="*/ 235744 w 466725"/>
              <a:gd name="connsiteY2" fmla="*/ 7144 h 495300"/>
              <a:gd name="connsiteX3" fmla="*/ 45244 w 466725"/>
              <a:gd name="connsiteY3" fmla="*/ 197644 h 495300"/>
              <a:gd name="connsiteX4" fmla="*/ 7144 w 466725"/>
              <a:gd name="connsiteY4" fmla="*/ 197644 h 495300"/>
              <a:gd name="connsiteX5" fmla="*/ 7144 w 466725"/>
              <a:gd name="connsiteY5" fmla="*/ 369094 h 495300"/>
              <a:gd name="connsiteX6" fmla="*/ 121444 w 466725"/>
              <a:gd name="connsiteY6" fmla="*/ 369094 h 495300"/>
              <a:gd name="connsiteX7" fmla="*/ 121444 w 466725"/>
              <a:gd name="connsiteY7" fmla="*/ 197644 h 495300"/>
              <a:gd name="connsiteX8" fmla="*/ 83344 w 466725"/>
              <a:gd name="connsiteY8" fmla="*/ 197644 h 495300"/>
              <a:gd name="connsiteX9" fmla="*/ 235744 w 466725"/>
              <a:gd name="connsiteY9" fmla="*/ 45244 h 495300"/>
              <a:gd name="connsiteX10" fmla="*/ 388144 w 466725"/>
              <a:gd name="connsiteY10" fmla="*/ 197644 h 495300"/>
              <a:gd name="connsiteX11" fmla="*/ 350044 w 466725"/>
              <a:gd name="connsiteY11" fmla="*/ 197644 h 495300"/>
              <a:gd name="connsiteX12" fmla="*/ 350044 w 466725"/>
              <a:gd name="connsiteY12" fmla="*/ 369094 h 495300"/>
              <a:gd name="connsiteX13" fmla="*/ 388144 w 466725"/>
              <a:gd name="connsiteY13" fmla="*/ 369094 h 495300"/>
              <a:gd name="connsiteX14" fmla="*/ 388144 w 466725"/>
              <a:gd name="connsiteY14" fmla="*/ 435769 h 495300"/>
              <a:gd name="connsiteX15" fmla="*/ 316230 w 466725"/>
              <a:gd name="connsiteY15" fmla="*/ 435769 h 495300"/>
              <a:gd name="connsiteX16" fmla="*/ 283369 w 466725"/>
              <a:gd name="connsiteY16" fmla="*/ 416719 h 495300"/>
              <a:gd name="connsiteX17" fmla="*/ 245269 w 466725"/>
              <a:gd name="connsiteY17" fmla="*/ 454819 h 495300"/>
              <a:gd name="connsiteX18" fmla="*/ 283369 w 466725"/>
              <a:gd name="connsiteY18" fmla="*/ 492919 h 495300"/>
              <a:gd name="connsiteX19" fmla="*/ 316230 w 466725"/>
              <a:gd name="connsiteY19" fmla="*/ 473869 h 495300"/>
              <a:gd name="connsiteX20" fmla="*/ 426244 w 466725"/>
              <a:gd name="connsiteY20" fmla="*/ 473869 h 495300"/>
              <a:gd name="connsiteX21" fmla="*/ 426244 w 466725"/>
              <a:gd name="connsiteY21" fmla="*/ 369094 h 495300"/>
              <a:gd name="connsiteX22" fmla="*/ 464344 w 466725"/>
              <a:gd name="connsiteY22" fmla="*/ 369094 h 495300"/>
              <a:gd name="connsiteX23" fmla="*/ 464344 w 466725"/>
              <a:gd name="connsiteY23" fmla="*/ 197644 h 495300"/>
              <a:gd name="connsiteX24" fmla="*/ 83344 w 466725"/>
              <a:gd name="connsiteY24" fmla="*/ 330994 h 495300"/>
              <a:gd name="connsiteX25" fmla="*/ 45244 w 466725"/>
              <a:gd name="connsiteY25" fmla="*/ 330994 h 495300"/>
              <a:gd name="connsiteX26" fmla="*/ 45244 w 466725"/>
              <a:gd name="connsiteY26" fmla="*/ 235744 h 495300"/>
              <a:gd name="connsiteX27" fmla="*/ 83344 w 466725"/>
              <a:gd name="connsiteY27" fmla="*/ 235744 h 495300"/>
              <a:gd name="connsiteX28" fmla="*/ 83344 w 466725"/>
              <a:gd name="connsiteY28" fmla="*/ 330994 h 495300"/>
              <a:gd name="connsiteX29" fmla="*/ 426244 w 466725"/>
              <a:gd name="connsiteY29" fmla="*/ 330994 h 495300"/>
              <a:gd name="connsiteX30" fmla="*/ 388144 w 466725"/>
              <a:gd name="connsiteY30" fmla="*/ 330994 h 495300"/>
              <a:gd name="connsiteX31" fmla="*/ 388144 w 466725"/>
              <a:gd name="connsiteY31" fmla="*/ 235744 h 495300"/>
              <a:gd name="connsiteX32" fmla="*/ 426244 w 466725"/>
              <a:gd name="connsiteY32" fmla="*/ 235744 h 495300"/>
              <a:gd name="connsiteX33" fmla="*/ 426244 w 466725"/>
              <a:gd name="connsiteY33" fmla="*/ 330994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66725" h="495300">
                <a:moveTo>
                  <a:pt x="464344" y="197644"/>
                </a:moveTo>
                <a:lnTo>
                  <a:pt x="426244" y="197644"/>
                </a:lnTo>
                <a:cubicBezTo>
                  <a:pt x="426244" y="92583"/>
                  <a:pt x="340805" y="7144"/>
                  <a:pt x="235744" y="7144"/>
                </a:cubicBezTo>
                <a:cubicBezTo>
                  <a:pt x="130683" y="7144"/>
                  <a:pt x="45244" y="92583"/>
                  <a:pt x="45244" y="197644"/>
                </a:cubicBezTo>
                <a:lnTo>
                  <a:pt x="7144" y="197644"/>
                </a:lnTo>
                <a:lnTo>
                  <a:pt x="7144" y="369094"/>
                </a:lnTo>
                <a:lnTo>
                  <a:pt x="121444" y="369094"/>
                </a:lnTo>
                <a:lnTo>
                  <a:pt x="121444" y="197644"/>
                </a:lnTo>
                <a:lnTo>
                  <a:pt x="83344" y="197644"/>
                </a:lnTo>
                <a:cubicBezTo>
                  <a:pt x="83344" y="113633"/>
                  <a:pt x="151733" y="45244"/>
                  <a:pt x="235744" y="45244"/>
                </a:cubicBezTo>
                <a:cubicBezTo>
                  <a:pt x="319754" y="45244"/>
                  <a:pt x="388144" y="113633"/>
                  <a:pt x="388144" y="197644"/>
                </a:cubicBezTo>
                <a:lnTo>
                  <a:pt x="350044" y="197644"/>
                </a:lnTo>
                <a:lnTo>
                  <a:pt x="350044" y="369094"/>
                </a:lnTo>
                <a:lnTo>
                  <a:pt x="388144" y="369094"/>
                </a:lnTo>
                <a:lnTo>
                  <a:pt x="388144" y="435769"/>
                </a:lnTo>
                <a:lnTo>
                  <a:pt x="316230" y="435769"/>
                </a:lnTo>
                <a:cubicBezTo>
                  <a:pt x="309658" y="424434"/>
                  <a:pt x="297466" y="416719"/>
                  <a:pt x="283369" y="416719"/>
                </a:cubicBezTo>
                <a:cubicBezTo>
                  <a:pt x="262318" y="416719"/>
                  <a:pt x="245269" y="433769"/>
                  <a:pt x="245269" y="454819"/>
                </a:cubicBezTo>
                <a:cubicBezTo>
                  <a:pt x="245269" y="475869"/>
                  <a:pt x="262318" y="492919"/>
                  <a:pt x="283369" y="492919"/>
                </a:cubicBezTo>
                <a:cubicBezTo>
                  <a:pt x="297466" y="492919"/>
                  <a:pt x="309563" y="485204"/>
                  <a:pt x="316230" y="473869"/>
                </a:cubicBezTo>
                <a:lnTo>
                  <a:pt x="426244" y="473869"/>
                </a:lnTo>
                <a:lnTo>
                  <a:pt x="426244" y="369094"/>
                </a:lnTo>
                <a:lnTo>
                  <a:pt x="464344" y="369094"/>
                </a:lnTo>
                <a:lnTo>
                  <a:pt x="464344" y="197644"/>
                </a:lnTo>
                <a:close/>
                <a:moveTo>
                  <a:pt x="83344" y="330994"/>
                </a:moveTo>
                <a:lnTo>
                  <a:pt x="45244" y="330994"/>
                </a:lnTo>
                <a:lnTo>
                  <a:pt x="45244" y="235744"/>
                </a:lnTo>
                <a:lnTo>
                  <a:pt x="83344" y="235744"/>
                </a:lnTo>
                <a:lnTo>
                  <a:pt x="83344" y="330994"/>
                </a:lnTo>
                <a:close/>
                <a:moveTo>
                  <a:pt x="426244" y="330994"/>
                </a:moveTo>
                <a:lnTo>
                  <a:pt x="388144" y="330994"/>
                </a:lnTo>
                <a:lnTo>
                  <a:pt x="388144" y="235744"/>
                </a:lnTo>
                <a:lnTo>
                  <a:pt x="426244" y="235744"/>
                </a:lnTo>
                <a:lnTo>
                  <a:pt x="426244" y="330994"/>
                </a:lnTo>
                <a:close/>
              </a:path>
            </a:pathLst>
          </a:custGeom>
          <a:solidFill>
            <a:schemeClr val="tx2"/>
          </a:solidFill>
          <a:ln w="9525" cap="flat">
            <a:noFill/>
            <a:prstDash val="solid"/>
            <a:miter/>
          </a:ln>
        </p:spPr>
        <p:txBody>
          <a:bodyPr rtlCol="0" anchor="ctr"/>
          <a:lstStyle/>
          <a:p>
            <a:endParaRPr lang="en-US"/>
          </a:p>
        </p:txBody>
      </p:sp>
      <p:sp>
        <p:nvSpPr>
          <p:cNvPr id="128" name="TextBox 17">
            <a:extLst>
              <a:ext uri="{FF2B5EF4-FFF2-40B4-BE49-F238E27FC236}">
                <a16:creationId xmlns:a16="http://schemas.microsoft.com/office/drawing/2014/main" id="{0DA2151E-CEBE-8548-B6E4-636C2D44CE71}"/>
              </a:ext>
            </a:extLst>
          </p:cNvPr>
          <p:cNvSpPr txBox="1"/>
          <p:nvPr/>
        </p:nvSpPr>
        <p:spPr>
          <a:xfrm>
            <a:off x="2688225" y="5773766"/>
            <a:ext cx="392736" cy="215444"/>
          </a:xfrm>
          <a:prstGeom prst="rect">
            <a:avLst/>
          </a:prstGeom>
          <a:noFill/>
        </p:spPr>
        <p:txBody>
          <a:bodyPr wrap="none" lIns="0" rIns="0" rtlCol="0" anchor="ctr" anchorCtr="0">
            <a:noAutofit/>
          </a:bodyPr>
          <a:lstStyle/>
          <a:p>
            <a:pPr algn="ctr"/>
            <a:r>
              <a:rPr lang="en-US" sz="800"/>
              <a:t>Headset</a:t>
            </a:r>
          </a:p>
        </p:txBody>
      </p:sp>
      <p:sp>
        <p:nvSpPr>
          <p:cNvPr id="137" name="Freeform: Shape 164">
            <a:extLst>
              <a:ext uri="{FF2B5EF4-FFF2-40B4-BE49-F238E27FC236}">
                <a16:creationId xmlns:a16="http://schemas.microsoft.com/office/drawing/2014/main" id="{A5A34408-F80E-7E47-81B6-1085AA117548}"/>
              </a:ext>
            </a:extLst>
          </p:cNvPr>
          <p:cNvSpPr>
            <a:spLocks noChangeAspect="1"/>
          </p:cNvSpPr>
          <p:nvPr/>
        </p:nvSpPr>
        <p:spPr>
          <a:xfrm>
            <a:off x="7156392" y="3222476"/>
            <a:ext cx="504825" cy="504825"/>
          </a:xfrm>
          <a:custGeom>
            <a:avLst/>
            <a:gdLst>
              <a:gd name="connsiteX0" fmla="*/ 259556 w 504825"/>
              <a:gd name="connsiteY0" fmla="*/ 503777 h 504825"/>
              <a:gd name="connsiteX1" fmla="*/ 258985 w 504825"/>
              <a:gd name="connsiteY1" fmla="*/ 465677 h 504825"/>
              <a:gd name="connsiteX2" fmla="*/ 372618 w 504825"/>
              <a:gd name="connsiteY2" fmla="*/ 430149 h 504825"/>
              <a:gd name="connsiteX3" fmla="*/ 393954 w 504825"/>
              <a:gd name="connsiteY3" fmla="*/ 461772 h 504825"/>
              <a:gd name="connsiteX4" fmla="*/ 259556 w 504825"/>
              <a:gd name="connsiteY4" fmla="*/ 503777 h 504825"/>
              <a:gd name="connsiteX5" fmla="*/ 214884 w 504825"/>
              <a:gd name="connsiteY5" fmla="*/ 461867 h 504825"/>
              <a:gd name="connsiteX6" fmla="*/ 62675 w 504825"/>
              <a:gd name="connsiteY6" fmla="*/ 338709 h 504825"/>
              <a:gd name="connsiteX7" fmla="*/ 27718 w 504825"/>
              <a:gd name="connsiteY7" fmla="*/ 353854 h 504825"/>
              <a:gd name="connsiteX8" fmla="*/ 207550 w 504825"/>
              <a:gd name="connsiteY8" fmla="*/ 499205 h 504825"/>
              <a:gd name="connsiteX9" fmla="*/ 214884 w 504825"/>
              <a:gd name="connsiteY9" fmla="*/ 461867 h 504825"/>
              <a:gd name="connsiteX10" fmla="*/ 503873 w 504825"/>
              <a:gd name="connsiteY10" fmla="*/ 254889 h 504825"/>
              <a:gd name="connsiteX11" fmla="*/ 499586 w 504825"/>
              <a:gd name="connsiteY11" fmla="*/ 209550 h 504825"/>
              <a:gd name="connsiteX12" fmla="*/ 462153 w 504825"/>
              <a:gd name="connsiteY12" fmla="*/ 216408 h 504825"/>
              <a:gd name="connsiteX13" fmla="*/ 465773 w 504825"/>
              <a:gd name="connsiteY13" fmla="*/ 254889 h 504825"/>
              <a:gd name="connsiteX14" fmla="*/ 406432 w 504825"/>
              <a:gd name="connsiteY14" fmla="*/ 401574 h 504825"/>
              <a:gd name="connsiteX15" fmla="*/ 433864 w 504825"/>
              <a:gd name="connsiteY15" fmla="*/ 428054 h 504825"/>
              <a:gd name="connsiteX16" fmla="*/ 503873 w 504825"/>
              <a:gd name="connsiteY16" fmla="*/ 254889 h 504825"/>
              <a:gd name="connsiteX17" fmla="*/ 484823 w 504825"/>
              <a:gd name="connsiteY17" fmla="*/ 159163 h 504825"/>
              <a:gd name="connsiteX18" fmla="*/ 281654 w 504825"/>
              <a:gd name="connsiteY18" fmla="*/ 7144 h 504825"/>
              <a:gd name="connsiteX19" fmla="*/ 277654 w 504825"/>
              <a:gd name="connsiteY19" fmla="*/ 45053 h 504825"/>
              <a:gd name="connsiteX20" fmla="*/ 449675 w 504825"/>
              <a:gd name="connsiteY20" fmla="*/ 173831 h 504825"/>
              <a:gd name="connsiteX21" fmla="*/ 484823 w 504825"/>
              <a:gd name="connsiteY21" fmla="*/ 159163 h 504825"/>
              <a:gd name="connsiteX22" fmla="*/ 49339 w 504825"/>
              <a:gd name="connsiteY22" fmla="*/ 296323 h 504825"/>
              <a:gd name="connsiteX23" fmla="*/ 45244 w 504825"/>
              <a:gd name="connsiteY23" fmla="*/ 254889 h 504825"/>
              <a:gd name="connsiteX24" fmla="*/ 233363 w 504825"/>
              <a:gd name="connsiteY24" fmla="*/ 45053 h 504825"/>
              <a:gd name="connsiteX25" fmla="*/ 229362 w 504825"/>
              <a:gd name="connsiteY25" fmla="*/ 7144 h 504825"/>
              <a:gd name="connsiteX26" fmla="*/ 7144 w 504825"/>
              <a:gd name="connsiteY26" fmla="*/ 254889 h 504825"/>
              <a:gd name="connsiteX27" fmla="*/ 12002 w 504825"/>
              <a:gd name="connsiteY27" fmla="*/ 303752 h 504825"/>
              <a:gd name="connsiteX28" fmla="*/ 49339 w 504825"/>
              <a:gd name="connsiteY28" fmla="*/ 296323 h 504825"/>
              <a:gd name="connsiteX29" fmla="*/ 141256 w 504825"/>
              <a:gd name="connsiteY29" fmla="*/ 245174 h 504825"/>
              <a:gd name="connsiteX30" fmla="*/ 103156 w 504825"/>
              <a:gd name="connsiteY30" fmla="*/ 245174 h 504825"/>
              <a:gd name="connsiteX31" fmla="*/ 103156 w 504825"/>
              <a:gd name="connsiteY31" fmla="*/ 349948 h 504825"/>
              <a:gd name="connsiteX32" fmla="*/ 141256 w 504825"/>
              <a:gd name="connsiteY32" fmla="*/ 349948 h 504825"/>
              <a:gd name="connsiteX33" fmla="*/ 141256 w 504825"/>
              <a:gd name="connsiteY33" fmla="*/ 245174 h 504825"/>
              <a:gd name="connsiteX34" fmla="*/ 207931 w 504825"/>
              <a:gd name="connsiteY34" fmla="*/ 121349 h 504825"/>
              <a:gd name="connsiteX35" fmla="*/ 169831 w 504825"/>
              <a:gd name="connsiteY35" fmla="*/ 121349 h 504825"/>
              <a:gd name="connsiteX36" fmla="*/ 169831 w 504825"/>
              <a:gd name="connsiteY36" fmla="*/ 349948 h 504825"/>
              <a:gd name="connsiteX37" fmla="*/ 207931 w 504825"/>
              <a:gd name="connsiteY37" fmla="*/ 349948 h 504825"/>
              <a:gd name="connsiteX38" fmla="*/ 207931 w 504825"/>
              <a:gd name="connsiteY38" fmla="*/ 121349 h 504825"/>
              <a:gd name="connsiteX39" fmla="*/ 341281 w 504825"/>
              <a:gd name="connsiteY39" fmla="*/ 159449 h 504825"/>
              <a:gd name="connsiteX40" fmla="*/ 303181 w 504825"/>
              <a:gd name="connsiteY40" fmla="*/ 159449 h 504825"/>
              <a:gd name="connsiteX41" fmla="*/ 303181 w 504825"/>
              <a:gd name="connsiteY41" fmla="*/ 349948 h 504825"/>
              <a:gd name="connsiteX42" fmla="*/ 341281 w 504825"/>
              <a:gd name="connsiteY42" fmla="*/ 349948 h 504825"/>
              <a:gd name="connsiteX43" fmla="*/ 341281 w 504825"/>
              <a:gd name="connsiteY43" fmla="*/ 159449 h 504825"/>
              <a:gd name="connsiteX44" fmla="*/ 274606 w 504825"/>
              <a:gd name="connsiteY44" fmla="*/ 207074 h 504825"/>
              <a:gd name="connsiteX45" fmla="*/ 236506 w 504825"/>
              <a:gd name="connsiteY45" fmla="*/ 207074 h 504825"/>
              <a:gd name="connsiteX46" fmla="*/ 236506 w 504825"/>
              <a:gd name="connsiteY46" fmla="*/ 349948 h 504825"/>
              <a:gd name="connsiteX47" fmla="*/ 274606 w 504825"/>
              <a:gd name="connsiteY47" fmla="*/ 349948 h 504825"/>
              <a:gd name="connsiteX48" fmla="*/ 274606 w 504825"/>
              <a:gd name="connsiteY48" fmla="*/ 207074 h 504825"/>
              <a:gd name="connsiteX49" fmla="*/ 407956 w 504825"/>
              <a:gd name="connsiteY49" fmla="*/ 226124 h 504825"/>
              <a:gd name="connsiteX50" fmla="*/ 369856 w 504825"/>
              <a:gd name="connsiteY50" fmla="*/ 226124 h 504825"/>
              <a:gd name="connsiteX51" fmla="*/ 369856 w 504825"/>
              <a:gd name="connsiteY51" fmla="*/ 349948 h 504825"/>
              <a:gd name="connsiteX52" fmla="*/ 407956 w 504825"/>
              <a:gd name="connsiteY52" fmla="*/ 349948 h 504825"/>
              <a:gd name="connsiteX53" fmla="*/ 407956 w 504825"/>
              <a:gd name="connsiteY53" fmla="*/ 22612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04825" h="504825">
                <a:moveTo>
                  <a:pt x="259556" y="503777"/>
                </a:moveTo>
                <a:lnTo>
                  <a:pt x="258985" y="465677"/>
                </a:lnTo>
                <a:cubicBezTo>
                  <a:pt x="299847" y="465011"/>
                  <a:pt x="339090" y="452723"/>
                  <a:pt x="372618" y="430149"/>
                </a:cubicBezTo>
                <a:lnTo>
                  <a:pt x="393954" y="461772"/>
                </a:lnTo>
                <a:cubicBezTo>
                  <a:pt x="354235" y="488442"/>
                  <a:pt x="307753" y="503015"/>
                  <a:pt x="259556" y="503777"/>
                </a:cubicBezTo>
                <a:close/>
                <a:moveTo>
                  <a:pt x="214884" y="461867"/>
                </a:moveTo>
                <a:cubicBezTo>
                  <a:pt x="147161" y="448532"/>
                  <a:pt x="90202" y="402527"/>
                  <a:pt x="62675" y="338709"/>
                </a:cubicBezTo>
                <a:lnTo>
                  <a:pt x="27718" y="353854"/>
                </a:lnTo>
                <a:cubicBezTo>
                  <a:pt x="60293" y="429101"/>
                  <a:pt x="127540" y="483489"/>
                  <a:pt x="207550" y="499205"/>
                </a:cubicBezTo>
                <a:lnTo>
                  <a:pt x="214884" y="461867"/>
                </a:lnTo>
                <a:close/>
                <a:moveTo>
                  <a:pt x="503873" y="254889"/>
                </a:moveTo>
                <a:cubicBezTo>
                  <a:pt x="503873" y="240125"/>
                  <a:pt x="502444" y="225266"/>
                  <a:pt x="499586" y="209550"/>
                </a:cubicBezTo>
                <a:lnTo>
                  <a:pt x="462153" y="216408"/>
                </a:lnTo>
                <a:cubicBezTo>
                  <a:pt x="464630" y="229838"/>
                  <a:pt x="465773" y="242411"/>
                  <a:pt x="465773" y="254889"/>
                </a:cubicBezTo>
                <a:cubicBezTo>
                  <a:pt x="465773" y="309848"/>
                  <a:pt x="444722" y="361950"/>
                  <a:pt x="406432" y="401574"/>
                </a:cubicBezTo>
                <a:lnTo>
                  <a:pt x="433864" y="428054"/>
                </a:lnTo>
                <a:cubicBezTo>
                  <a:pt x="479013" y="381191"/>
                  <a:pt x="503873" y="319754"/>
                  <a:pt x="503873" y="254889"/>
                </a:cubicBezTo>
                <a:close/>
                <a:moveTo>
                  <a:pt x="484823" y="159163"/>
                </a:moveTo>
                <a:cubicBezTo>
                  <a:pt x="449866" y="74867"/>
                  <a:pt x="371951" y="16669"/>
                  <a:pt x="281654" y="7144"/>
                </a:cubicBezTo>
                <a:lnTo>
                  <a:pt x="277654" y="45053"/>
                </a:lnTo>
                <a:cubicBezTo>
                  <a:pt x="354044" y="53054"/>
                  <a:pt x="419958" y="102394"/>
                  <a:pt x="449675" y="173831"/>
                </a:cubicBezTo>
                <a:lnTo>
                  <a:pt x="484823" y="159163"/>
                </a:lnTo>
                <a:close/>
                <a:moveTo>
                  <a:pt x="49339" y="296323"/>
                </a:moveTo>
                <a:cubicBezTo>
                  <a:pt x="46577" y="282607"/>
                  <a:pt x="45244" y="268605"/>
                  <a:pt x="45244" y="254889"/>
                </a:cubicBezTo>
                <a:cubicBezTo>
                  <a:pt x="45244" y="146495"/>
                  <a:pt x="126111" y="56293"/>
                  <a:pt x="233363" y="45053"/>
                </a:cubicBezTo>
                <a:lnTo>
                  <a:pt x="229362" y="7144"/>
                </a:lnTo>
                <a:cubicBezTo>
                  <a:pt x="102680" y="20479"/>
                  <a:pt x="7144" y="126968"/>
                  <a:pt x="7144" y="254889"/>
                </a:cubicBezTo>
                <a:cubicBezTo>
                  <a:pt x="7144" y="271177"/>
                  <a:pt x="8763" y="287560"/>
                  <a:pt x="12002" y="303752"/>
                </a:cubicBezTo>
                <a:lnTo>
                  <a:pt x="49339" y="296323"/>
                </a:lnTo>
                <a:close/>
                <a:moveTo>
                  <a:pt x="141256" y="245174"/>
                </a:moveTo>
                <a:lnTo>
                  <a:pt x="103156" y="245174"/>
                </a:lnTo>
                <a:lnTo>
                  <a:pt x="103156" y="349948"/>
                </a:lnTo>
                <a:lnTo>
                  <a:pt x="141256" y="349948"/>
                </a:lnTo>
                <a:lnTo>
                  <a:pt x="141256" y="245174"/>
                </a:lnTo>
                <a:close/>
                <a:moveTo>
                  <a:pt x="207931" y="121349"/>
                </a:moveTo>
                <a:lnTo>
                  <a:pt x="169831" y="121349"/>
                </a:lnTo>
                <a:lnTo>
                  <a:pt x="169831" y="349948"/>
                </a:lnTo>
                <a:lnTo>
                  <a:pt x="207931" y="349948"/>
                </a:lnTo>
                <a:lnTo>
                  <a:pt x="207931" y="121349"/>
                </a:lnTo>
                <a:close/>
                <a:moveTo>
                  <a:pt x="341281" y="159449"/>
                </a:moveTo>
                <a:lnTo>
                  <a:pt x="303181" y="159449"/>
                </a:lnTo>
                <a:lnTo>
                  <a:pt x="303181" y="349948"/>
                </a:lnTo>
                <a:lnTo>
                  <a:pt x="341281" y="349948"/>
                </a:lnTo>
                <a:lnTo>
                  <a:pt x="341281" y="159449"/>
                </a:lnTo>
                <a:close/>
                <a:moveTo>
                  <a:pt x="274606" y="207074"/>
                </a:moveTo>
                <a:lnTo>
                  <a:pt x="236506" y="207074"/>
                </a:lnTo>
                <a:lnTo>
                  <a:pt x="236506" y="349948"/>
                </a:lnTo>
                <a:lnTo>
                  <a:pt x="274606" y="349948"/>
                </a:lnTo>
                <a:lnTo>
                  <a:pt x="274606" y="207074"/>
                </a:lnTo>
                <a:close/>
                <a:moveTo>
                  <a:pt x="407956" y="226124"/>
                </a:moveTo>
                <a:lnTo>
                  <a:pt x="369856" y="226124"/>
                </a:lnTo>
                <a:lnTo>
                  <a:pt x="369856" y="349948"/>
                </a:lnTo>
                <a:lnTo>
                  <a:pt x="407956" y="349948"/>
                </a:lnTo>
                <a:lnTo>
                  <a:pt x="407956" y="226124"/>
                </a:lnTo>
                <a:close/>
              </a:path>
            </a:pathLst>
          </a:custGeom>
          <a:solidFill>
            <a:schemeClr val="tx2"/>
          </a:solidFill>
          <a:ln w="9525" cap="flat">
            <a:noFill/>
            <a:prstDash val="solid"/>
            <a:miter/>
          </a:ln>
        </p:spPr>
        <p:txBody>
          <a:bodyPr rtlCol="0" anchor="ctr"/>
          <a:lstStyle/>
          <a:p>
            <a:endParaRPr lang="en-US"/>
          </a:p>
        </p:txBody>
      </p:sp>
      <p:sp>
        <p:nvSpPr>
          <p:cNvPr id="138" name="TextBox 18">
            <a:extLst>
              <a:ext uri="{FF2B5EF4-FFF2-40B4-BE49-F238E27FC236}">
                <a16:creationId xmlns:a16="http://schemas.microsoft.com/office/drawing/2014/main" id="{06DD3C80-2D20-B746-8482-3307E80074A1}"/>
              </a:ext>
            </a:extLst>
          </p:cNvPr>
          <p:cNvSpPr txBox="1"/>
          <p:nvPr/>
        </p:nvSpPr>
        <p:spPr>
          <a:xfrm>
            <a:off x="7189994" y="3774532"/>
            <a:ext cx="437620" cy="338554"/>
          </a:xfrm>
          <a:prstGeom prst="rect">
            <a:avLst/>
          </a:prstGeom>
          <a:noFill/>
        </p:spPr>
        <p:txBody>
          <a:bodyPr wrap="none" lIns="0" rIns="0" rtlCol="0" anchor="ctr" anchorCtr="0">
            <a:noAutofit/>
          </a:bodyPr>
          <a:lstStyle/>
          <a:p>
            <a:pPr algn="ctr"/>
            <a:r>
              <a:rPr lang="en-US" sz="800"/>
              <a:t>Data and </a:t>
            </a:r>
            <a:br>
              <a:rPr lang="en-US" sz="800"/>
            </a:br>
            <a:r>
              <a:rPr lang="en-US" sz="800"/>
              <a:t>analytics</a:t>
            </a:r>
          </a:p>
        </p:txBody>
      </p:sp>
      <p:sp>
        <p:nvSpPr>
          <p:cNvPr id="146" name="Freeform: Shape 27">
            <a:extLst>
              <a:ext uri="{FF2B5EF4-FFF2-40B4-BE49-F238E27FC236}">
                <a16:creationId xmlns:a16="http://schemas.microsoft.com/office/drawing/2014/main" id="{C37EA79C-AB2D-0F4E-BB14-9A84AFC8E9D3}"/>
              </a:ext>
            </a:extLst>
          </p:cNvPr>
          <p:cNvSpPr>
            <a:spLocks noChangeAspect="1"/>
          </p:cNvSpPr>
          <p:nvPr/>
        </p:nvSpPr>
        <p:spPr>
          <a:xfrm>
            <a:off x="4413247" y="5249325"/>
            <a:ext cx="561975" cy="428625"/>
          </a:xfrm>
          <a:custGeom>
            <a:avLst/>
            <a:gdLst>
              <a:gd name="connsiteX0" fmla="*/ 486537 w 561975"/>
              <a:gd name="connsiteY0" fmla="*/ 178594 h 428625"/>
              <a:gd name="connsiteX1" fmla="*/ 516731 w 561975"/>
              <a:gd name="connsiteY1" fmla="*/ 107156 h 428625"/>
              <a:gd name="connsiteX2" fmla="*/ 416719 w 561975"/>
              <a:gd name="connsiteY2" fmla="*/ 7144 h 428625"/>
              <a:gd name="connsiteX3" fmla="*/ 316706 w 561975"/>
              <a:gd name="connsiteY3" fmla="*/ 107156 h 428625"/>
              <a:gd name="connsiteX4" fmla="*/ 346900 w 561975"/>
              <a:gd name="connsiteY4" fmla="*/ 178594 h 428625"/>
              <a:gd name="connsiteX5" fmla="*/ 273844 w 561975"/>
              <a:gd name="connsiteY5" fmla="*/ 178594 h 428625"/>
              <a:gd name="connsiteX6" fmla="*/ 273844 w 561975"/>
              <a:gd name="connsiteY6" fmla="*/ 254794 h 428625"/>
              <a:gd name="connsiteX7" fmla="*/ 102394 w 561975"/>
              <a:gd name="connsiteY7" fmla="*/ 254794 h 428625"/>
              <a:gd name="connsiteX8" fmla="*/ 102394 w 561975"/>
              <a:gd name="connsiteY8" fmla="*/ 221456 h 428625"/>
              <a:gd name="connsiteX9" fmla="*/ 169069 w 561975"/>
              <a:gd name="connsiteY9" fmla="*/ 154781 h 428625"/>
              <a:gd name="connsiteX10" fmla="*/ 169640 w 561975"/>
              <a:gd name="connsiteY10" fmla="*/ 154781 h 428625"/>
              <a:gd name="connsiteX11" fmla="*/ 202406 w 561975"/>
              <a:gd name="connsiteY11" fmla="*/ 173831 h 428625"/>
              <a:gd name="connsiteX12" fmla="*/ 240506 w 561975"/>
              <a:gd name="connsiteY12" fmla="*/ 135731 h 428625"/>
              <a:gd name="connsiteX13" fmla="*/ 202406 w 561975"/>
              <a:gd name="connsiteY13" fmla="*/ 97631 h 428625"/>
              <a:gd name="connsiteX14" fmla="*/ 169640 w 561975"/>
              <a:gd name="connsiteY14" fmla="*/ 116681 h 428625"/>
              <a:gd name="connsiteX15" fmla="*/ 169069 w 561975"/>
              <a:gd name="connsiteY15" fmla="*/ 116681 h 428625"/>
              <a:gd name="connsiteX16" fmla="*/ 64294 w 561975"/>
              <a:gd name="connsiteY16" fmla="*/ 221456 h 428625"/>
              <a:gd name="connsiteX17" fmla="*/ 64294 w 561975"/>
              <a:gd name="connsiteY17" fmla="*/ 254794 h 428625"/>
              <a:gd name="connsiteX18" fmla="*/ 26194 w 561975"/>
              <a:gd name="connsiteY18" fmla="*/ 254794 h 428625"/>
              <a:gd name="connsiteX19" fmla="*/ 7144 w 561975"/>
              <a:gd name="connsiteY19" fmla="*/ 254794 h 428625"/>
              <a:gd name="connsiteX20" fmla="*/ 7144 w 561975"/>
              <a:gd name="connsiteY20" fmla="*/ 292894 h 428625"/>
              <a:gd name="connsiteX21" fmla="*/ 26194 w 561975"/>
              <a:gd name="connsiteY21" fmla="*/ 292894 h 428625"/>
              <a:gd name="connsiteX22" fmla="*/ 26194 w 561975"/>
              <a:gd name="connsiteY22" fmla="*/ 426244 h 428625"/>
              <a:gd name="connsiteX23" fmla="*/ 369094 w 561975"/>
              <a:gd name="connsiteY23" fmla="*/ 426244 h 428625"/>
              <a:gd name="connsiteX24" fmla="*/ 369094 w 561975"/>
              <a:gd name="connsiteY24" fmla="*/ 292894 h 428625"/>
              <a:gd name="connsiteX25" fmla="*/ 388144 w 561975"/>
              <a:gd name="connsiteY25" fmla="*/ 292894 h 428625"/>
              <a:gd name="connsiteX26" fmla="*/ 388144 w 561975"/>
              <a:gd name="connsiteY26" fmla="*/ 254794 h 428625"/>
              <a:gd name="connsiteX27" fmla="*/ 369094 w 561975"/>
              <a:gd name="connsiteY27" fmla="*/ 254794 h 428625"/>
              <a:gd name="connsiteX28" fmla="*/ 311944 w 561975"/>
              <a:gd name="connsiteY28" fmla="*/ 254794 h 428625"/>
              <a:gd name="connsiteX29" fmla="*/ 311944 w 561975"/>
              <a:gd name="connsiteY29" fmla="*/ 216694 h 428625"/>
              <a:gd name="connsiteX30" fmla="*/ 521494 w 561975"/>
              <a:gd name="connsiteY30" fmla="*/ 216694 h 428625"/>
              <a:gd name="connsiteX31" fmla="*/ 521494 w 561975"/>
              <a:gd name="connsiteY31" fmla="*/ 426244 h 428625"/>
              <a:gd name="connsiteX32" fmla="*/ 559594 w 561975"/>
              <a:gd name="connsiteY32" fmla="*/ 426244 h 428625"/>
              <a:gd name="connsiteX33" fmla="*/ 559594 w 561975"/>
              <a:gd name="connsiteY33" fmla="*/ 178594 h 428625"/>
              <a:gd name="connsiteX34" fmla="*/ 486537 w 561975"/>
              <a:gd name="connsiteY34" fmla="*/ 178594 h 428625"/>
              <a:gd name="connsiteX35" fmla="*/ 416719 w 561975"/>
              <a:gd name="connsiteY35" fmla="*/ 45244 h 428625"/>
              <a:gd name="connsiteX36" fmla="*/ 478631 w 561975"/>
              <a:gd name="connsiteY36" fmla="*/ 107156 h 428625"/>
              <a:gd name="connsiteX37" fmla="*/ 416719 w 561975"/>
              <a:gd name="connsiteY37" fmla="*/ 169069 h 428625"/>
              <a:gd name="connsiteX38" fmla="*/ 354806 w 561975"/>
              <a:gd name="connsiteY38" fmla="*/ 107156 h 428625"/>
              <a:gd name="connsiteX39" fmla="*/ 416719 w 561975"/>
              <a:gd name="connsiteY39" fmla="*/ 45244 h 428625"/>
              <a:gd name="connsiteX40" fmla="*/ 330994 w 561975"/>
              <a:gd name="connsiteY40" fmla="*/ 388144 h 428625"/>
              <a:gd name="connsiteX41" fmla="*/ 64294 w 561975"/>
              <a:gd name="connsiteY41" fmla="*/ 388144 h 428625"/>
              <a:gd name="connsiteX42" fmla="*/ 64294 w 561975"/>
              <a:gd name="connsiteY42" fmla="*/ 292894 h 428625"/>
              <a:gd name="connsiteX43" fmla="*/ 330994 w 561975"/>
              <a:gd name="connsiteY43" fmla="*/ 292894 h 428625"/>
              <a:gd name="connsiteX44" fmla="*/ 330994 w 561975"/>
              <a:gd name="connsiteY44" fmla="*/ 388144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61975" h="428625">
                <a:moveTo>
                  <a:pt x="486537" y="178594"/>
                </a:moveTo>
                <a:cubicBezTo>
                  <a:pt x="505111" y="160401"/>
                  <a:pt x="516731" y="135160"/>
                  <a:pt x="516731" y="107156"/>
                </a:cubicBezTo>
                <a:cubicBezTo>
                  <a:pt x="516731" y="52007"/>
                  <a:pt x="471869" y="7144"/>
                  <a:pt x="416719" y="7144"/>
                </a:cubicBezTo>
                <a:cubicBezTo>
                  <a:pt x="361569" y="7144"/>
                  <a:pt x="316706" y="52007"/>
                  <a:pt x="316706" y="107156"/>
                </a:cubicBezTo>
                <a:cubicBezTo>
                  <a:pt x="316706" y="135160"/>
                  <a:pt x="328327" y="160401"/>
                  <a:pt x="346900" y="178594"/>
                </a:cubicBezTo>
                <a:lnTo>
                  <a:pt x="273844" y="178594"/>
                </a:lnTo>
                <a:lnTo>
                  <a:pt x="273844" y="254794"/>
                </a:lnTo>
                <a:lnTo>
                  <a:pt x="102394" y="254794"/>
                </a:lnTo>
                <a:lnTo>
                  <a:pt x="102394" y="221456"/>
                </a:lnTo>
                <a:cubicBezTo>
                  <a:pt x="102394" y="184690"/>
                  <a:pt x="132302" y="154781"/>
                  <a:pt x="169069" y="154781"/>
                </a:cubicBezTo>
                <a:lnTo>
                  <a:pt x="169640" y="154781"/>
                </a:lnTo>
                <a:cubicBezTo>
                  <a:pt x="176213" y="166116"/>
                  <a:pt x="188405" y="173831"/>
                  <a:pt x="202406" y="173831"/>
                </a:cubicBezTo>
                <a:cubicBezTo>
                  <a:pt x="223456" y="173831"/>
                  <a:pt x="240506" y="156781"/>
                  <a:pt x="240506" y="135731"/>
                </a:cubicBezTo>
                <a:cubicBezTo>
                  <a:pt x="240506" y="114681"/>
                  <a:pt x="223456" y="97631"/>
                  <a:pt x="202406" y="97631"/>
                </a:cubicBezTo>
                <a:cubicBezTo>
                  <a:pt x="188405" y="97631"/>
                  <a:pt x="176213" y="105346"/>
                  <a:pt x="169640" y="116681"/>
                </a:cubicBezTo>
                <a:lnTo>
                  <a:pt x="169069" y="116681"/>
                </a:lnTo>
                <a:cubicBezTo>
                  <a:pt x="111252" y="116681"/>
                  <a:pt x="64294" y="163640"/>
                  <a:pt x="64294" y="221456"/>
                </a:cubicBezTo>
                <a:lnTo>
                  <a:pt x="64294" y="254794"/>
                </a:lnTo>
                <a:lnTo>
                  <a:pt x="26194" y="254794"/>
                </a:lnTo>
                <a:lnTo>
                  <a:pt x="7144" y="254794"/>
                </a:lnTo>
                <a:lnTo>
                  <a:pt x="7144" y="292894"/>
                </a:lnTo>
                <a:lnTo>
                  <a:pt x="26194" y="292894"/>
                </a:lnTo>
                <a:lnTo>
                  <a:pt x="26194" y="426244"/>
                </a:lnTo>
                <a:lnTo>
                  <a:pt x="369094" y="426244"/>
                </a:lnTo>
                <a:lnTo>
                  <a:pt x="369094" y="292894"/>
                </a:lnTo>
                <a:lnTo>
                  <a:pt x="388144" y="292894"/>
                </a:lnTo>
                <a:lnTo>
                  <a:pt x="388144" y="254794"/>
                </a:lnTo>
                <a:lnTo>
                  <a:pt x="369094" y="254794"/>
                </a:lnTo>
                <a:lnTo>
                  <a:pt x="311944" y="254794"/>
                </a:lnTo>
                <a:lnTo>
                  <a:pt x="311944" y="216694"/>
                </a:lnTo>
                <a:lnTo>
                  <a:pt x="521494" y="216694"/>
                </a:lnTo>
                <a:lnTo>
                  <a:pt x="521494" y="426244"/>
                </a:lnTo>
                <a:lnTo>
                  <a:pt x="559594" y="426244"/>
                </a:lnTo>
                <a:lnTo>
                  <a:pt x="559594" y="178594"/>
                </a:lnTo>
                <a:lnTo>
                  <a:pt x="486537" y="178594"/>
                </a:lnTo>
                <a:close/>
                <a:moveTo>
                  <a:pt x="416719" y="45244"/>
                </a:moveTo>
                <a:cubicBezTo>
                  <a:pt x="450818" y="45244"/>
                  <a:pt x="478631" y="73057"/>
                  <a:pt x="478631" y="107156"/>
                </a:cubicBezTo>
                <a:cubicBezTo>
                  <a:pt x="478631" y="141256"/>
                  <a:pt x="450818" y="169069"/>
                  <a:pt x="416719" y="169069"/>
                </a:cubicBezTo>
                <a:cubicBezTo>
                  <a:pt x="382619" y="169069"/>
                  <a:pt x="354806" y="141256"/>
                  <a:pt x="354806" y="107156"/>
                </a:cubicBezTo>
                <a:cubicBezTo>
                  <a:pt x="354806" y="73057"/>
                  <a:pt x="382619" y="45244"/>
                  <a:pt x="416719" y="45244"/>
                </a:cubicBezTo>
                <a:close/>
                <a:moveTo>
                  <a:pt x="330994" y="388144"/>
                </a:moveTo>
                <a:lnTo>
                  <a:pt x="64294" y="388144"/>
                </a:lnTo>
                <a:lnTo>
                  <a:pt x="64294" y="292894"/>
                </a:lnTo>
                <a:lnTo>
                  <a:pt x="330994" y="292894"/>
                </a:lnTo>
                <a:lnTo>
                  <a:pt x="330994" y="388144"/>
                </a:lnTo>
                <a:close/>
              </a:path>
            </a:pathLst>
          </a:custGeom>
          <a:solidFill>
            <a:schemeClr val="tx2"/>
          </a:solidFill>
          <a:ln w="9525" cap="flat">
            <a:noFill/>
            <a:prstDash val="solid"/>
            <a:miter/>
          </a:ln>
        </p:spPr>
        <p:txBody>
          <a:bodyPr rtlCol="0" anchor="ctr"/>
          <a:lstStyle/>
          <a:p>
            <a:endParaRPr lang="en-US"/>
          </a:p>
        </p:txBody>
      </p:sp>
      <p:sp>
        <p:nvSpPr>
          <p:cNvPr id="147" name="TextBox 19">
            <a:extLst>
              <a:ext uri="{FF2B5EF4-FFF2-40B4-BE49-F238E27FC236}">
                <a16:creationId xmlns:a16="http://schemas.microsoft.com/office/drawing/2014/main" id="{B95F1206-38CC-8341-9E53-037695F768AD}"/>
              </a:ext>
            </a:extLst>
          </p:cNvPr>
          <p:cNvSpPr txBox="1"/>
          <p:nvPr/>
        </p:nvSpPr>
        <p:spPr>
          <a:xfrm>
            <a:off x="4500270" y="5773766"/>
            <a:ext cx="387927" cy="215444"/>
          </a:xfrm>
          <a:prstGeom prst="rect">
            <a:avLst/>
          </a:prstGeom>
          <a:noFill/>
        </p:spPr>
        <p:txBody>
          <a:bodyPr wrap="none" lIns="0" rIns="0" rtlCol="0" anchor="ctr" anchorCtr="0">
            <a:noAutofit/>
          </a:bodyPr>
          <a:lstStyle/>
          <a:p>
            <a:pPr algn="ctr"/>
            <a:r>
              <a:rPr lang="en-US" sz="800" dirty="0"/>
              <a:t>Keynote</a:t>
            </a:r>
          </a:p>
        </p:txBody>
      </p:sp>
      <p:sp>
        <p:nvSpPr>
          <p:cNvPr id="149" name="Freeform: Shape 18">
            <a:extLst>
              <a:ext uri="{FF2B5EF4-FFF2-40B4-BE49-F238E27FC236}">
                <a16:creationId xmlns:a16="http://schemas.microsoft.com/office/drawing/2014/main" id="{207116E1-2357-2F4F-B4BA-0995F53C3D53}"/>
              </a:ext>
            </a:extLst>
          </p:cNvPr>
          <p:cNvSpPr>
            <a:spLocks noChangeAspect="1"/>
          </p:cNvSpPr>
          <p:nvPr/>
        </p:nvSpPr>
        <p:spPr>
          <a:xfrm>
            <a:off x="1684461" y="3289151"/>
            <a:ext cx="581025" cy="371475"/>
          </a:xfrm>
          <a:custGeom>
            <a:avLst/>
            <a:gdLst>
              <a:gd name="connsiteX0" fmla="*/ 507778 w 581025"/>
              <a:gd name="connsiteY0" fmla="*/ 155448 h 371475"/>
              <a:gd name="connsiteX1" fmla="*/ 399002 w 581025"/>
              <a:gd name="connsiteY1" fmla="*/ 51340 h 371475"/>
              <a:gd name="connsiteX2" fmla="*/ 355759 w 581025"/>
              <a:gd name="connsiteY2" fmla="*/ 60293 h 371475"/>
              <a:gd name="connsiteX3" fmla="*/ 239839 w 581025"/>
              <a:gd name="connsiteY3" fmla="*/ 7144 h 371475"/>
              <a:gd name="connsiteX4" fmla="*/ 88582 w 581025"/>
              <a:gd name="connsiteY4" fmla="*/ 136684 h 371475"/>
              <a:gd name="connsiteX5" fmla="*/ 7144 w 581025"/>
              <a:gd name="connsiteY5" fmla="*/ 248698 h 371475"/>
              <a:gd name="connsiteX6" fmla="*/ 124873 w 581025"/>
              <a:gd name="connsiteY6" fmla="*/ 366427 h 371475"/>
              <a:gd name="connsiteX7" fmla="*/ 469773 w 581025"/>
              <a:gd name="connsiteY7" fmla="*/ 366427 h 371475"/>
              <a:gd name="connsiteX8" fmla="*/ 578644 w 581025"/>
              <a:gd name="connsiteY8" fmla="*/ 257556 h 371475"/>
              <a:gd name="connsiteX9" fmla="*/ 507778 w 581025"/>
              <a:gd name="connsiteY9" fmla="*/ 155448 h 371475"/>
              <a:gd name="connsiteX10" fmla="*/ 469773 w 581025"/>
              <a:gd name="connsiteY10" fmla="*/ 328232 h 371475"/>
              <a:gd name="connsiteX11" fmla="*/ 124873 w 581025"/>
              <a:gd name="connsiteY11" fmla="*/ 328232 h 371475"/>
              <a:gd name="connsiteX12" fmla="*/ 45244 w 581025"/>
              <a:gd name="connsiteY12" fmla="*/ 248603 h 371475"/>
              <a:gd name="connsiteX13" fmla="*/ 124873 w 581025"/>
              <a:gd name="connsiteY13" fmla="*/ 168974 h 371475"/>
              <a:gd name="connsiteX14" fmla="*/ 125349 w 581025"/>
              <a:gd name="connsiteY14" fmla="*/ 168974 h 371475"/>
              <a:gd name="connsiteX15" fmla="*/ 124873 w 581025"/>
              <a:gd name="connsiteY15" fmla="*/ 160115 h 371475"/>
              <a:gd name="connsiteX16" fmla="*/ 239839 w 581025"/>
              <a:gd name="connsiteY16" fmla="*/ 45149 h 371475"/>
              <a:gd name="connsiteX17" fmla="*/ 345281 w 581025"/>
              <a:gd name="connsiteY17" fmla="*/ 114205 h 371475"/>
              <a:gd name="connsiteX18" fmla="*/ 399098 w 581025"/>
              <a:gd name="connsiteY18" fmla="*/ 89345 h 371475"/>
              <a:gd name="connsiteX19" fmla="*/ 469868 w 581025"/>
              <a:gd name="connsiteY19" fmla="*/ 160115 h 371475"/>
              <a:gd name="connsiteX20" fmla="*/ 464534 w 581025"/>
              <a:gd name="connsiteY20" fmla="*/ 186881 h 371475"/>
              <a:gd name="connsiteX21" fmla="*/ 469868 w 581025"/>
              <a:gd name="connsiteY21" fmla="*/ 186595 h 371475"/>
              <a:gd name="connsiteX22" fmla="*/ 540639 w 581025"/>
              <a:gd name="connsiteY22" fmla="*/ 257365 h 371475"/>
              <a:gd name="connsiteX23" fmla="*/ 469773 w 581025"/>
              <a:gd name="connsiteY23" fmla="*/ 328232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1025" h="371475">
                <a:moveTo>
                  <a:pt x="507778" y="155448"/>
                </a:moveTo>
                <a:cubicBezTo>
                  <a:pt x="505301" y="97631"/>
                  <a:pt x="457485" y="51340"/>
                  <a:pt x="399002" y="51340"/>
                </a:cubicBezTo>
                <a:cubicBezTo>
                  <a:pt x="383953" y="51340"/>
                  <a:pt x="369284" y="54483"/>
                  <a:pt x="355759" y="60293"/>
                </a:cubicBezTo>
                <a:cubicBezTo>
                  <a:pt x="327184" y="27051"/>
                  <a:pt x="285083" y="7144"/>
                  <a:pt x="239839" y="7144"/>
                </a:cubicBezTo>
                <a:cubicBezTo>
                  <a:pt x="163449" y="7144"/>
                  <a:pt x="99917" y="63437"/>
                  <a:pt x="88582" y="136684"/>
                </a:cubicBezTo>
                <a:cubicBezTo>
                  <a:pt x="41434" y="152019"/>
                  <a:pt x="7144" y="196406"/>
                  <a:pt x="7144" y="248698"/>
                </a:cubicBezTo>
                <a:cubicBezTo>
                  <a:pt x="7144" y="313563"/>
                  <a:pt x="59912" y="366427"/>
                  <a:pt x="124873" y="366427"/>
                </a:cubicBezTo>
                <a:lnTo>
                  <a:pt x="469773" y="366427"/>
                </a:lnTo>
                <a:cubicBezTo>
                  <a:pt x="529780" y="366427"/>
                  <a:pt x="578644" y="317564"/>
                  <a:pt x="578644" y="257556"/>
                </a:cubicBezTo>
                <a:cubicBezTo>
                  <a:pt x="578644" y="210788"/>
                  <a:pt x="549117" y="170879"/>
                  <a:pt x="507778" y="155448"/>
                </a:cubicBezTo>
                <a:close/>
                <a:moveTo>
                  <a:pt x="469773" y="328232"/>
                </a:moveTo>
                <a:lnTo>
                  <a:pt x="124873" y="328232"/>
                </a:lnTo>
                <a:cubicBezTo>
                  <a:pt x="80867" y="328232"/>
                  <a:pt x="45244" y="292608"/>
                  <a:pt x="45244" y="248603"/>
                </a:cubicBezTo>
                <a:cubicBezTo>
                  <a:pt x="45244" y="204597"/>
                  <a:pt x="80867" y="168974"/>
                  <a:pt x="124873" y="168974"/>
                </a:cubicBezTo>
                <a:cubicBezTo>
                  <a:pt x="125063" y="168974"/>
                  <a:pt x="125158" y="168974"/>
                  <a:pt x="125349" y="168974"/>
                </a:cubicBezTo>
                <a:cubicBezTo>
                  <a:pt x="125158" y="166021"/>
                  <a:pt x="124873" y="163068"/>
                  <a:pt x="124873" y="160115"/>
                </a:cubicBezTo>
                <a:cubicBezTo>
                  <a:pt x="124873" y="96584"/>
                  <a:pt x="176308" y="45149"/>
                  <a:pt x="239839" y="45149"/>
                </a:cubicBezTo>
                <a:cubicBezTo>
                  <a:pt x="286988" y="45149"/>
                  <a:pt x="327470" y="73628"/>
                  <a:pt x="345281" y="114205"/>
                </a:cubicBezTo>
                <a:cubicBezTo>
                  <a:pt x="358235" y="98965"/>
                  <a:pt x="377571" y="89345"/>
                  <a:pt x="399098" y="89345"/>
                </a:cubicBezTo>
                <a:cubicBezTo>
                  <a:pt x="438150" y="89345"/>
                  <a:pt x="469868" y="121063"/>
                  <a:pt x="469868" y="160115"/>
                </a:cubicBezTo>
                <a:cubicBezTo>
                  <a:pt x="469868" y="169640"/>
                  <a:pt x="467963" y="178689"/>
                  <a:pt x="464534" y="186881"/>
                </a:cubicBezTo>
                <a:cubicBezTo>
                  <a:pt x="466249" y="186785"/>
                  <a:pt x="468059" y="186595"/>
                  <a:pt x="469868" y="186595"/>
                </a:cubicBezTo>
                <a:cubicBezTo>
                  <a:pt x="508921" y="186595"/>
                  <a:pt x="540639" y="218313"/>
                  <a:pt x="540639" y="257365"/>
                </a:cubicBezTo>
                <a:cubicBezTo>
                  <a:pt x="540544" y="296513"/>
                  <a:pt x="508921" y="328232"/>
                  <a:pt x="469773" y="328232"/>
                </a:cubicBezTo>
                <a:close/>
              </a:path>
            </a:pathLst>
          </a:custGeom>
          <a:solidFill>
            <a:schemeClr val="tx2"/>
          </a:solidFill>
          <a:ln w="9525" cap="flat">
            <a:noFill/>
            <a:prstDash val="solid"/>
            <a:miter/>
          </a:ln>
        </p:spPr>
        <p:txBody>
          <a:bodyPr rtlCol="0" anchor="ctr"/>
          <a:lstStyle/>
          <a:p>
            <a:endParaRPr lang="en-US"/>
          </a:p>
        </p:txBody>
      </p:sp>
      <p:sp>
        <p:nvSpPr>
          <p:cNvPr id="150" name="TextBox 20">
            <a:extLst>
              <a:ext uri="{FF2B5EF4-FFF2-40B4-BE49-F238E27FC236}">
                <a16:creationId xmlns:a16="http://schemas.microsoft.com/office/drawing/2014/main" id="{34D28B69-F679-B243-A250-C6B1730E7337}"/>
              </a:ext>
            </a:extLst>
          </p:cNvPr>
          <p:cNvSpPr txBox="1"/>
          <p:nvPr/>
        </p:nvSpPr>
        <p:spPr>
          <a:xfrm>
            <a:off x="1828843" y="3774532"/>
            <a:ext cx="280525" cy="215444"/>
          </a:xfrm>
          <a:prstGeom prst="rect">
            <a:avLst/>
          </a:prstGeom>
          <a:noFill/>
        </p:spPr>
        <p:txBody>
          <a:bodyPr wrap="none" lIns="0" rIns="0" rtlCol="0" anchor="ctr" anchorCtr="0">
            <a:noAutofit/>
          </a:bodyPr>
          <a:lstStyle/>
          <a:p>
            <a:pPr algn="ctr"/>
            <a:r>
              <a:rPr lang="en-US" sz="800"/>
              <a:t>Cloud</a:t>
            </a:r>
          </a:p>
        </p:txBody>
      </p:sp>
      <p:sp>
        <p:nvSpPr>
          <p:cNvPr id="155" name="Freeform: Shape 169">
            <a:extLst>
              <a:ext uri="{FF2B5EF4-FFF2-40B4-BE49-F238E27FC236}">
                <a16:creationId xmlns:a16="http://schemas.microsoft.com/office/drawing/2014/main" id="{D4409421-8ECA-8545-B0AC-2599D92F1297}"/>
              </a:ext>
            </a:extLst>
          </p:cNvPr>
          <p:cNvSpPr>
            <a:spLocks noChangeAspect="1"/>
          </p:cNvSpPr>
          <p:nvPr/>
        </p:nvSpPr>
        <p:spPr>
          <a:xfrm>
            <a:off x="8068569" y="3265338"/>
            <a:ext cx="419100" cy="419100"/>
          </a:xfrm>
          <a:custGeom>
            <a:avLst/>
            <a:gdLst>
              <a:gd name="connsiteX0" fmla="*/ 201930 w 419100"/>
              <a:gd name="connsiteY0" fmla="*/ 188119 h 419100"/>
              <a:gd name="connsiteX1" fmla="*/ 30480 w 419100"/>
              <a:gd name="connsiteY1" fmla="*/ 188119 h 419100"/>
              <a:gd name="connsiteX2" fmla="*/ 30480 w 419100"/>
              <a:gd name="connsiteY2" fmla="*/ 16669 h 419100"/>
              <a:gd name="connsiteX3" fmla="*/ 201930 w 419100"/>
              <a:gd name="connsiteY3" fmla="*/ 16669 h 419100"/>
              <a:gd name="connsiteX4" fmla="*/ 201930 w 419100"/>
              <a:gd name="connsiteY4" fmla="*/ 188119 h 419100"/>
              <a:gd name="connsiteX5" fmla="*/ 68580 w 419100"/>
              <a:gd name="connsiteY5" fmla="*/ 150019 h 419100"/>
              <a:gd name="connsiteX6" fmla="*/ 163830 w 419100"/>
              <a:gd name="connsiteY6" fmla="*/ 150019 h 419100"/>
              <a:gd name="connsiteX7" fmla="*/ 163830 w 419100"/>
              <a:gd name="connsiteY7" fmla="*/ 54769 h 419100"/>
              <a:gd name="connsiteX8" fmla="*/ 68580 w 419100"/>
              <a:gd name="connsiteY8" fmla="*/ 54769 h 419100"/>
              <a:gd name="connsiteX9" fmla="*/ 68580 w 419100"/>
              <a:gd name="connsiteY9" fmla="*/ 150019 h 419100"/>
              <a:gd name="connsiteX10" fmla="*/ 325755 w 419100"/>
              <a:gd name="connsiteY10" fmla="*/ 419576 h 419100"/>
              <a:gd name="connsiteX11" fmla="*/ 240030 w 419100"/>
              <a:gd name="connsiteY11" fmla="*/ 370618 h 419100"/>
              <a:gd name="connsiteX12" fmla="*/ 240030 w 419100"/>
              <a:gd name="connsiteY12" fmla="*/ 272320 h 419100"/>
              <a:gd name="connsiteX13" fmla="*/ 325755 w 419100"/>
              <a:gd name="connsiteY13" fmla="*/ 223361 h 419100"/>
              <a:gd name="connsiteX14" fmla="*/ 411480 w 419100"/>
              <a:gd name="connsiteY14" fmla="*/ 272320 h 419100"/>
              <a:gd name="connsiteX15" fmla="*/ 411480 w 419100"/>
              <a:gd name="connsiteY15" fmla="*/ 370618 h 419100"/>
              <a:gd name="connsiteX16" fmla="*/ 325755 w 419100"/>
              <a:gd name="connsiteY16" fmla="*/ 419576 h 419100"/>
              <a:gd name="connsiteX17" fmla="*/ 278130 w 419100"/>
              <a:gd name="connsiteY17" fmla="*/ 348520 h 419100"/>
              <a:gd name="connsiteX18" fmla="*/ 325755 w 419100"/>
              <a:gd name="connsiteY18" fmla="*/ 375761 h 419100"/>
              <a:gd name="connsiteX19" fmla="*/ 373380 w 419100"/>
              <a:gd name="connsiteY19" fmla="*/ 348520 h 419100"/>
              <a:gd name="connsiteX20" fmla="*/ 373380 w 419100"/>
              <a:gd name="connsiteY20" fmla="*/ 294418 h 419100"/>
              <a:gd name="connsiteX21" fmla="*/ 325755 w 419100"/>
              <a:gd name="connsiteY21" fmla="*/ 267176 h 419100"/>
              <a:gd name="connsiteX22" fmla="*/ 278130 w 419100"/>
              <a:gd name="connsiteY22" fmla="*/ 294418 h 419100"/>
              <a:gd name="connsiteX23" fmla="*/ 278130 w 419100"/>
              <a:gd name="connsiteY23" fmla="*/ 348520 h 419100"/>
              <a:gd name="connsiteX24" fmla="*/ 225266 w 419100"/>
              <a:gd name="connsiteY24" fmla="*/ 416719 h 419100"/>
              <a:gd name="connsiteX25" fmla="*/ 7144 w 419100"/>
              <a:gd name="connsiteY25" fmla="*/ 416719 h 419100"/>
              <a:gd name="connsiteX26" fmla="*/ 116205 w 419100"/>
              <a:gd name="connsiteY26" fmla="*/ 225933 h 419100"/>
              <a:gd name="connsiteX27" fmla="*/ 225266 w 419100"/>
              <a:gd name="connsiteY27" fmla="*/ 416719 h 419100"/>
              <a:gd name="connsiteX28" fmla="*/ 72866 w 419100"/>
              <a:gd name="connsiteY28" fmla="*/ 378619 h 419100"/>
              <a:gd name="connsiteX29" fmla="*/ 159639 w 419100"/>
              <a:gd name="connsiteY29" fmla="*/ 378619 h 419100"/>
              <a:gd name="connsiteX30" fmla="*/ 116300 w 419100"/>
              <a:gd name="connsiteY30" fmla="*/ 302705 h 419100"/>
              <a:gd name="connsiteX31" fmla="*/ 72866 w 419100"/>
              <a:gd name="connsiteY31" fmla="*/ 378619 h 419100"/>
              <a:gd name="connsiteX32" fmla="*/ 325755 w 419100"/>
              <a:gd name="connsiteY32" fmla="*/ 197644 h 419100"/>
              <a:gd name="connsiteX33" fmla="*/ 230505 w 419100"/>
              <a:gd name="connsiteY33" fmla="*/ 102394 h 419100"/>
              <a:gd name="connsiteX34" fmla="*/ 325755 w 419100"/>
              <a:gd name="connsiteY34" fmla="*/ 7144 h 419100"/>
              <a:gd name="connsiteX35" fmla="*/ 421005 w 419100"/>
              <a:gd name="connsiteY35" fmla="*/ 102394 h 419100"/>
              <a:gd name="connsiteX36" fmla="*/ 325755 w 419100"/>
              <a:gd name="connsiteY36" fmla="*/ 197644 h 419100"/>
              <a:gd name="connsiteX37" fmla="*/ 325755 w 419100"/>
              <a:gd name="connsiteY37" fmla="*/ 45244 h 419100"/>
              <a:gd name="connsiteX38" fmla="*/ 268605 w 419100"/>
              <a:gd name="connsiteY38" fmla="*/ 102394 h 419100"/>
              <a:gd name="connsiteX39" fmla="*/ 325755 w 419100"/>
              <a:gd name="connsiteY39" fmla="*/ 159544 h 419100"/>
              <a:gd name="connsiteX40" fmla="*/ 382905 w 419100"/>
              <a:gd name="connsiteY40" fmla="*/ 102394 h 419100"/>
              <a:gd name="connsiteX41" fmla="*/ 325755 w 419100"/>
              <a:gd name="connsiteY41" fmla="*/ 45244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9100" h="419100">
                <a:moveTo>
                  <a:pt x="201930" y="188119"/>
                </a:moveTo>
                <a:lnTo>
                  <a:pt x="30480" y="188119"/>
                </a:lnTo>
                <a:lnTo>
                  <a:pt x="30480" y="16669"/>
                </a:lnTo>
                <a:lnTo>
                  <a:pt x="201930" y="16669"/>
                </a:lnTo>
                <a:lnTo>
                  <a:pt x="201930" y="188119"/>
                </a:lnTo>
                <a:close/>
                <a:moveTo>
                  <a:pt x="68580" y="150019"/>
                </a:moveTo>
                <a:lnTo>
                  <a:pt x="163830" y="150019"/>
                </a:lnTo>
                <a:lnTo>
                  <a:pt x="163830" y="54769"/>
                </a:lnTo>
                <a:lnTo>
                  <a:pt x="68580" y="54769"/>
                </a:lnTo>
                <a:lnTo>
                  <a:pt x="68580" y="150019"/>
                </a:lnTo>
                <a:close/>
                <a:moveTo>
                  <a:pt x="325755" y="419576"/>
                </a:moveTo>
                <a:lnTo>
                  <a:pt x="240030" y="370618"/>
                </a:lnTo>
                <a:lnTo>
                  <a:pt x="240030" y="272320"/>
                </a:lnTo>
                <a:lnTo>
                  <a:pt x="325755" y="223361"/>
                </a:lnTo>
                <a:lnTo>
                  <a:pt x="411480" y="272320"/>
                </a:lnTo>
                <a:lnTo>
                  <a:pt x="411480" y="370618"/>
                </a:lnTo>
                <a:lnTo>
                  <a:pt x="325755" y="419576"/>
                </a:lnTo>
                <a:close/>
                <a:moveTo>
                  <a:pt x="278130" y="348520"/>
                </a:moveTo>
                <a:lnTo>
                  <a:pt x="325755" y="375761"/>
                </a:lnTo>
                <a:lnTo>
                  <a:pt x="373380" y="348520"/>
                </a:lnTo>
                <a:lnTo>
                  <a:pt x="373380" y="294418"/>
                </a:lnTo>
                <a:lnTo>
                  <a:pt x="325755" y="267176"/>
                </a:lnTo>
                <a:lnTo>
                  <a:pt x="278130" y="294418"/>
                </a:lnTo>
                <a:lnTo>
                  <a:pt x="278130" y="348520"/>
                </a:lnTo>
                <a:close/>
                <a:moveTo>
                  <a:pt x="225266" y="416719"/>
                </a:moveTo>
                <a:lnTo>
                  <a:pt x="7144" y="416719"/>
                </a:lnTo>
                <a:lnTo>
                  <a:pt x="116205" y="225933"/>
                </a:lnTo>
                <a:lnTo>
                  <a:pt x="225266" y="416719"/>
                </a:lnTo>
                <a:close/>
                <a:moveTo>
                  <a:pt x="72866" y="378619"/>
                </a:moveTo>
                <a:lnTo>
                  <a:pt x="159639" y="378619"/>
                </a:lnTo>
                <a:lnTo>
                  <a:pt x="116300" y="302705"/>
                </a:lnTo>
                <a:lnTo>
                  <a:pt x="72866" y="378619"/>
                </a:lnTo>
                <a:close/>
                <a:moveTo>
                  <a:pt x="325755" y="197644"/>
                </a:moveTo>
                <a:cubicBezTo>
                  <a:pt x="273272" y="197644"/>
                  <a:pt x="230505" y="154877"/>
                  <a:pt x="230505" y="102394"/>
                </a:cubicBezTo>
                <a:cubicBezTo>
                  <a:pt x="230505" y="49911"/>
                  <a:pt x="273272" y="7144"/>
                  <a:pt x="325755" y="7144"/>
                </a:cubicBezTo>
                <a:cubicBezTo>
                  <a:pt x="378238" y="7144"/>
                  <a:pt x="421005" y="49911"/>
                  <a:pt x="421005" y="102394"/>
                </a:cubicBezTo>
                <a:cubicBezTo>
                  <a:pt x="421005" y="154877"/>
                  <a:pt x="378238" y="197644"/>
                  <a:pt x="325755" y="197644"/>
                </a:cubicBezTo>
                <a:close/>
                <a:moveTo>
                  <a:pt x="325755" y="45244"/>
                </a:moveTo>
                <a:cubicBezTo>
                  <a:pt x="294227" y="45244"/>
                  <a:pt x="268605" y="70866"/>
                  <a:pt x="268605" y="102394"/>
                </a:cubicBezTo>
                <a:cubicBezTo>
                  <a:pt x="268605" y="133922"/>
                  <a:pt x="294227" y="159544"/>
                  <a:pt x="325755" y="159544"/>
                </a:cubicBezTo>
                <a:cubicBezTo>
                  <a:pt x="357283" y="159544"/>
                  <a:pt x="382905" y="133922"/>
                  <a:pt x="382905" y="102394"/>
                </a:cubicBezTo>
                <a:cubicBezTo>
                  <a:pt x="382905" y="70866"/>
                  <a:pt x="357283" y="45244"/>
                  <a:pt x="325755" y="45244"/>
                </a:cubicBezTo>
                <a:close/>
              </a:path>
            </a:pathLst>
          </a:custGeom>
          <a:solidFill>
            <a:schemeClr val="tx2"/>
          </a:solidFill>
          <a:ln w="9525" cap="flat">
            <a:noFill/>
            <a:prstDash val="solid"/>
            <a:miter/>
          </a:ln>
        </p:spPr>
        <p:txBody>
          <a:bodyPr rtlCol="0" anchor="ctr"/>
          <a:lstStyle/>
          <a:p>
            <a:endParaRPr lang="en-US"/>
          </a:p>
        </p:txBody>
      </p:sp>
      <p:sp>
        <p:nvSpPr>
          <p:cNvPr id="156" name="TextBox 21">
            <a:extLst>
              <a:ext uri="{FF2B5EF4-FFF2-40B4-BE49-F238E27FC236}">
                <a16:creationId xmlns:a16="http://schemas.microsoft.com/office/drawing/2014/main" id="{575765EF-D669-D94C-9EC4-D8C8AE77DE7C}"/>
              </a:ext>
            </a:extLst>
          </p:cNvPr>
          <p:cNvSpPr txBox="1"/>
          <p:nvPr/>
        </p:nvSpPr>
        <p:spPr>
          <a:xfrm>
            <a:off x="8076942" y="3774532"/>
            <a:ext cx="402354" cy="215444"/>
          </a:xfrm>
          <a:prstGeom prst="rect">
            <a:avLst/>
          </a:prstGeom>
          <a:noFill/>
        </p:spPr>
        <p:txBody>
          <a:bodyPr wrap="none" lIns="0" rIns="0" rtlCol="0" anchor="ctr" anchorCtr="0">
            <a:noAutofit/>
          </a:bodyPr>
          <a:lstStyle/>
          <a:p>
            <a:pPr algn="ctr"/>
            <a:r>
              <a:rPr lang="en-US" sz="800"/>
              <a:t>Diversity</a:t>
            </a:r>
          </a:p>
        </p:txBody>
      </p:sp>
      <p:sp>
        <p:nvSpPr>
          <p:cNvPr id="163" name="Freeform: Shape 12">
            <a:extLst>
              <a:ext uri="{FF2B5EF4-FFF2-40B4-BE49-F238E27FC236}">
                <a16:creationId xmlns:a16="http://schemas.microsoft.com/office/drawing/2014/main" id="{29F288E4-6E73-1E4F-B988-41DE502314D2}"/>
              </a:ext>
            </a:extLst>
          </p:cNvPr>
          <p:cNvSpPr>
            <a:spLocks noChangeAspect="1"/>
          </p:cNvSpPr>
          <p:nvPr/>
        </p:nvSpPr>
        <p:spPr>
          <a:xfrm>
            <a:off x="1741611" y="1366075"/>
            <a:ext cx="466725" cy="409575"/>
          </a:xfrm>
          <a:custGeom>
            <a:avLst/>
            <a:gdLst>
              <a:gd name="connsiteX0" fmla="*/ 235744 w 466725"/>
              <a:gd name="connsiteY0" fmla="*/ 7144 h 409575"/>
              <a:gd name="connsiteX1" fmla="*/ 7144 w 466725"/>
              <a:gd name="connsiteY1" fmla="*/ 403098 h 409575"/>
              <a:gd name="connsiteX2" fmla="*/ 464344 w 466725"/>
              <a:gd name="connsiteY2" fmla="*/ 403098 h 409575"/>
              <a:gd name="connsiteX3" fmla="*/ 235744 w 466725"/>
              <a:gd name="connsiteY3" fmla="*/ 7144 h 409575"/>
              <a:gd name="connsiteX4" fmla="*/ 235744 w 466725"/>
              <a:gd name="connsiteY4" fmla="*/ 7144 h 409575"/>
              <a:gd name="connsiteX5" fmla="*/ 235744 w 466725"/>
              <a:gd name="connsiteY5" fmla="*/ 83344 h 409575"/>
              <a:gd name="connsiteX6" fmla="*/ 398335 w 466725"/>
              <a:gd name="connsiteY6" fmla="*/ 364998 h 409575"/>
              <a:gd name="connsiteX7" fmla="*/ 73152 w 466725"/>
              <a:gd name="connsiteY7" fmla="*/ 364998 h 409575"/>
              <a:gd name="connsiteX8" fmla="*/ 235744 w 466725"/>
              <a:gd name="connsiteY8" fmla="*/ 83344 h 409575"/>
              <a:gd name="connsiteX9" fmla="*/ 213455 w 466725"/>
              <a:gd name="connsiteY9" fmla="*/ 317468 h 409575"/>
              <a:gd name="connsiteX10" fmla="*/ 235648 w 466725"/>
              <a:gd name="connsiteY10" fmla="*/ 296513 h 409575"/>
              <a:gd name="connsiteX11" fmla="*/ 258032 w 466725"/>
              <a:gd name="connsiteY11" fmla="*/ 317468 h 409575"/>
              <a:gd name="connsiteX12" fmla="*/ 235648 w 466725"/>
              <a:gd name="connsiteY12" fmla="*/ 338233 h 409575"/>
              <a:gd name="connsiteX13" fmla="*/ 213455 w 466725"/>
              <a:gd name="connsiteY13" fmla="*/ 317468 h 409575"/>
              <a:gd name="connsiteX14" fmla="*/ 214503 w 466725"/>
              <a:gd name="connsiteY14" fmla="*/ 186023 h 409575"/>
              <a:gd name="connsiteX15" fmla="*/ 256794 w 466725"/>
              <a:gd name="connsiteY15" fmla="*/ 186023 h 409575"/>
              <a:gd name="connsiteX16" fmla="*/ 251174 w 466725"/>
              <a:gd name="connsiteY16" fmla="*/ 286607 h 409575"/>
              <a:gd name="connsiteX17" fmla="*/ 220123 w 466725"/>
              <a:gd name="connsiteY17" fmla="*/ 286607 h 409575"/>
              <a:gd name="connsiteX18" fmla="*/ 214503 w 466725"/>
              <a:gd name="connsiteY18" fmla="*/ 186023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6725" h="409575">
                <a:moveTo>
                  <a:pt x="235744" y="7144"/>
                </a:moveTo>
                <a:lnTo>
                  <a:pt x="7144" y="403098"/>
                </a:lnTo>
                <a:lnTo>
                  <a:pt x="464344" y="403098"/>
                </a:lnTo>
                <a:lnTo>
                  <a:pt x="235744" y="7144"/>
                </a:lnTo>
                <a:lnTo>
                  <a:pt x="235744" y="7144"/>
                </a:lnTo>
                <a:close/>
                <a:moveTo>
                  <a:pt x="235744" y="83344"/>
                </a:moveTo>
                <a:lnTo>
                  <a:pt x="398335" y="364998"/>
                </a:lnTo>
                <a:lnTo>
                  <a:pt x="73152" y="364998"/>
                </a:lnTo>
                <a:lnTo>
                  <a:pt x="235744" y="83344"/>
                </a:lnTo>
                <a:moveTo>
                  <a:pt x="213455" y="317468"/>
                </a:moveTo>
                <a:cubicBezTo>
                  <a:pt x="213455" y="305943"/>
                  <a:pt x="223266" y="296513"/>
                  <a:pt x="235648" y="296513"/>
                </a:cubicBezTo>
                <a:cubicBezTo>
                  <a:pt x="248031" y="296513"/>
                  <a:pt x="258032" y="305943"/>
                  <a:pt x="258032" y="317468"/>
                </a:cubicBezTo>
                <a:cubicBezTo>
                  <a:pt x="258032" y="328994"/>
                  <a:pt x="247936" y="338233"/>
                  <a:pt x="235648" y="338233"/>
                </a:cubicBezTo>
                <a:cubicBezTo>
                  <a:pt x="223266" y="338138"/>
                  <a:pt x="213455" y="328994"/>
                  <a:pt x="213455" y="317468"/>
                </a:cubicBezTo>
                <a:close/>
                <a:moveTo>
                  <a:pt x="214503" y="186023"/>
                </a:moveTo>
                <a:lnTo>
                  <a:pt x="256794" y="186023"/>
                </a:lnTo>
                <a:lnTo>
                  <a:pt x="251174" y="286607"/>
                </a:lnTo>
                <a:lnTo>
                  <a:pt x="220123" y="286607"/>
                </a:lnTo>
                <a:lnTo>
                  <a:pt x="214503" y="186023"/>
                </a:lnTo>
                <a:close/>
              </a:path>
            </a:pathLst>
          </a:custGeom>
          <a:solidFill>
            <a:schemeClr val="tx2"/>
          </a:solidFill>
          <a:ln w="9525" cap="flat">
            <a:noFill/>
            <a:prstDash val="solid"/>
            <a:miter/>
          </a:ln>
        </p:spPr>
        <p:txBody>
          <a:bodyPr rtlCol="0" anchor="ctr"/>
          <a:lstStyle/>
          <a:p>
            <a:endParaRPr lang="en-US"/>
          </a:p>
        </p:txBody>
      </p:sp>
      <p:sp>
        <p:nvSpPr>
          <p:cNvPr id="164" name="TextBox 22">
            <a:extLst>
              <a:ext uri="{FF2B5EF4-FFF2-40B4-BE49-F238E27FC236}">
                <a16:creationId xmlns:a16="http://schemas.microsoft.com/office/drawing/2014/main" id="{EA106A83-B3DA-9B49-B26F-D8DD3784499D}"/>
              </a:ext>
            </a:extLst>
          </p:cNvPr>
          <p:cNvSpPr txBox="1"/>
          <p:nvPr/>
        </p:nvSpPr>
        <p:spPr>
          <a:xfrm>
            <a:off x="1865167" y="1867665"/>
            <a:ext cx="219611" cy="215444"/>
          </a:xfrm>
          <a:prstGeom prst="rect">
            <a:avLst/>
          </a:prstGeom>
          <a:noFill/>
        </p:spPr>
        <p:txBody>
          <a:bodyPr wrap="none" lIns="0" rIns="0" rtlCol="0" anchor="ctr" anchorCtr="0">
            <a:noAutofit/>
          </a:bodyPr>
          <a:lstStyle/>
          <a:p>
            <a:pPr algn="ctr"/>
            <a:r>
              <a:rPr lang="en-US" sz="800"/>
              <a:t>Alert</a:t>
            </a:r>
          </a:p>
        </p:txBody>
      </p:sp>
      <p:sp>
        <p:nvSpPr>
          <p:cNvPr id="166" name="Freeform: Shape 165">
            <a:extLst>
              <a:ext uri="{FF2B5EF4-FFF2-40B4-BE49-F238E27FC236}">
                <a16:creationId xmlns:a16="http://schemas.microsoft.com/office/drawing/2014/main" id="{B0BBAA29-E8FC-734C-983E-907535B8C395}"/>
              </a:ext>
            </a:extLst>
          </p:cNvPr>
          <p:cNvSpPr>
            <a:spLocks noChangeAspect="1"/>
          </p:cNvSpPr>
          <p:nvPr/>
        </p:nvSpPr>
        <p:spPr>
          <a:xfrm>
            <a:off x="3532899" y="2288668"/>
            <a:ext cx="504825" cy="428625"/>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chemeClr val="tx2"/>
          </a:solidFill>
          <a:ln w="9525" cap="flat">
            <a:noFill/>
            <a:prstDash val="solid"/>
            <a:miter/>
          </a:ln>
        </p:spPr>
        <p:txBody>
          <a:bodyPr rtlCol="0" anchor="ctr"/>
          <a:lstStyle/>
          <a:p>
            <a:endParaRPr lang="en-US"/>
          </a:p>
        </p:txBody>
      </p:sp>
      <p:sp>
        <p:nvSpPr>
          <p:cNvPr id="167" name="TextBox 23">
            <a:extLst>
              <a:ext uri="{FF2B5EF4-FFF2-40B4-BE49-F238E27FC236}">
                <a16:creationId xmlns:a16="http://schemas.microsoft.com/office/drawing/2014/main" id="{DEBED02B-2D2B-2240-B722-676475DF764A}"/>
              </a:ext>
            </a:extLst>
          </p:cNvPr>
          <p:cNvSpPr txBox="1"/>
          <p:nvPr/>
        </p:nvSpPr>
        <p:spPr>
          <a:xfrm>
            <a:off x="3533639" y="2788007"/>
            <a:ext cx="503343" cy="338554"/>
          </a:xfrm>
          <a:prstGeom prst="rect">
            <a:avLst/>
          </a:prstGeom>
          <a:noFill/>
        </p:spPr>
        <p:txBody>
          <a:bodyPr wrap="none" lIns="0" rIns="0" rtlCol="0" anchor="ctr" anchorCtr="0">
            <a:noAutofit/>
          </a:bodyPr>
          <a:lstStyle/>
          <a:p>
            <a:pPr algn="ctr"/>
            <a:r>
              <a:rPr lang="en-US" sz="800"/>
              <a:t>Chart</a:t>
            </a:r>
            <a:br>
              <a:rPr lang="en-US" sz="800"/>
            </a:br>
            <a:r>
              <a:rPr lang="en-US" sz="800"/>
              <a:t>increase 01</a:t>
            </a:r>
          </a:p>
        </p:txBody>
      </p:sp>
      <p:sp>
        <p:nvSpPr>
          <p:cNvPr id="169" name="Freeform: Shape 174">
            <a:extLst>
              <a:ext uri="{FF2B5EF4-FFF2-40B4-BE49-F238E27FC236}">
                <a16:creationId xmlns:a16="http://schemas.microsoft.com/office/drawing/2014/main" id="{8668B8C1-6812-8F41-87A0-B34651E9ABC4}"/>
              </a:ext>
            </a:extLst>
          </p:cNvPr>
          <p:cNvSpPr>
            <a:spLocks noChangeAspect="1"/>
          </p:cNvSpPr>
          <p:nvPr/>
        </p:nvSpPr>
        <p:spPr>
          <a:xfrm>
            <a:off x="831103" y="4188976"/>
            <a:ext cx="485775" cy="533400"/>
          </a:xfrm>
          <a:custGeom>
            <a:avLst/>
            <a:gdLst>
              <a:gd name="connsiteX0" fmla="*/ 384048 w 485775"/>
              <a:gd name="connsiteY0" fmla="*/ 121444 h 533400"/>
              <a:gd name="connsiteX1" fmla="*/ 220790 w 485775"/>
              <a:gd name="connsiteY1" fmla="*/ 121444 h 533400"/>
              <a:gd name="connsiteX2" fmla="*/ 220790 w 485775"/>
              <a:gd name="connsiteY2" fmla="*/ 83344 h 533400"/>
              <a:gd name="connsiteX3" fmla="*/ 384048 w 485775"/>
              <a:gd name="connsiteY3" fmla="*/ 83344 h 533400"/>
              <a:gd name="connsiteX4" fmla="*/ 384048 w 485775"/>
              <a:gd name="connsiteY4" fmla="*/ 121444 h 533400"/>
              <a:gd name="connsiteX5" fmla="*/ 411194 w 485775"/>
              <a:gd name="connsiteY5" fmla="*/ 150019 h 533400"/>
              <a:gd name="connsiteX6" fmla="*/ 220694 w 485775"/>
              <a:gd name="connsiteY6" fmla="*/ 150019 h 533400"/>
              <a:gd name="connsiteX7" fmla="*/ 220694 w 485775"/>
              <a:gd name="connsiteY7" fmla="*/ 188119 h 533400"/>
              <a:gd name="connsiteX8" fmla="*/ 411194 w 485775"/>
              <a:gd name="connsiteY8" fmla="*/ 188119 h 533400"/>
              <a:gd name="connsiteX9" fmla="*/ 411194 w 485775"/>
              <a:gd name="connsiteY9" fmla="*/ 150019 h 533400"/>
              <a:gd name="connsiteX10" fmla="*/ 487394 w 485775"/>
              <a:gd name="connsiteY10" fmla="*/ 7144 h 533400"/>
              <a:gd name="connsiteX11" fmla="*/ 487394 w 485775"/>
              <a:gd name="connsiteY11" fmla="*/ 330994 h 533400"/>
              <a:gd name="connsiteX12" fmla="*/ 373094 w 485775"/>
              <a:gd name="connsiteY12" fmla="*/ 445294 h 533400"/>
              <a:gd name="connsiteX13" fmla="*/ 256223 w 485775"/>
              <a:gd name="connsiteY13" fmla="*/ 445294 h 533400"/>
              <a:gd name="connsiteX14" fmla="*/ 251746 w 485775"/>
              <a:gd name="connsiteY14" fmla="*/ 451295 h 533400"/>
              <a:gd name="connsiteX15" fmla="*/ 236220 w 485775"/>
              <a:gd name="connsiteY15" fmla="*/ 466820 h 533400"/>
              <a:gd name="connsiteX16" fmla="*/ 197548 w 485775"/>
              <a:gd name="connsiteY16" fmla="*/ 487775 h 533400"/>
              <a:gd name="connsiteX17" fmla="*/ 163544 w 485775"/>
              <a:gd name="connsiteY17" fmla="*/ 492919 h 533400"/>
              <a:gd name="connsiteX18" fmla="*/ 129540 w 485775"/>
              <a:gd name="connsiteY18" fmla="*/ 487775 h 533400"/>
              <a:gd name="connsiteX19" fmla="*/ 120968 w 485775"/>
              <a:gd name="connsiteY19" fmla="*/ 484727 h 533400"/>
              <a:gd name="connsiteX20" fmla="*/ 97346 w 485775"/>
              <a:gd name="connsiteY20" fmla="*/ 471773 h 533400"/>
              <a:gd name="connsiteX21" fmla="*/ 34100 w 485775"/>
              <a:gd name="connsiteY21" fmla="*/ 535019 h 533400"/>
              <a:gd name="connsiteX22" fmla="*/ 7144 w 485775"/>
              <a:gd name="connsiteY22" fmla="*/ 508064 h 533400"/>
              <a:gd name="connsiteX23" fmla="*/ 70390 w 485775"/>
              <a:gd name="connsiteY23" fmla="*/ 444818 h 533400"/>
              <a:gd name="connsiteX24" fmla="*/ 57436 w 485775"/>
              <a:gd name="connsiteY24" fmla="*/ 421196 h 533400"/>
              <a:gd name="connsiteX25" fmla="*/ 54388 w 485775"/>
              <a:gd name="connsiteY25" fmla="*/ 412623 h 533400"/>
              <a:gd name="connsiteX26" fmla="*/ 49244 w 485775"/>
              <a:gd name="connsiteY26" fmla="*/ 378619 h 533400"/>
              <a:gd name="connsiteX27" fmla="*/ 54388 w 485775"/>
              <a:gd name="connsiteY27" fmla="*/ 344615 h 533400"/>
              <a:gd name="connsiteX28" fmla="*/ 75343 w 485775"/>
              <a:gd name="connsiteY28" fmla="*/ 305943 h 533400"/>
              <a:gd name="connsiteX29" fmla="*/ 90869 w 485775"/>
              <a:gd name="connsiteY29" fmla="*/ 290417 h 533400"/>
              <a:gd name="connsiteX30" fmla="*/ 109061 w 485775"/>
              <a:gd name="connsiteY30" fmla="*/ 278130 h 533400"/>
              <a:gd name="connsiteX31" fmla="*/ 129540 w 485775"/>
              <a:gd name="connsiteY31" fmla="*/ 269462 h 533400"/>
              <a:gd name="connsiteX32" fmla="*/ 144494 w 485775"/>
              <a:gd name="connsiteY32" fmla="*/ 266033 h 533400"/>
              <a:gd name="connsiteX33" fmla="*/ 144494 w 485775"/>
              <a:gd name="connsiteY33" fmla="*/ 7144 h 533400"/>
              <a:gd name="connsiteX34" fmla="*/ 487394 w 485775"/>
              <a:gd name="connsiteY34" fmla="*/ 7144 h 533400"/>
              <a:gd name="connsiteX35" fmla="*/ 200406 w 485775"/>
              <a:gd name="connsiteY35" fmla="*/ 445294 h 533400"/>
              <a:gd name="connsiteX36" fmla="*/ 234220 w 485775"/>
              <a:gd name="connsiteY36" fmla="*/ 407194 h 533400"/>
              <a:gd name="connsiteX37" fmla="*/ 239840 w 485775"/>
              <a:gd name="connsiteY37" fmla="*/ 378619 h 533400"/>
              <a:gd name="connsiteX38" fmla="*/ 182690 w 485775"/>
              <a:gd name="connsiteY38" fmla="*/ 304895 h 533400"/>
              <a:gd name="connsiteX39" fmla="*/ 163640 w 485775"/>
              <a:gd name="connsiteY39" fmla="*/ 302419 h 533400"/>
              <a:gd name="connsiteX40" fmla="*/ 144590 w 485775"/>
              <a:gd name="connsiteY40" fmla="*/ 304895 h 533400"/>
              <a:gd name="connsiteX41" fmla="*/ 87440 w 485775"/>
              <a:gd name="connsiteY41" fmla="*/ 378619 h 533400"/>
              <a:gd name="connsiteX42" fmla="*/ 163640 w 485775"/>
              <a:gd name="connsiteY42" fmla="*/ 454819 h 533400"/>
              <a:gd name="connsiteX43" fmla="*/ 200406 w 485775"/>
              <a:gd name="connsiteY43" fmla="*/ 445294 h 533400"/>
              <a:gd name="connsiteX44" fmla="*/ 277844 w 485775"/>
              <a:gd name="connsiteY44" fmla="*/ 378619 h 533400"/>
              <a:gd name="connsiteX45" fmla="*/ 274130 w 485775"/>
              <a:gd name="connsiteY45" fmla="*/ 407194 h 533400"/>
              <a:gd name="connsiteX46" fmla="*/ 334994 w 485775"/>
              <a:gd name="connsiteY46" fmla="*/ 407194 h 533400"/>
              <a:gd name="connsiteX47" fmla="*/ 334994 w 485775"/>
              <a:gd name="connsiteY47" fmla="*/ 292894 h 533400"/>
              <a:gd name="connsiteX48" fmla="*/ 449294 w 485775"/>
              <a:gd name="connsiteY48" fmla="*/ 292894 h 533400"/>
              <a:gd name="connsiteX49" fmla="*/ 449294 w 485775"/>
              <a:gd name="connsiteY49" fmla="*/ 45244 h 533400"/>
              <a:gd name="connsiteX50" fmla="*/ 182594 w 485775"/>
              <a:gd name="connsiteY50" fmla="*/ 45244 h 533400"/>
              <a:gd name="connsiteX51" fmla="*/ 182594 w 485775"/>
              <a:gd name="connsiteY51" fmla="*/ 266033 h 533400"/>
              <a:gd name="connsiteX52" fmla="*/ 277844 w 485775"/>
              <a:gd name="connsiteY52" fmla="*/ 378619 h 533400"/>
              <a:gd name="connsiteX53" fmla="*/ 433578 w 485775"/>
              <a:gd name="connsiteY53" fmla="*/ 330994 h 533400"/>
              <a:gd name="connsiteX54" fmla="*/ 373190 w 485775"/>
              <a:gd name="connsiteY54" fmla="*/ 330994 h 533400"/>
              <a:gd name="connsiteX55" fmla="*/ 373190 w 485775"/>
              <a:gd name="connsiteY55" fmla="*/ 391382 h 533400"/>
              <a:gd name="connsiteX56" fmla="*/ 433578 w 485775"/>
              <a:gd name="connsiteY56" fmla="*/ 330994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85775" h="533400">
                <a:moveTo>
                  <a:pt x="384048" y="121444"/>
                </a:moveTo>
                <a:lnTo>
                  <a:pt x="220790" y="121444"/>
                </a:lnTo>
                <a:lnTo>
                  <a:pt x="220790" y="83344"/>
                </a:lnTo>
                <a:lnTo>
                  <a:pt x="384048" y="83344"/>
                </a:lnTo>
                <a:lnTo>
                  <a:pt x="384048" y="121444"/>
                </a:lnTo>
                <a:close/>
                <a:moveTo>
                  <a:pt x="411194" y="150019"/>
                </a:moveTo>
                <a:lnTo>
                  <a:pt x="220694" y="150019"/>
                </a:lnTo>
                <a:lnTo>
                  <a:pt x="220694" y="188119"/>
                </a:lnTo>
                <a:lnTo>
                  <a:pt x="411194" y="188119"/>
                </a:lnTo>
                <a:lnTo>
                  <a:pt x="411194" y="150019"/>
                </a:lnTo>
                <a:close/>
                <a:moveTo>
                  <a:pt x="487394" y="7144"/>
                </a:moveTo>
                <a:lnTo>
                  <a:pt x="487394" y="330994"/>
                </a:lnTo>
                <a:lnTo>
                  <a:pt x="373094" y="445294"/>
                </a:lnTo>
                <a:lnTo>
                  <a:pt x="256223" y="445294"/>
                </a:lnTo>
                <a:cubicBezTo>
                  <a:pt x="254794" y="447294"/>
                  <a:pt x="253270" y="449390"/>
                  <a:pt x="251746" y="451295"/>
                </a:cubicBezTo>
                <a:cubicBezTo>
                  <a:pt x="247079" y="456914"/>
                  <a:pt x="241935" y="462153"/>
                  <a:pt x="236220" y="466820"/>
                </a:cubicBezTo>
                <a:cubicBezTo>
                  <a:pt x="224885" y="476155"/>
                  <a:pt x="211836" y="483299"/>
                  <a:pt x="197548" y="487775"/>
                </a:cubicBezTo>
                <a:cubicBezTo>
                  <a:pt x="186785" y="491109"/>
                  <a:pt x="175355" y="492919"/>
                  <a:pt x="163544" y="492919"/>
                </a:cubicBezTo>
                <a:cubicBezTo>
                  <a:pt x="151733" y="492919"/>
                  <a:pt x="140303" y="491109"/>
                  <a:pt x="129540" y="487775"/>
                </a:cubicBezTo>
                <a:cubicBezTo>
                  <a:pt x="126587" y="486823"/>
                  <a:pt x="123730" y="485870"/>
                  <a:pt x="120968" y="484727"/>
                </a:cubicBezTo>
                <a:cubicBezTo>
                  <a:pt x="112586" y="481298"/>
                  <a:pt x="104680" y="476917"/>
                  <a:pt x="97346" y="471773"/>
                </a:cubicBezTo>
                <a:lnTo>
                  <a:pt x="34100" y="535019"/>
                </a:lnTo>
                <a:lnTo>
                  <a:pt x="7144" y="508064"/>
                </a:lnTo>
                <a:lnTo>
                  <a:pt x="70390" y="444818"/>
                </a:lnTo>
                <a:cubicBezTo>
                  <a:pt x="65151" y="437483"/>
                  <a:pt x="60769" y="429673"/>
                  <a:pt x="57436" y="421196"/>
                </a:cubicBezTo>
                <a:cubicBezTo>
                  <a:pt x="56293" y="418433"/>
                  <a:pt x="55245" y="415576"/>
                  <a:pt x="54388" y="412623"/>
                </a:cubicBezTo>
                <a:cubicBezTo>
                  <a:pt x="51054" y="401860"/>
                  <a:pt x="49244" y="390430"/>
                  <a:pt x="49244" y="378619"/>
                </a:cubicBezTo>
                <a:cubicBezTo>
                  <a:pt x="49244" y="366808"/>
                  <a:pt x="51054" y="355378"/>
                  <a:pt x="54388" y="344615"/>
                </a:cubicBezTo>
                <a:cubicBezTo>
                  <a:pt x="58865" y="330327"/>
                  <a:pt x="66008" y="317183"/>
                  <a:pt x="75343" y="305943"/>
                </a:cubicBezTo>
                <a:cubicBezTo>
                  <a:pt x="80010" y="300323"/>
                  <a:pt x="85154" y="295085"/>
                  <a:pt x="90869" y="290417"/>
                </a:cubicBezTo>
                <a:cubicBezTo>
                  <a:pt x="96488" y="285750"/>
                  <a:pt x="102584" y="281654"/>
                  <a:pt x="109061" y="278130"/>
                </a:cubicBezTo>
                <a:cubicBezTo>
                  <a:pt x="115538" y="274606"/>
                  <a:pt x="122396" y="271653"/>
                  <a:pt x="129540" y="269462"/>
                </a:cubicBezTo>
                <a:cubicBezTo>
                  <a:pt x="134398" y="267938"/>
                  <a:pt x="139351" y="266891"/>
                  <a:pt x="144494" y="266033"/>
                </a:cubicBezTo>
                <a:lnTo>
                  <a:pt x="144494" y="7144"/>
                </a:lnTo>
                <a:lnTo>
                  <a:pt x="487394" y="7144"/>
                </a:lnTo>
                <a:close/>
                <a:moveTo>
                  <a:pt x="200406" y="445294"/>
                </a:moveTo>
                <a:cubicBezTo>
                  <a:pt x="215551" y="436912"/>
                  <a:pt x="227552" y="423386"/>
                  <a:pt x="234220" y="407194"/>
                </a:cubicBezTo>
                <a:cubicBezTo>
                  <a:pt x="237839" y="398336"/>
                  <a:pt x="239840" y="388715"/>
                  <a:pt x="239840" y="378619"/>
                </a:cubicBezTo>
                <a:cubicBezTo>
                  <a:pt x="239840" y="343186"/>
                  <a:pt x="215456" y="313373"/>
                  <a:pt x="182690" y="304895"/>
                </a:cubicBezTo>
                <a:cubicBezTo>
                  <a:pt x="176594" y="303276"/>
                  <a:pt x="170212" y="302419"/>
                  <a:pt x="163640" y="302419"/>
                </a:cubicBezTo>
                <a:cubicBezTo>
                  <a:pt x="157067" y="302419"/>
                  <a:pt x="150686" y="303371"/>
                  <a:pt x="144590" y="304895"/>
                </a:cubicBezTo>
                <a:cubicBezTo>
                  <a:pt x="111823" y="313373"/>
                  <a:pt x="87440" y="343186"/>
                  <a:pt x="87440" y="378619"/>
                </a:cubicBezTo>
                <a:cubicBezTo>
                  <a:pt x="87440" y="420624"/>
                  <a:pt x="121634" y="454819"/>
                  <a:pt x="163640" y="454819"/>
                </a:cubicBezTo>
                <a:cubicBezTo>
                  <a:pt x="176975" y="454819"/>
                  <a:pt x="189452" y="451390"/>
                  <a:pt x="200406" y="445294"/>
                </a:cubicBezTo>
                <a:close/>
                <a:moveTo>
                  <a:pt x="277844" y="378619"/>
                </a:moveTo>
                <a:cubicBezTo>
                  <a:pt x="277844" y="388525"/>
                  <a:pt x="276415" y="398050"/>
                  <a:pt x="274130" y="407194"/>
                </a:cubicBezTo>
                <a:lnTo>
                  <a:pt x="334994" y="407194"/>
                </a:lnTo>
                <a:lnTo>
                  <a:pt x="334994" y="292894"/>
                </a:lnTo>
                <a:lnTo>
                  <a:pt x="449294" y="292894"/>
                </a:lnTo>
                <a:lnTo>
                  <a:pt x="449294" y="45244"/>
                </a:lnTo>
                <a:lnTo>
                  <a:pt x="182594" y="45244"/>
                </a:lnTo>
                <a:lnTo>
                  <a:pt x="182594" y="266033"/>
                </a:lnTo>
                <a:cubicBezTo>
                  <a:pt x="236696" y="275177"/>
                  <a:pt x="277844" y="322040"/>
                  <a:pt x="277844" y="378619"/>
                </a:cubicBezTo>
                <a:close/>
                <a:moveTo>
                  <a:pt x="433578" y="330994"/>
                </a:moveTo>
                <a:lnTo>
                  <a:pt x="373190" y="330994"/>
                </a:lnTo>
                <a:lnTo>
                  <a:pt x="373190" y="391382"/>
                </a:lnTo>
                <a:lnTo>
                  <a:pt x="433578" y="330994"/>
                </a:lnTo>
                <a:close/>
              </a:path>
            </a:pathLst>
          </a:custGeom>
          <a:solidFill>
            <a:schemeClr val="tx2"/>
          </a:solidFill>
          <a:ln w="9525" cap="flat">
            <a:noFill/>
            <a:prstDash val="solid"/>
            <a:miter/>
          </a:ln>
        </p:spPr>
        <p:txBody>
          <a:bodyPr rtlCol="0" anchor="ctr"/>
          <a:lstStyle/>
          <a:p>
            <a:endParaRPr lang="en-US"/>
          </a:p>
        </p:txBody>
      </p:sp>
      <p:sp>
        <p:nvSpPr>
          <p:cNvPr id="170" name="TextBox 24">
            <a:extLst>
              <a:ext uri="{FF2B5EF4-FFF2-40B4-BE49-F238E27FC236}">
                <a16:creationId xmlns:a16="http://schemas.microsoft.com/office/drawing/2014/main" id="{8F049E57-561D-A143-864E-50839860BFE3}"/>
              </a:ext>
            </a:extLst>
          </p:cNvPr>
          <p:cNvSpPr txBox="1"/>
          <p:nvPr/>
        </p:nvSpPr>
        <p:spPr>
          <a:xfrm>
            <a:off x="827929" y="4780003"/>
            <a:ext cx="492122" cy="338554"/>
          </a:xfrm>
          <a:prstGeom prst="rect">
            <a:avLst/>
          </a:prstGeom>
          <a:noFill/>
        </p:spPr>
        <p:txBody>
          <a:bodyPr wrap="none" lIns="0" rIns="0" rtlCol="0" anchor="ctr" anchorCtr="0">
            <a:noAutofit/>
          </a:bodyPr>
          <a:lstStyle/>
          <a:p>
            <a:pPr algn="ctr"/>
            <a:r>
              <a:rPr lang="en-US" sz="800"/>
              <a:t>Document</a:t>
            </a:r>
            <a:br>
              <a:rPr lang="en-US" sz="800"/>
            </a:br>
            <a:r>
              <a:rPr lang="en-US" sz="800"/>
              <a:t>search</a:t>
            </a:r>
          </a:p>
        </p:txBody>
      </p:sp>
      <p:sp>
        <p:nvSpPr>
          <p:cNvPr id="176" name="Freeform: Shape 163">
            <a:extLst>
              <a:ext uri="{FF2B5EF4-FFF2-40B4-BE49-F238E27FC236}">
                <a16:creationId xmlns:a16="http://schemas.microsoft.com/office/drawing/2014/main" id="{D1DD6C07-1654-204E-962D-B3F1125A3859}"/>
              </a:ext>
            </a:extLst>
          </p:cNvPr>
          <p:cNvSpPr>
            <a:spLocks noChangeAspect="1"/>
          </p:cNvSpPr>
          <p:nvPr/>
        </p:nvSpPr>
        <p:spPr>
          <a:xfrm>
            <a:off x="6229997" y="3203426"/>
            <a:ext cx="542925" cy="542925"/>
          </a:xfrm>
          <a:custGeom>
            <a:avLst/>
            <a:gdLst>
              <a:gd name="connsiteX0" fmla="*/ 330994 w 542925"/>
              <a:gd name="connsiteY0" fmla="*/ 254794 h 542925"/>
              <a:gd name="connsiteX1" fmla="*/ 292894 w 542925"/>
              <a:gd name="connsiteY1" fmla="*/ 254794 h 542925"/>
              <a:gd name="connsiteX2" fmla="*/ 292894 w 542925"/>
              <a:gd name="connsiteY2" fmla="*/ 159544 h 542925"/>
              <a:gd name="connsiteX3" fmla="*/ 311944 w 542925"/>
              <a:gd name="connsiteY3" fmla="*/ 159544 h 542925"/>
              <a:gd name="connsiteX4" fmla="*/ 372904 w 542925"/>
              <a:gd name="connsiteY4" fmla="*/ 190024 h 542925"/>
              <a:gd name="connsiteX5" fmla="*/ 403384 w 542925"/>
              <a:gd name="connsiteY5" fmla="*/ 167164 h 542925"/>
              <a:gd name="connsiteX6" fmla="*/ 311944 w 542925"/>
              <a:gd name="connsiteY6" fmla="*/ 121444 h 542925"/>
              <a:gd name="connsiteX7" fmla="*/ 292894 w 542925"/>
              <a:gd name="connsiteY7" fmla="*/ 121444 h 542925"/>
              <a:gd name="connsiteX8" fmla="*/ 292894 w 542925"/>
              <a:gd name="connsiteY8" fmla="*/ 83344 h 542925"/>
              <a:gd name="connsiteX9" fmla="*/ 254794 w 542925"/>
              <a:gd name="connsiteY9" fmla="*/ 83344 h 542925"/>
              <a:gd name="connsiteX10" fmla="*/ 254794 w 542925"/>
              <a:gd name="connsiteY10" fmla="*/ 121444 h 542925"/>
              <a:gd name="connsiteX11" fmla="*/ 216694 w 542925"/>
              <a:gd name="connsiteY11" fmla="*/ 121444 h 542925"/>
              <a:gd name="connsiteX12" fmla="*/ 130969 w 542925"/>
              <a:gd name="connsiteY12" fmla="*/ 207169 h 542925"/>
              <a:gd name="connsiteX13" fmla="*/ 216694 w 542925"/>
              <a:gd name="connsiteY13" fmla="*/ 292894 h 542925"/>
              <a:gd name="connsiteX14" fmla="*/ 254794 w 542925"/>
              <a:gd name="connsiteY14" fmla="*/ 292894 h 542925"/>
              <a:gd name="connsiteX15" fmla="*/ 254794 w 542925"/>
              <a:gd name="connsiteY15" fmla="*/ 388144 h 542925"/>
              <a:gd name="connsiteX16" fmla="*/ 226219 w 542925"/>
              <a:gd name="connsiteY16" fmla="*/ 388144 h 542925"/>
              <a:gd name="connsiteX17" fmla="*/ 226219 w 542925"/>
              <a:gd name="connsiteY17" fmla="*/ 388144 h 542925"/>
              <a:gd name="connsiteX18" fmla="*/ 165259 w 542925"/>
              <a:gd name="connsiteY18" fmla="*/ 357664 h 542925"/>
              <a:gd name="connsiteX19" fmla="*/ 134779 w 542925"/>
              <a:gd name="connsiteY19" fmla="*/ 380524 h 542925"/>
              <a:gd name="connsiteX20" fmla="*/ 226219 w 542925"/>
              <a:gd name="connsiteY20" fmla="*/ 426244 h 542925"/>
              <a:gd name="connsiteX21" fmla="*/ 226219 w 542925"/>
              <a:gd name="connsiteY21" fmla="*/ 426244 h 542925"/>
              <a:gd name="connsiteX22" fmla="*/ 254794 w 542925"/>
              <a:gd name="connsiteY22" fmla="*/ 426244 h 542925"/>
              <a:gd name="connsiteX23" fmla="*/ 254794 w 542925"/>
              <a:gd name="connsiteY23" fmla="*/ 473869 h 542925"/>
              <a:gd name="connsiteX24" fmla="*/ 292894 w 542925"/>
              <a:gd name="connsiteY24" fmla="*/ 473869 h 542925"/>
              <a:gd name="connsiteX25" fmla="*/ 292894 w 542925"/>
              <a:gd name="connsiteY25" fmla="*/ 426244 h 542925"/>
              <a:gd name="connsiteX26" fmla="*/ 330994 w 542925"/>
              <a:gd name="connsiteY26" fmla="*/ 426244 h 542925"/>
              <a:gd name="connsiteX27" fmla="*/ 416719 w 542925"/>
              <a:gd name="connsiteY27" fmla="*/ 340519 h 542925"/>
              <a:gd name="connsiteX28" fmla="*/ 330994 w 542925"/>
              <a:gd name="connsiteY28" fmla="*/ 254794 h 542925"/>
              <a:gd name="connsiteX29" fmla="*/ 216694 w 542925"/>
              <a:gd name="connsiteY29" fmla="*/ 254794 h 542925"/>
              <a:gd name="connsiteX30" fmla="*/ 169069 w 542925"/>
              <a:gd name="connsiteY30" fmla="*/ 207169 h 542925"/>
              <a:gd name="connsiteX31" fmla="*/ 216694 w 542925"/>
              <a:gd name="connsiteY31" fmla="*/ 159544 h 542925"/>
              <a:gd name="connsiteX32" fmla="*/ 254794 w 542925"/>
              <a:gd name="connsiteY32" fmla="*/ 159544 h 542925"/>
              <a:gd name="connsiteX33" fmla="*/ 254794 w 542925"/>
              <a:gd name="connsiteY33" fmla="*/ 254794 h 542925"/>
              <a:gd name="connsiteX34" fmla="*/ 216694 w 542925"/>
              <a:gd name="connsiteY34" fmla="*/ 254794 h 542925"/>
              <a:gd name="connsiteX35" fmla="*/ 330994 w 542925"/>
              <a:gd name="connsiteY35" fmla="*/ 388144 h 542925"/>
              <a:gd name="connsiteX36" fmla="*/ 292894 w 542925"/>
              <a:gd name="connsiteY36" fmla="*/ 388144 h 542925"/>
              <a:gd name="connsiteX37" fmla="*/ 292894 w 542925"/>
              <a:gd name="connsiteY37" fmla="*/ 292894 h 542925"/>
              <a:gd name="connsiteX38" fmla="*/ 330994 w 542925"/>
              <a:gd name="connsiteY38" fmla="*/ 292894 h 542925"/>
              <a:gd name="connsiteX39" fmla="*/ 378619 w 542925"/>
              <a:gd name="connsiteY39" fmla="*/ 340519 h 542925"/>
              <a:gd name="connsiteX40" fmla="*/ 330994 w 542925"/>
              <a:gd name="connsiteY40" fmla="*/ 388144 h 542925"/>
              <a:gd name="connsiteX41" fmla="*/ 273844 w 542925"/>
              <a:gd name="connsiteY41" fmla="*/ 7144 h 542925"/>
              <a:gd name="connsiteX42" fmla="*/ 7144 w 542925"/>
              <a:gd name="connsiteY42" fmla="*/ 273844 h 542925"/>
              <a:gd name="connsiteX43" fmla="*/ 273844 w 542925"/>
              <a:gd name="connsiteY43" fmla="*/ 540544 h 542925"/>
              <a:gd name="connsiteX44" fmla="*/ 540544 w 542925"/>
              <a:gd name="connsiteY44" fmla="*/ 273844 h 542925"/>
              <a:gd name="connsiteX45" fmla="*/ 273844 w 542925"/>
              <a:gd name="connsiteY45" fmla="*/ 7144 h 542925"/>
              <a:gd name="connsiteX46" fmla="*/ 273844 w 542925"/>
              <a:gd name="connsiteY46" fmla="*/ 502444 h 542925"/>
              <a:gd name="connsiteX47" fmla="*/ 45244 w 542925"/>
              <a:gd name="connsiteY47" fmla="*/ 273844 h 542925"/>
              <a:gd name="connsiteX48" fmla="*/ 273844 w 542925"/>
              <a:gd name="connsiteY48" fmla="*/ 45244 h 542925"/>
              <a:gd name="connsiteX49" fmla="*/ 502444 w 542925"/>
              <a:gd name="connsiteY49" fmla="*/ 273844 h 542925"/>
              <a:gd name="connsiteX50" fmla="*/ 273844 w 542925"/>
              <a:gd name="connsiteY50" fmla="*/ 5024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42925" h="542925">
                <a:moveTo>
                  <a:pt x="330994" y="254794"/>
                </a:moveTo>
                <a:lnTo>
                  <a:pt x="292894" y="254794"/>
                </a:lnTo>
                <a:lnTo>
                  <a:pt x="292894" y="159544"/>
                </a:lnTo>
                <a:lnTo>
                  <a:pt x="311944" y="159544"/>
                </a:lnTo>
                <a:cubicBezTo>
                  <a:pt x="336137" y="159544"/>
                  <a:pt x="358330" y="170688"/>
                  <a:pt x="372904" y="190024"/>
                </a:cubicBezTo>
                <a:lnTo>
                  <a:pt x="403384" y="167164"/>
                </a:lnTo>
                <a:cubicBezTo>
                  <a:pt x="381571" y="138113"/>
                  <a:pt x="348234" y="121444"/>
                  <a:pt x="311944" y="121444"/>
                </a:cubicBezTo>
                <a:lnTo>
                  <a:pt x="292894" y="121444"/>
                </a:lnTo>
                <a:lnTo>
                  <a:pt x="292894" y="83344"/>
                </a:lnTo>
                <a:lnTo>
                  <a:pt x="254794" y="83344"/>
                </a:lnTo>
                <a:lnTo>
                  <a:pt x="254794" y="121444"/>
                </a:lnTo>
                <a:lnTo>
                  <a:pt x="216694" y="121444"/>
                </a:lnTo>
                <a:cubicBezTo>
                  <a:pt x="169450" y="121444"/>
                  <a:pt x="130969" y="159925"/>
                  <a:pt x="130969" y="207169"/>
                </a:cubicBezTo>
                <a:cubicBezTo>
                  <a:pt x="130969" y="254413"/>
                  <a:pt x="169450" y="292894"/>
                  <a:pt x="216694" y="292894"/>
                </a:cubicBezTo>
                <a:lnTo>
                  <a:pt x="254794" y="292894"/>
                </a:lnTo>
                <a:lnTo>
                  <a:pt x="254794" y="388144"/>
                </a:lnTo>
                <a:lnTo>
                  <a:pt x="226219" y="388144"/>
                </a:lnTo>
                <a:lnTo>
                  <a:pt x="226219" y="388144"/>
                </a:lnTo>
                <a:cubicBezTo>
                  <a:pt x="202025" y="388144"/>
                  <a:pt x="179832" y="377000"/>
                  <a:pt x="165259" y="357664"/>
                </a:cubicBezTo>
                <a:lnTo>
                  <a:pt x="134779" y="380524"/>
                </a:lnTo>
                <a:cubicBezTo>
                  <a:pt x="156591" y="409575"/>
                  <a:pt x="189929" y="426244"/>
                  <a:pt x="226219" y="426244"/>
                </a:cubicBezTo>
                <a:lnTo>
                  <a:pt x="226219" y="426244"/>
                </a:lnTo>
                <a:lnTo>
                  <a:pt x="254794" y="426244"/>
                </a:lnTo>
                <a:lnTo>
                  <a:pt x="254794" y="473869"/>
                </a:lnTo>
                <a:lnTo>
                  <a:pt x="292894" y="473869"/>
                </a:lnTo>
                <a:lnTo>
                  <a:pt x="292894" y="426244"/>
                </a:lnTo>
                <a:lnTo>
                  <a:pt x="330994" y="426244"/>
                </a:lnTo>
                <a:cubicBezTo>
                  <a:pt x="378238" y="426244"/>
                  <a:pt x="416719" y="387763"/>
                  <a:pt x="416719" y="340519"/>
                </a:cubicBezTo>
                <a:cubicBezTo>
                  <a:pt x="416719" y="293275"/>
                  <a:pt x="378238" y="254794"/>
                  <a:pt x="330994" y="254794"/>
                </a:cubicBezTo>
                <a:close/>
                <a:moveTo>
                  <a:pt x="216694" y="254794"/>
                </a:moveTo>
                <a:cubicBezTo>
                  <a:pt x="190405" y="254794"/>
                  <a:pt x="169069" y="233458"/>
                  <a:pt x="169069" y="207169"/>
                </a:cubicBezTo>
                <a:cubicBezTo>
                  <a:pt x="169069" y="180880"/>
                  <a:pt x="190405" y="159544"/>
                  <a:pt x="216694" y="159544"/>
                </a:cubicBezTo>
                <a:lnTo>
                  <a:pt x="254794" y="159544"/>
                </a:lnTo>
                <a:lnTo>
                  <a:pt x="254794" y="254794"/>
                </a:lnTo>
                <a:lnTo>
                  <a:pt x="216694" y="254794"/>
                </a:lnTo>
                <a:close/>
                <a:moveTo>
                  <a:pt x="330994" y="388144"/>
                </a:moveTo>
                <a:lnTo>
                  <a:pt x="292894" y="388144"/>
                </a:lnTo>
                <a:lnTo>
                  <a:pt x="292894" y="292894"/>
                </a:lnTo>
                <a:lnTo>
                  <a:pt x="330994" y="292894"/>
                </a:lnTo>
                <a:cubicBezTo>
                  <a:pt x="357283" y="292894"/>
                  <a:pt x="378619" y="314230"/>
                  <a:pt x="378619" y="340519"/>
                </a:cubicBezTo>
                <a:cubicBezTo>
                  <a:pt x="378619" y="366808"/>
                  <a:pt x="357283" y="388144"/>
                  <a:pt x="330994" y="388144"/>
                </a:cubicBezTo>
                <a:close/>
                <a:moveTo>
                  <a:pt x="273844" y="7144"/>
                </a:moveTo>
                <a:cubicBezTo>
                  <a:pt x="126778" y="7144"/>
                  <a:pt x="7144" y="126778"/>
                  <a:pt x="7144" y="273844"/>
                </a:cubicBezTo>
                <a:cubicBezTo>
                  <a:pt x="7144" y="420910"/>
                  <a:pt x="126778" y="540544"/>
                  <a:pt x="273844" y="540544"/>
                </a:cubicBezTo>
                <a:cubicBezTo>
                  <a:pt x="420910" y="540544"/>
                  <a:pt x="540544" y="420910"/>
                  <a:pt x="540544" y="273844"/>
                </a:cubicBezTo>
                <a:cubicBezTo>
                  <a:pt x="540544" y="126778"/>
                  <a:pt x="420910" y="7144"/>
                  <a:pt x="273844" y="7144"/>
                </a:cubicBezTo>
                <a:close/>
                <a:moveTo>
                  <a:pt x="273844" y="502444"/>
                </a:moveTo>
                <a:cubicBezTo>
                  <a:pt x="147828" y="502444"/>
                  <a:pt x="45244" y="399860"/>
                  <a:pt x="45244" y="273844"/>
                </a:cubicBezTo>
                <a:cubicBezTo>
                  <a:pt x="45244" y="147828"/>
                  <a:pt x="147828" y="45244"/>
                  <a:pt x="273844" y="45244"/>
                </a:cubicBezTo>
                <a:cubicBezTo>
                  <a:pt x="399859" y="45244"/>
                  <a:pt x="502444" y="147828"/>
                  <a:pt x="502444" y="273844"/>
                </a:cubicBezTo>
                <a:cubicBezTo>
                  <a:pt x="502444" y="399860"/>
                  <a:pt x="399859" y="502444"/>
                  <a:pt x="273844" y="502444"/>
                </a:cubicBezTo>
                <a:close/>
              </a:path>
            </a:pathLst>
          </a:custGeom>
          <a:solidFill>
            <a:schemeClr val="tx2"/>
          </a:solidFill>
          <a:ln w="9525" cap="flat">
            <a:noFill/>
            <a:prstDash val="solid"/>
            <a:miter/>
          </a:ln>
        </p:spPr>
        <p:txBody>
          <a:bodyPr rtlCol="0" anchor="ctr"/>
          <a:lstStyle/>
          <a:p>
            <a:endParaRPr lang="en-US"/>
          </a:p>
        </p:txBody>
      </p:sp>
      <p:sp>
        <p:nvSpPr>
          <p:cNvPr id="177" name="TextBox 25">
            <a:extLst>
              <a:ext uri="{FF2B5EF4-FFF2-40B4-BE49-F238E27FC236}">
                <a16:creationId xmlns:a16="http://schemas.microsoft.com/office/drawing/2014/main" id="{16BEC045-C342-7A43-B1DA-021E9FAF07B5}"/>
              </a:ext>
            </a:extLst>
          </p:cNvPr>
          <p:cNvSpPr txBox="1"/>
          <p:nvPr/>
        </p:nvSpPr>
        <p:spPr>
          <a:xfrm>
            <a:off x="6292267" y="3774531"/>
            <a:ext cx="418384" cy="338554"/>
          </a:xfrm>
          <a:prstGeom prst="rect">
            <a:avLst/>
          </a:prstGeom>
          <a:noFill/>
        </p:spPr>
        <p:txBody>
          <a:bodyPr wrap="none" lIns="0" rIns="0" rtlCol="0" anchor="ctr" anchorCtr="0">
            <a:noAutofit/>
          </a:bodyPr>
          <a:lstStyle/>
          <a:p>
            <a:pPr algn="ctr"/>
            <a:r>
              <a:rPr lang="en-US" sz="800"/>
              <a:t>Currency</a:t>
            </a:r>
            <a:br>
              <a:rPr lang="en-US" sz="800"/>
            </a:br>
            <a:r>
              <a:rPr lang="en-US" sz="800"/>
              <a:t>dollar</a:t>
            </a:r>
          </a:p>
        </p:txBody>
      </p:sp>
      <p:sp>
        <p:nvSpPr>
          <p:cNvPr id="181" name="Graphic 179">
            <a:extLst>
              <a:ext uri="{FF2B5EF4-FFF2-40B4-BE49-F238E27FC236}">
                <a16:creationId xmlns:a16="http://schemas.microsoft.com/office/drawing/2014/main" id="{04325431-168F-0647-A003-D43EACC6BC63}"/>
              </a:ext>
            </a:extLst>
          </p:cNvPr>
          <p:cNvSpPr>
            <a:spLocks noChangeAspect="1"/>
          </p:cNvSpPr>
          <p:nvPr/>
        </p:nvSpPr>
        <p:spPr>
          <a:xfrm>
            <a:off x="9911432" y="3227238"/>
            <a:ext cx="381000" cy="495300"/>
          </a:xfrm>
          <a:custGeom>
            <a:avLst/>
            <a:gdLst>
              <a:gd name="connsiteX0" fmla="*/ 279092 w 381000"/>
              <a:gd name="connsiteY0" fmla="*/ 284807 h 495300"/>
              <a:gd name="connsiteX1" fmla="*/ 302590 w 381000"/>
              <a:gd name="connsiteY1" fmla="*/ 308448 h 495300"/>
              <a:gd name="connsiteX2" fmla="*/ 210264 w 381000"/>
              <a:gd name="connsiteY2" fmla="*/ 400183 h 495300"/>
              <a:gd name="connsiteX3" fmla="*/ 157020 w 381000"/>
              <a:gd name="connsiteY3" fmla="*/ 346939 h 495300"/>
              <a:gd name="connsiteX4" fmla="*/ 101994 w 381000"/>
              <a:gd name="connsiteY4" fmla="*/ 401965 h 495300"/>
              <a:gd name="connsiteX5" fmla="*/ 78419 w 381000"/>
              <a:gd name="connsiteY5" fmla="*/ 378390 h 495300"/>
              <a:gd name="connsiteX6" fmla="*/ 157020 w 381000"/>
              <a:gd name="connsiteY6" fmla="*/ 299790 h 495300"/>
              <a:gd name="connsiteX7" fmla="*/ 210341 w 381000"/>
              <a:gd name="connsiteY7" fmla="*/ 353111 h 495300"/>
              <a:gd name="connsiteX8" fmla="*/ 279092 w 381000"/>
              <a:gd name="connsiteY8" fmla="*/ 284807 h 495300"/>
              <a:gd name="connsiteX9" fmla="*/ 247650 w 381000"/>
              <a:gd name="connsiteY9" fmla="*/ 209550 h 495300"/>
              <a:gd name="connsiteX10" fmla="*/ 76200 w 381000"/>
              <a:gd name="connsiteY10" fmla="*/ 209550 h 495300"/>
              <a:gd name="connsiteX11" fmla="*/ 76200 w 381000"/>
              <a:gd name="connsiteY11" fmla="*/ 247650 h 495300"/>
              <a:gd name="connsiteX12" fmla="*/ 247650 w 381000"/>
              <a:gd name="connsiteY12" fmla="*/ 247650 h 495300"/>
              <a:gd name="connsiteX13" fmla="*/ 247650 w 381000"/>
              <a:gd name="connsiteY13" fmla="*/ 209550 h 495300"/>
              <a:gd name="connsiteX14" fmla="*/ 381000 w 381000"/>
              <a:gd name="connsiteY14" fmla="*/ 0 h 495300"/>
              <a:gd name="connsiteX15" fmla="*/ 381000 w 381000"/>
              <a:gd name="connsiteY15" fmla="*/ 495300 h 495300"/>
              <a:gd name="connsiteX16" fmla="*/ 0 w 381000"/>
              <a:gd name="connsiteY16" fmla="*/ 495300 h 495300"/>
              <a:gd name="connsiteX17" fmla="*/ 0 w 381000"/>
              <a:gd name="connsiteY17" fmla="*/ 0 h 495300"/>
              <a:gd name="connsiteX18" fmla="*/ 381000 w 381000"/>
              <a:gd name="connsiteY18" fmla="*/ 0 h 495300"/>
              <a:gd name="connsiteX19" fmla="*/ 342900 w 381000"/>
              <a:gd name="connsiteY19" fmla="*/ 38100 h 495300"/>
              <a:gd name="connsiteX20" fmla="*/ 38100 w 381000"/>
              <a:gd name="connsiteY20" fmla="*/ 38100 h 495300"/>
              <a:gd name="connsiteX21" fmla="*/ 38100 w 381000"/>
              <a:gd name="connsiteY21" fmla="*/ 457200 h 495300"/>
              <a:gd name="connsiteX22" fmla="*/ 342900 w 381000"/>
              <a:gd name="connsiteY22" fmla="*/ 457200 h 495300"/>
              <a:gd name="connsiteX23" fmla="*/ 342900 w 381000"/>
              <a:gd name="connsiteY23" fmla="*/ 38100 h 495300"/>
              <a:gd name="connsiteX24" fmla="*/ 304800 w 381000"/>
              <a:gd name="connsiteY24" fmla="*/ 142875 h 495300"/>
              <a:gd name="connsiteX25" fmla="*/ 76200 w 381000"/>
              <a:gd name="connsiteY25" fmla="*/ 142875 h 495300"/>
              <a:gd name="connsiteX26" fmla="*/ 76200 w 381000"/>
              <a:gd name="connsiteY26" fmla="*/ 180975 h 495300"/>
              <a:gd name="connsiteX27" fmla="*/ 304800 w 381000"/>
              <a:gd name="connsiteY27" fmla="*/ 180975 h 495300"/>
              <a:gd name="connsiteX28" fmla="*/ 304800 w 381000"/>
              <a:gd name="connsiteY28" fmla="*/ 142875 h 495300"/>
              <a:gd name="connsiteX29" fmla="*/ 304800 w 381000"/>
              <a:gd name="connsiteY29" fmla="*/ 76257 h 495300"/>
              <a:gd name="connsiteX30" fmla="*/ 76200 w 381000"/>
              <a:gd name="connsiteY30" fmla="*/ 76257 h 495300"/>
              <a:gd name="connsiteX31" fmla="*/ 76200 w 381000"/>
              <a:gd name="connsiteY31" fmla="*/ 114357 h 495300"/>
              <a:gd name="connsiteX32" fmla="*/ 304800 w 381000"/>
              <a:gd name="connsiteY32" fmla="*/ 114357 h 495300"/>
              <a:gd name="connsiteX33" fmla="*/ 304800 w 381000"/>
              <a:gd name="connsiteY33" fmla="*/ 7625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1000" h="495300">
                <a:moveTo>
                  <a:pt x="279092" y="284807"/>
                </a:moveTo>
                <a:lnTo>
                  <a:pt x="302590" y="308448"/>
                </a:lnTo>
                <a:lnTo>
                  <a:pt x="210264" y="400183"/>
                </a:lnTo>
                <a:lnTo>
                  <a:pt x="157020" y="346939"/>
                </a:lnTo>
                <a:lnTo>
                  <a:pt x="101994" y="401965"/>
                </a:lnTo>
                <a:lnTo>
                  <a:pt x="78419" y="378390"/>
                </a:lnTo>
                <a:lnTo>
                  <a:pt x="157020" y="299790"/>
                </a:lnTo>
                <a:lnTo>
                  <a:pt x="210341" y="353111"/>
                </a:lnTo>
                <a:lnTo>
                  <a:pt x="279092" y="284807"/>
                </a:lnTo>
                <a:close/>
                <a:moveTo>
                  <a:pt x="247650" y="209550"/>
                </a:moveTo>
                <a:lnTo>
                  <a:pt x="76200" y="209550"/>
                </a:lnTo>
                <a:lnTo>
                  <a:pt x="76200" y="247650"/>
                </a:lnTo>
                <a:lnTo>
                  <a:pt x="247650" y="247650"/>
                </a:lnTo>
                <a:lnTo>
                  <a:pt x="247650" y="209550"/>
                </a:lnTo>
                <a:close/>
                <a:moveTo>
                  <a:pt x="381000" y="0"/>
                </a:moveTo>
                <a:lnTo>
                  <a:pt x="381000" y="495300"/>
                </a:lnTo>
                <a:lnTo>
                  <a:pt x="0" y="495300"/>
                </a:lnTo>
                <a:lnTo>
                  <a:pt x="0" y="0"/>
                </a:lnTo>
                <a:lnTo>
                  <a:pt x="381000" y="0"/>
                </a:lnTo>
                <a:close/>
                <a:moveTo>
                  <a:pt x="342900" y="38100"/>
                </a:moveTo>
                <a:lnTo>
                  <a:pt x="38100" y="38100"/>
                </a:lnTo>
                <a:lnTo>
                  <a:pt x="38100" y="457200"/>
                </a:lnTo>
                <a:lnTo>
                  <a:pt x="342900" y="457200"/>
                </a:lnTo>
                <a:lnTo>
                  <a:pt x="342900" y="38100"/>
                </a:lnTo>
                <a:close/>
                <a:moveTo>
                  <a:pt x="304800" y="142875"/>
                </a:moveTo>
                <a:lnTo>
                  <a:pt x="76200" y="142875"/>
                </a:lnTo>
                <a:lnTo>
                  <a:pt x="76200" y="180975"/>
                </a:lnTo>
                <a:lnTo>
                  <a:pt x="304800" y="180975"/>
                </a:lnTo>
                <a:lnTo>
                  <a:pt x="304800" y="142875"/>
                </a:lnTo>
                <a:close/>
                <a:moveTo>
                  <a:pt x="304800" y="76257"/>
                </a:moveTo>
                <a:lnTo>
                  <a:pt x="76200" y="76257"/>
                </a:lnTo>
                <a:lnTo>
                  <a:pt x="76200" y="114357"/>
                </a:lnTo>
                <a:lnTo>
                  <a:pt x="304800" y="114357"/>
                </a:lnTo>
                <a:lnTo>
                  <a:pt x="304800" y="76257"/>
                </a:lnTo>
                <a:close/>
              </a:path>
            </a:pathLst>
          </a:custGeom>
          <a:solidFill>
            <a:schemeClr val="tx2"/>
          </a:solidFill>
          <a:ln w="9525" cap="flat">
            <a:noFill/>
            <a:prstDash val="solid"/>
            <a:miter/>
          </a:ln>
        </p:spPr>
        <p:txBody>
          <a:bodyPr rtlCol="0" anchor="ctr"/>
          <a:lstStyle/>
          <a:p>
            <a:endParaRPr lang="en-US"/>
          </a:p>
        </p:txBody>
      </p:sp>
      <p:sp>
        <p:nvSpPr>
          <p:cNvPr id="182" name="TextBox 26">
            <a:extLst>
              <a:ext uri="{FF2B5EF4-FFF2-40B4-BE49-F238E27FC236}">
                <a16:creationId xmlns:a16="http://schemas.microsoft.com/office/drawing/2014/main" id="{09D4E604-5600-794C-AE68-51B9CD1DCDC8}"/>
              </a:ext>
            </a:extLst>
          </p:cNvPr>
          <p:cNvSpPr txBox="1"/>
          <p:nvPr/>
        </p:nvSpPr>
        <p:spPr>
          <a:xfrm>
            <a:off x="9727631" y="3774532"/>
            <a:ext cx="748602" cy="215444"/>
          </a:xfrm>
          <a:prstGeom prst="rect">
            <a:avLst/>
          </a:prstGeom>
          <a:noFill/>
        </p:spPr>
        <p:txBody>
          <a:bodyPr wrap="none" lIns="0" rIns="0" rtlCol="0" anchor="ctr" anchorCtr="0">
            <a:noAutofit/>
          </a:bodyPr>
          <a:lstStyle/>
          <a:p>
            <a:pPr algn="ctr"/>
            <a:r>
              <a:rPr lang="en-US" sz="800"/>
              <a:t>Document chart</a:t>
            </a:r>
          </a:p>
        </p:txBody>
      </p:sp>
      <p:sp>
        <p:nvSpPr>
          <p:cNvPr id="11" name="Graphic 184">
            <a:extLst>
              <a:ext uri="{FF2B5EF4-FFF2-40B4-BE49-F238E27FC236}">
                <a16:creationId xmlns:a16="http://schemas.microsoft.com/office/drawing/2014/main" id="{80791973-2377-134D-8E5B-A4FE2014568A}"/>
              </a:ext>
            </a:extLst>
          </p:cNvPr>
          <p:cNvSpPr>
            <a:spLocks noChangeAspect="1"/>
          </p:cNvSpPr>
          <p:nvPr/>
        </p:nvSpPr>
        <p:spPr>
          <a:xfrm>
            <a:off x="2589320" y="3296389"/>
            <a:ext cx="571500" cy="359225"/>
          </a:xfrm>
          <a:custGeom>
            <a:avLst/>
            <a:gdLst>
              <a:gd name="connsiteX0" fmla="*/ 500644 w 571500"/>
              <a:gd name="connsiteY0" fmla="*/ 148352 h 359225"/>
              <a:gd name="connsiteX1" fmla="*/ 391887 w 571500"/>
              <a:gd name="connsiteY1" fmla="*/ 44225 h 359225"/>
              <a:gd name="connsiteX2" fmla="*/ 348653 w 571500"/>
              <a:gd name="connsiteY2" fmla="*/ 53188 h 359225"/>
              <a:gd name="connsiteX3" fmla="*/ 232686 w 571500"/>
              <a:gd name="connsiteY3" fmla="*/ 0 h 359225"/>
              <a:gd name="connsiteX4" fmla="*/ 81410 w 571500"/>
              <a:gd name="connsiteY4" fmla="*/ 129550 h 359225"/>
              <a:gd name="connsiteX5" fmla="*/ 0 w 571500"/>
              <a:gd name="connsiteY5" fmla="*/ 241525 h 359225"/>
              <a:gd name="connsiteX6" fmla="*/ 117700 w 571500"/>
              <a:gd name="connsiteY6" fmla="*/ 359226 h 359225"/>
              <a:gd name="connsiteX7" fmla="*/ 462648 w 571500"/>
              <a:gd name="connsiteY7" fmla="*/ 359226 h 359225"/>
              <a:gd name="connsiteX8" fmla="*/ 571500 w 571500"/>
              <a:gd name="connsiteY8" fmla="*/ 250374 h 359225"/>
              <a:gd name="connsiteX9" fmla="*/ 500644 w 571500"/>
              <a:gd name="connsiteY9" fmla="*/ 148352 h 359225"/>
              <a:gd name="connsiteX10" fmla="*/ 462648 w 571500"/>
              <a:gd name="connsiteY10" fmla="*/ 321126 h 359225"/>
              <a:gd name="connsiteX11" fmla="*/ 117700 w 571500"/>
              <a:gd name="connsiteY11" fmla="*/ 321126 h 359225"/>
              <a:gd name="connsiteX12" fmla="*/ 38100 w 571500"/>
              <a:gd name="connsiteY12" fmla="*/ 241525 h 359225"/>
              <a:gd name="connsiteX13" fmla="*/ 117700 w 571500"/>
              <a:gd name="connsiteY13" fmla="*/ 161925 h 359225"/>
              <a:gd name="connsiteX14" fmla="*/ 118158 w 571500"/>
              <a:gd name="connsiteY14" fmla="*/ 161944 h 359225"/>
              <a:gd name="connsiteX15" fmla="*/ 117700 w 571500"/>
              <a:gd name="connsiteY15" fmla="*/ 153076 h 359225"/>
              <a:gd name="connsiteX16" fmla="*/ 232686 w 571500"/>
              <a:gd name="connsiteY16" fmla="*/ 38100 h 359225"/>
              <a:gd name="connsiteX17" fmla="*/ 338080 w 571500"/>
              <a:gd name="connsiteY17" fmla="*/ 107194 h 359225"/>
              <a:gd name="connsiteX18" fmla="*/ 391887 w 571500"/>
              <a:gd name="connsiteY18" fmla="*/ 82325 h 359225"/>
              <a:gd name="connsiteX19" fmla="*/ 462648 w 571500"/>
              <a:gd name="connsiteY19" fmla="*/ 153076 h 359225"/>
              <a:gd name="connsiteX20" fmla="*/ 457362 w 571500"/>
              <a:gd name="connsiteY20" fmla="*/ 179880 h 359225"/>
              <a:gd name="connsiteX21" fmla="*/ 462648 w 571500"/>
              <a:gd name="connsiteY21" fmla="*/ 179613 h 359225"/>
              <a:gd name="connsiteX22" fmla="*/ 533400 w 571500"/>
              <a:gd name="connsiteY22" fmla="*/ 250374 h 359225"/>
              <a:gd name="connsiteX23" fmla="*/ 462648 w 571500"/>
              <a:gd name="connsiteY23" fmla="*/ 321126 h 359225"/>
              <a:gd name="connsiteX24" fmla="*/ 388963 w 571500"/>
              <a:gd name="connsiteY24" fmla="*/ 110995 h 359225"/>
              <a:gd name="connsiteX25" fmla="*/ 343310 w 571500"/>
              <a:gd name="connsiteY25" fmla="*/ 156648 h 359225"/>
              <a:gd name="connsiteX26" fmla="*/ 348882 w 571500"/>
              <a:gd name="connsiteY26" fmla="*/ 178032 h 359225"/>
              <a:gd name="connsiteX27" fmla="*/ 324888 w 571500"/>
              <a:gd name="connsiteY27" fmla="*/ 202025 h 359225"/>
              <a:gd name="connsiteX28" fmla="*/ 301447 w 571500"/>
              <a:gd name="connsiteY28" fmla="*/ 195339 h 359225"/>
              <a:gd name="connsiteX29" fmla="*/ 283016 w 571500"/>
              <a:gd name="connsiteY29" fmla="*/ 199301 h 359225"/>
              <a:gd name="connsiteX30" fmla="*/ 258794 w 571500"/>
              <a:gd name="connsiteY30" fmla="*/ 175079 h 359225"/>
              <a:gd name="connsiteX31" fmla="*/ 262757 w 571500"/>
              <a:gd name="connsiteY31" fmla="*/ 156648 h 359225"/>
              <a:gd name="connsiteX32" fmla="*/ 217103 w 571500"/>
              <a:gd name="connsiteY32" fmla="*/ 110995 h 359225"/>
              <a:gd name="connsiteX33" fmla="*/ 171450 w 571500"/>
              <a:gd name="connsiteY33" fmla="*/ 156648 h 359225"/>
              <a:gd name="connsiteX34" fmla="*/ 176451 w 571500"/>
              <a:gd name="connsiteY34" fmla="*/ 176984 h 359225"/>
              <a:gd name="connsiteX35" fmla="*/ 152314 w 571500"/>
              <a:gd name="connsiteY35" fmla="*/ 201120 h 359225"/>
              <a:gd name="connsiteX36" fmla="*/ 131978 w 571500"/>
              <a:gd name="connsiteY36" fmla="*/ 196120 h 359225"/>
              <a:gd name="connsiteX37" fmla="*/ 86325 w 571500"/>
              <a:gd name="connsiteY37" fmla="*/ 241773 h 359225"/>
              <a:gd name="connsiteX38" fmla="*/ 131978 w 571500"/>
              <a:gd name="connsiteY38" fmla="*/ 287426 h 359225"/>
              <a:gd name="connsiteX39" fmla="*/ 177632 w 571500"/>
              <a:gd name="connsiteY39" fmla="*/ 241773 h 359225"/>
              <a:gd name="connsiteX40" fmla="*/ 172555 w 571500"/>
              <a:gd name="connsiteY40" fmla="*/ 221285 h 359225"/>
              <a:gd name="connsiteX41" fmla="*/ 196625 w 571500"/>
              <a:gd name="connsiteY41" fmla="*/ 197215 h 359225"/>
              <a:gd name="connsiteX42" fmla="*/ 217113 w 571500"/>
              <a:gd name="connsiteY42" fmla="*/ 202292 h 359225"/>
              <a:gd name="connsiteX43" fmla="*/ 239506 w 571500"/>
              <a:gd name="connsiteY43" fmla="*/ 196177 h 359225"/>
              <a:gd name="connsiteX44" fmla="*/ 261918 w 571500"/>
              <a:gd name="connsiteY44" fmla="*/ 218589 h 359225"/>
              <a:gd name="connsiteX45" fmla="*/ 255803 w 571500"/>
              <a:gd name="connsiteY45" fmla="*/ 240983 h 359225"/>
              <a:gd name="connsiteX46" fmla="*/ 301457 w 571500"/>
              <a:gd name="connsiteY46" fmla="*/ 286636 h 359225"/>
              <a:gd name="connsiteX47" fmla="*/ 347101 w 571500"/>
              <a:gd name="connsiteY47" fmla="*/ 240983 h 359225"/>
              <a:gd name="connsiteX48" fmla="*/ 343643 w 571500"/>
              <a:gd name="connsiteY48" fmla="*/ 223666 h 359225"/>
              <a:gd name="connsiteX49" fmla="*/ 369532 w 571500"/>
              <a:gd name="connsiteY49" fmla="*/ 197777 h 359225"/>
              <a:gd name="connsiteX50" fmla="*/ 388963 w 571500"/>
              <a:gd name="connsiteY50" fmla="*/ 202282 h 359225"/>
              <a:gd name="connsiteX51" fmla="*/ 434616 w 571500"/>
              <a:gd name="connsiteY51" fmla="*/ 156629 h 359225"/>
              <a:gd name="connsiteX52" fmla="*/ 388963 w 571500"/>
              <a:gd name="connsiteY52" fmla="*/ 110995 h 359225"/>
              <a:gd name="connsiteX53" fmla="*/ 131959 w 571500"/>
              <a:gd name="connsiteY53" fmla="*/ 258861 h 359225"/>
              <a:gd name="connsiteX54" fmla="*/ 114881 w 571500"/>
              <a:gd name="connsiteY54" fmla="*/ 241783 h 359225"/>
              <a:gd name="connsiteX55" fmla="*/ 131959 w 571500"/>
              <a:gd name="connsiteY55" fmla="*/ 224704 h 359225"/>
              <a:gd name="connsiteX56" fmla="*/ 149038 w 571500"/>
              <a:gd name="connsiteY56" fmla="*/ 241783 h 359225"/>
              <a:gd name="connsiteX57" fmla="*/ 131959 w 571500"/>
              <a:gd name="connsiteY57" fmla="*/ 258861 h 359225"/>
              <a:gd name="connsiteX58" fmla="*/ 200015 w 571500"/>
              <a:gd name="connsiteY58" fmla="*/ 156648 h 359225"/>
              <a:gd name="connsiteX59" fmla="*/ 217094 w 571500"/>
              <a:gd name="connsiteY59" fmla="*/ 139570 h 359225"/>
              <a:gd name="connsiteX60" fmla="*/ 234172 w 571500"/>
              <a:gd name="connsiteY60" fmla="*/ 156648 h 359225"/>
              <a:gd name="connsiteX61" fmla="*/ 217094 w 571500"/>
              <a:gd name="connsiteY61" fmla="*/ 173726 h 359225"/>
              <a:gd name="connsiteX62" fmla="*/ 200015 w 571500"/>
              <a:gd name="connsiteY62" fmla="*/ 156648 h 359225"/>
              <a:gd name="connsiteX63" fmla="*/ 301447 w 571500"/>
              <a:gd name="connsiteY63" fmla="*/ 258070 h 359225"/>
              <a:gd name="connsiteX64" fmla="*/ 284369 w 571500"/>
              <a:gd name="connsiteY64" fmla="*/ 240992 h 359225"/>
              <a:gd name="connsiteX65" fmla="*/ 301447 w 571500"/>
              <a:gd name="connsiteY65" fmla="*/ 223914 h 359225"/>
              <a:gd name="connsiteX66" fmla="*/ 318516 w 571500"/>
              <a:gd name="connsiteY66" fmla="*/ 240992 h 359225"/>
              <a:gd name="connsiteX67" fmla="*/ 301447 w 571500"/>
              <a:gd name="connsiteY67" fmla="*/ 258070 h 359225"/>
              <a:gd name="connsiteX68" fmla="*/ 388963 w 571500"/>
              <a:gd name="connsiteY68" fmla="*/ 173726 h 359225"/>
              <a:gd name="connsiteX69" fmla="*/ 371885 w 571500"/>
              <a:gd name="connsiteY69" fmla="*/ 156648 h 359225"/>
              <a:gd name="connsiteX70" fmla="*/ 388963 w 571500"/>
              <a:gd name="connsiteY70" fmla="*/ 139570 h 359225"/>
              <a:gd name="connsiteX71" fmla="*/ 406041 w 571500"/>
              <a:gd name="connsiteY71" fmla="*/ 156648 h 359225"/>
              <a:gd name="connsiteX72" fmla="*/ 388963 w 571500"/>
              <a:gd name="connsiteY72" fmla="*/ 173726 h 35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71500" h="359225">
                <a:moveTo>
                  <a:pt x="500644" y="148352"/>
                </a:moveTo>
                <a:cubicBezTo>
                  <a:pt x="498158" y="90516"/>
                  <a:pt x="450332" y="44225"/>
                  <a:pt x="391887" y="44225"/>
                </a:cubicBezTo>
                <a:cubicBezTo>
                  <a:pt x="376828" y="44225"/>
                  <a:pt x="362141" y="47339"/>
                  <a:pt x="348653" y="53188"/>
                </a:cubicBezTo>
                <a:cubicBezTo>
                  <a:pt x="320040" y="19964"/>
                  <a:pt x="277968" y="0"/>
                  <a:pt x="232686" y="0"/>
                </a:cubicBezTo>
                <a:cubicBezTo>
                  <a:pt x="156277" y="0"/>
                  <a:pt x="92764" y="56274"/>
                  <a:pt x="81410" y="129550"/>
                </a:cubicBezTo>
                <a:cubicBezTo>
                  <a:pt x="34214" y="144885"/>
                  <a:pt x="0" y="189290"/>
                  <a:pt x="0" y="241525"/>
                </a:cubicBezTo>
                <a:cubicBezTo>
                  <a:pt x="0" y="306429"/>
                  <a:pt x="52807" y="359226"/>
                  <a:pt x="117700" y="359226"/>
                </a:cubicBezTo>
                <a:lnTo>
                  <a:pt x="462648" y="359226"/>
                </a:lnTo>
                <a:cubicBezTo>
                  <a:pt x="522665" y="359226"/>
                  <a:pt x="571500" y="310401"/>
                  <a:pt x="571500" y="250374"/>
                </a:cubicBezTo>
                <a:cubicBezTo>
                  <a:pt x="571500" y="203711"/>
                  <a:pt x="541992" y="163801"/>
                  <a:pt x="500644" y="148352"/>
                </a:cubicBezTo>
                <a:close/>
                <a:moveTo>
                  <a:pt x="462648" y="321126"/>
                </a:moveTo>
                <a:lnTo>
                  <a:pt x="117700" y="321126"/>
                </a:lnTo>
                <a:cubicBezTo>
                  <a:pt x="73743" y="321126"/>
                  <a:pt x="38100" y="285493"/>
                  <a:pt x="38100" y="241525"/>
                </a:cubicBezTo>
                <a:cubicBezTo>
                  <a:pt x="38100" y="197558"/>
                  <a:pt x="73743" y="161925"/>
                  <a:pt x="117700" y="161925"/>
                </a:cubicBezTo>
                <a:cubicBezTo>
                  <a:pt x="117853" y="161925"/>
                  <a:pt x="117996" y="161944"/>
                  <a:pt x="118158" y="161944"/>
                </a:cubicBezTo>
                <a:cubicBezTo>
                  <a:pt x="117929" y="159010"/>
                  <a:pt x="117700" y="156077"/>
                  <a:pt x="117700" y="153076"/>
                </a:cubicBezTo>
                <a:cubicBezTo>
                  <a:pt x="117700" y="89583"/>
                  <a:pt x="169183" y="38100"/>
                  <a:pt x="232686" y="38100"/>
                </a:cubicBezTo>
                <a:cubicBezTo>
                  <a:pt x="279864" y="38100"/>
                  <a:pt x="320364" y="66542"/>
                  <a:pt x="338080" y="107194"/>
                </a:cubicBezTo>
                <a:cubicBezTo>
                  <a:pt x="351063" y="91992"/>
                  <a:pt x="370332" y="82325"/>
                  <a:pt x="391887" y="82325"/>
                </a:cubicBezTo>
                <a:cubicBezTo>
                  <a:pt x="430959" y="82325"/>
                  <a:pt x="462648" y="114005"/>
                  <a:pt x="462648" y="153076"/>
                </a:cubicBezTo>
                <a:cubicBezTo>
                  <a:pt x="462648" y="162573"/>
                  <a:pt x="460743" y="171612"/>
                  <a:pt x="457362" y="179880"/>
                </a:cubicBezTo>
                <a:cubicBezTo>
                  <a:pt x="459105" y="179756"/>
                  <a:pt x="460858" y="179613"/>
                  <a:pt x="462648" y="179613"/>
                </a:cubicBezTo>
                <a:cubicBezTo>
                  <a:pt x="501720" y="179613"/>
                  <a:pt x="533400" y="211293"/>
                  <a:pt x="533400" y="250374"/>
                </a:cubicBezTo>
                <a:cubicBezTo>
                  <a:pt x="533400" y="289455"/>
                  <a:pt x="501720" y="321126"/>
                  <a:pt x="462648" y="321126"/>
                </a:cubicBezTo>
                <a:close/>
                <a:moveTo>
                  <a:pt x="388963" y="110995"/>
                </a:moveTo>
                <a:cubicBezTo>
                  <a:pt x="363788" y="110995"/>
                  <a:pt x="343310" y="131474"/>
                  <a:pt x="343310" y="156648"/>
                </a:cubicBezTo>
                <a:cubicBezTo>
                  <a:pt x="343310" y="164421"/>
                  <a:pt x="345443" y="171621"/>
                  <a:pt x="348882" y="178032"/>
                </a:cubicBezTo>
                <a:lnTo>
                  <a:pt x="324888" y="202025"/>
                </a:lnTo>
                <a:cubicBezTo>
                  <a:pt x="318011" y="197872"/>
                  <a:pt x="310048" y="195339"/>
                  <a:pt x="301447" y="195339"/>
                </a:cubicBezTo>
                <a:cubicBezTo>
                  <a:pt x="294875" y="195339"/>
                  <a:pt x="288665" y="196796"/>
                  <a:pt x="283016" y="199301"/>
                </a:cubicBezTo>
                <a:lnTo>
                  <a:pt x="258794" y="175079"/>
                </a:lnTo>
                <a:cubicBezTo>
                  <a:pt x="261299" y="169431"/>
                  <a:pt x="262757" y="163211"/>
                  <a:pt x="262757" y="156648"/>
                </a:cubicBezTo>
                <a:cubicBezTo>
                  <a:pt x="262757" y="131474"/>
                  <a:pt x="242278" y="110995"/>
                  <a:pt x="217103" y="110995"/>
                </a:cubicBezTo>
                <a:cubicBezTo>
                  <a:pt x="191929" y="110995"/>
                  <a:pt x="171450" y="131474"/>
                  <a:pt x="171450" y="156648"/>
                </a:cubicBezTo>
                <a:cubicBezTo>
                  <a:pt x="171450" y="163992"/>
                  <a:pt x="173355" y="170831"/>
                  <a:pt x="176451" y="176984"/>
                </a:cubicBezTo>
                <a:lnTo>
                  <a:pt x="152314" y="201120"/>
                </a:lnTo>
                <a:cubicBezTo>
                  <a:pt x="146161" y="198025"/>
                  <a:pt x="139322" y="196120"/>
                  <a:pt x="131978" y="196120"/>
                </a:cubicBezTo>
                <a:cubicBezTo>
                  <a:pt x="106804" y="196120"/>
                  <a:pt x="86325" y="216599"/>
                  <a:pt x="86325" y="241773"/>
                </a:cubicBezTo>
                <a:cubicBezTo>
                  <a:pt x="86325" y="266948"/>
                  <a:pt x="106804" y="287426"/>
                  <a:pt x="131978" y="287426"/>
                </a:cubicBezTo>
                <a:cubicBezTo>
                  <a:pt x="157153" y="287426"/>
                  <a:pt x="177632" y="266948"/>
                  <a:pt x="177632" y="241773"/>
                </a:cubicBezTo>
                <a:cubicBezTo>
                  <a:pt x="177632" y="234372"/>
                  <a:pt x="175698" y="227476"/>
                  <a:pt x="172555" y="221285"/>
                </a:cubicBezTo>
                <a:lnTo>
                  <a:pt x="196625" y="197215"/>
                </a:lnTo>
                <a:cubicBezTo>
                  <a:pt x="202816" y="200358"/>
                  <a:pt x="209712" y="202292"/>
                  <a:pt x="217113" y="202292"/>
                </a:cubicBezTo>
                <a:cubicBezTo>
                  <a:pt x="225285" y="202292"/>
                  <a:pt x="232858" y="199958"/>
                  <a:pt x="239506" y="196177"/>
                </a:cubicBezTo>
                <a:lnTo>
                  <a:pt x="261918" y="218589"/>
                </a:lnTo>
                <a:cubicBezTo>
                  <a:pt x="258137" y="225238"/>
                  <a:pt x="255803" y="232801"/>
                  <a:pt x="255803" y="240983"/>
                </a:cubicBezTo>
                <a:cubicBezTo>
                  <a:pt x="255803" y="266157"/>
                  <a:pt x="276282" y="286636"/>
                  <a:pt x="301457" y="286636"/>
                </a:cubicBezTo>
                <a:cubicBezTo>
                  <a:pt x="326631" y="286636"/>
                  <a:pt x="347101" y="266157"/>
                  <a:pt x="347101" y="240983"/>
                </a:cubicBezTo>
                <a:cubicBezTo>
                  <a:pt x="347101" y="234848"/>
                  <a:pt x="345843" y="229019"/>
                  <a:pt x="343643" y="223666"/>
                </a:cubicBezTo>
                <a:lnTo>
                  <a:pt x="369532" y="197777"/>
                </a:lnTo>
                <a:cubicBezTo>
                  <a:pt x="375447" y="200587"/>
                  <a:pt x="381991" y="202282"/>
                  <a:pt x="388963" y="202282"/>
                </a:cubicBezTo>
                <a:cubicBezTo>
                  <a:pt x="414137" y="202282"/>
                  <a:pt x="434616" y="181804"/>
                  <a:pt x="434616" y="156629"/>
                </a:cubicBezTo>
                <a:cubicBezTo>
                  <a:pt x="434616" y="131455"/>
                  <a:pt x="414137" y="110995"/>
                  <a:pt x="388963" y="110995"/>
                </a:cubicBezTo>
                <a:close/>
                <a:moveTo>
                  <a:pt x="131959" y="258861"/>
                </a:moveTo>
                <a:cubicBezTo>
                  <a:pt x="122539" y="258861"/>
                  <a:pt x="114881" y="251193"/>
                  <a:pt x="114881" y="241783"/>
                </a:cubicBezTo>
                <a:cubicBezTo>
                  <a:pt x="114881" y="232372"/>
                  <a:pt x="122549" y="224704"/>
                  <a:pt x="131959" y="224704"/>
                </a:cubicBezTo>
                <a:cubicBezTo>
                  <a:pt x="141370" y="224704"/>
                  <a:pt x="149038" y="232372"/>
                  <a:pt x="149038" y="241783"/>
                </a:cubicBezTo>
                <a:cubicBezTo>
                  <a:pt x="149038" y="251193"/>
                  <a:pt x="141380" y="258861"/>
                  <a:pt x="131959" y="258861"/>
                </a:cubicBezTo>
                <a:close/>
                <a:moveTo>
                  <a:pt x="200015" y="156648"/>
                </a:moveTo>
                <a:cubicBezTo>
                  <a:pt x="200015" y="147228"/>
                  <a:pt x="207683" y="139570"/>
                  <a:pt x="217094" y="139570"/>
                </a:cubicBezTo>
                <a:cubicBezTo>
                  <a:pt x="226505" y="139570"/>
                  <a:pt x="234172" y="147228"/>
                  <a:pt x="234172" y="156648"/>
                </a:cubicBezTo>
                <a:cubicBezTo>
                  <a:pt x="234172" y="166068"/>
                  <a:pt x="226514" y="173726"/>
                  <a:pt x="217094" y="173726"/>
                </a:cubicBezTo>
                <a:cubicBezTo>
                  <a:pt x="207674" y="173726"/>
                  <a:pt x="200015" y="166068"/>
                  <a:pt x="200015" y="156648"/>
                </a:cubicBezTo>
                <a:close/>
                <a:moveTo>
                  <a:pt x="301447" y="258070"/>
                </a:moveTo>
                <a:cubicBezTo>
                  <a:pt x="292027" y="258070"/>
                  <a:pt x="284369" y="250403"/>
                  <a:pt x="284369" y="240992"/>
                </a:cubicBezTo>
                <a:cubicBezTo>
                  <a:pt x="284369" y="231581"/>
                  <a:pt x="292037" y="223914"/>
                  <a:pt x="301447" y="223914"/>
                </a:cubicBezTo>
                <a:cubicBezTo>
                  <a:pt x="310858" y="223914"/>
                  <a:pt x="318516" y="231581"/>
                  <a:pt x="318516" y="240992"/>
                </a:cubicBezTo>
                <a:cubicBezTo>
                  <a:pt x="318516" y="250403"/>
                  <a:pt x="310867" y="258070"/>
                  <a:pt x="301447" y="258070"/>
                </a:cubicBezTo>
                <a:close/>
                <a:moveTo>
                  <a:pt x="388963" y="173726"/>
                </a:moveTo>
                <a:cubicBezTo>
                  <a:pt x="379552" y="173726"/>
                  <a:pt x="371885" y="166068"/>
                  <a:pt x="371885" y="156648"/>
                </a:cubicBezTo>
                <a:cubicBezTo>
                  <a:pt x="371885" y="147228"/>
                  <a:pt x="379552" y="139570"/>
                  <a:pt x="388963" y="139570"/>
                </a:cubicBezTo>
                <a:cubicBezTo>
                  <a:pt x="398374" y="139570"/>
                  <a:pt x="406041" y="147228"/>
                  <a:pt x="406041" y="156648"/>
                </a:cubicBezTo>
                <a:cubicBezTo>
                  <a:pt x="406041" y="166068"/>
                  <a:pt x="398374" y="173726"/>
                  <a:pt x="388963" y="173726"/>
                </a:cubicBezTo>
                <a:close/>
              </a:path>
            </a:pathLst>
          </a:custGeom>
          <a:solidFill>
            <a:schemeClr val="tx2"/>
          </a:solidFill>
          <a:ln w="9525" cap="flat">
            <a:noFill/>
            <a:prstDash val="solid"/>
            <a:miter/>
          </a:ln>
        </p:spPr>
        <p:txBody>
          <a:bodyPr rtlCol="0" anchor="ctr"/>
          <a:lstStyle/>
          <a:p>
            <a:endParaRPr lang="en-US"/>
          </a:p>
        </p:txBody>
      </p:sp>
      <p:sp>
        <p:nvSpPr>
          <p:cNvPr id="186" name="TextBox 27">
            <a:extLst>
              <a:ext uri="{FF2B5EF4-FFF2-40B4-BE49-F238E27FC236}">
                <a16:creationId xmlns:a16="http://schemas.microsoft.com/office/drawing/2014/main" id="{96B60E1F-E98A-B740-82D3-E402AAB7EB21}"/>
              </a:ext>
            </a:extLst>
          </p:cNvPr>
          <p:cNvSpPr txBox="1"/>
          <p:nvPr/>
        </p:nvSpPr>
        <p:spPr>
          <a:xfrm>
            <a:off x="2535943" y="3774532"/>
            <a:ext cx="697306" cy="215444"/>
          </a:xfrm>
          <a:prstGeom prst="rect">
            <a:avLst/>
          </a:prstGeom>
          <a:noFill/>
        </p:spPr>
        <p:txBody>
          <a:bodyPr wrap="none" lIns="0" rIns="0" rtlCol="0" anchor="ctr" anchorCtr="0">
            <a:noAutofit/>
          </a:bodyPr>
          <a:lstStyle/>
          <a:p>
            <a:pPr algn="ctr"/>
            <a:r>
              <a:rPr lang="en-US" sz="800"/>
              <a:t>Cloud </a:t>
            </a:r>
            <a:r>
              <a:rPr lang="en-US" sz="800" err="1"/>
              <a:t>chartline</a:t>
            </a:r>
            <a:endParaRPr lang="en-US" sz="800"/>
          </a:p>
        </p:txBody>
      </p:sp>
      <p:sp>
        <p:nvSpPr>
          <p:cNvPr id="194" name="Freeform: Shape 13">
            <a:extLst>
              <a:ext uri="{FF2B5EF4-FFF2-40B4-BE49-F238E27FC236}">
                <a16:creationId xmlns:a16="http://schemas.microsoft.com/office/drawing/2014/main" id="{A8F0E67A-9F7E-7B48-B299-71CC70786F1A}"/>
              </a:ext>
            </a:extLst>
          </p:cNvPr>
          <p:cNvSpPr>
            <a:spLocks noChangeAspect="1"/>
          </p:cNvSpPr>
          <p:nvPr/>
        </p:nvSpPr>
        <p:spPr>
          <a:xfrm>
            <a:off x="2655995" y="1332737"/>
            <a:ext cx="457200" cy="476250"/>
          </a:xfrm>
          <a:custGeom>
            <a:avLst/>
            <a:gdLst>
              <a:gd name="connsiteX0" fmla="*/ 407289 w 457200"/>
              <a:gd name="connsiteY0" fmla="*/ 330041 h 476250"/>
              <a:gd name="connsiteX1" fmla="*/ 407289 w 457200"/>
              <a:gd name="connsiteY1" fmla="*/ 222504 h 476250"/>
              <a:gd name="connsiteX2" fmla="*/ 241078 w 457200"/>
              <a:gd name="connsiteY2" fmla="*/ 222504 h 476250"/>
              <a:gd name="connsiteX3" fmla="*/ 179546 w 457200"/>
              <a:gd name="connsiteY3" fmla="*/ 161354 h 476250"/>
              <a:gd name="connsiteX4" fmla="*/ 152686 w 457200"/>
              <a:gd name="connsiteY4" fmla="*/ 188405 h 476250"/>
              <a:gd name="connsiteX5" fmla="*/ 186976 w 457200"/>
              <a:gd name="connsiteY5" fmla="*/ 222504 h 476250"/>
              <a:gd name="connsiteX6" fmla="*/ 92869 w 457200"/>
              <a:gd name="connsiteY6" fmla="*/ 222504 h 476250"/>
              <a:gd name="connsiteX7" fmla="*/ 92869 w 457200"/>
              <a:gd name="connsiteY7" fmla="*/ 143542 h 476250"/>
              <a:gd name="connsiteX8" fmla="*/ 140494 w 457200"/>
              <a:gd name="connsiteY8" fmla="*/ 79629 h 476250"/>
              <a:gd name="connsiteX9" fmla="*/ 73819 w 457200"/>
              <a:gd name="connsiteY9" fmla="*/ 12954 h 476250"/>
              <a:gd name="connsiteX10" fmla="*/ 7144 w 457200"/>
              <a:gd name="connsiteY10" fmla="*/ 79629 h 476250"/>
              <a:gd name="connsiteX11" fmla="*/ 54769 w 457200"/>
              <a:gd name="connsiteY11" fmla="*/ 143542 h 476250"/>
              <a:gd name="connsiteX12" fmla="*/ 54769 w 457200"/>
              <a:gd name="connsiteY12" fmla="*/ 260604 h 476250"/>
              <a:gd name="connsiteX13" fmla="*/ 186976 w 457200"/>
              <a:gd name="connsiteY13" fmla="*/ 260604 h 476250"/>
              <a:gd name="connsiteX14" fmla="*/ 152686 w 457200"/>
              <a:gd name="connsiteY14" fmla="*/ 294704 h 476250"/>
              <a:gd name="connsiteX15" fmla="*/ 179546 w 457200"/>
              <a:gd name="connsiteY15" fmla="*/ 321755 h 476250"/>
              <a:gd name="connsiteX16" fmla="*/ 241078 w 457200"/>
              <a:gd name="connsiteY16" fmla="*/ 260604 h 476250"/>
              <a:gd name="connsiteX17" fmla="*/ 369189 w 457200"/>
              <a:gd name="connsiteY17" fmla="*/ 260604 h 476250"/>
              <a:gd name="connsiteX18" fmla="*/ 369189 w 457200"/>
              <a:gd name="connsiteY18" fmla="*/ 330041 h 476250"/>
              <a:gd name="connsiteX19" fmla="*/ 324326 w 457200"/>
              <a:gd name="connsiteY19" fmla="*/ 374904 h 476250"/>
              <a:gd name="connsiteX20" fmla="*/ 251270 w 457200"/>
              <a:gd name="connsiteY20" fmla="*/ 374904 h 476250"/>
              <a:gd name="connsiteX21" fmla="*/ 277844 w 457200"/>
              <a:gd name="connsiteY21" fmla="*/ 348520 h 476250"/>
              <a:gd name="connsiteX22" fmla="*/ 250984 w 457200"/>
              <a:gd name="connsiteY22" fmla="*/ 321469 h 476250"/>
              <a:gd name="connsiteX23" fmla="*/ 175451 w 457200"/>
              <a:gd name="connsiteY23" fmla="*/ 396526 h 476250"/>
              <a:gd name="connsiteX24" fmla="*/ 250984 w 457200"/>
              <a:gd name="connsiteY24" fmla="*/ 471583 h 476250"/>
              <a:gd name="connsiteX25" fmla="*/ 277844 w 457200"/>
              <a:gd name="connsiteY25" fmla="*/ 444532 h 476250"/>
              <a:gd name="connsiteX26" fmla="*/ 246126 w 457200"/>
              <a:gd name="connsiteY26" fmla="*/ 413004 h 476250"/>
              <a:gd name="connsiteX27" fmla="*/ 324422 w 457200"/>
              <a:gd name="connsiteY27" fmla="*/ 413004 h 476250"/>
              <a:gd name="connsiteX28" fmla="*/ 388334 w 457200"/>
              <a:gd name="connsiteY28" fmla="*/ 460629 h 476250"/>
              <a:gd name="connsiteX29" fmla="*/ 455009 w 457200"/>
              <a:gd name="connsiteY29" fmla="*/ 393954 h 476250"/>
              <a:gd name="connsiteX30" fmla="*/ 407289 w 457200"/>
              <a:gd name="connsiteY30" fmla="*/ 330041 h 476250"/>
              <a:gd name="connsiteX31" fmla="*/ 45339 w 457200"/>
              <a:gd name="connsiteY31" fmla="*/ 79629 h 476250"/>
              <a:gd name="connsiteX32" fmla="*/ 73914 w 457200"/>
              <a:gd name="connsiteY32" fmla="*/ 51054 h 476250"/>
              <a:gd name="connsiteX33" fmla="*/ 102489 w 457200"/>
              <a:gd name="connsiteY33" fmla="*/ 79629 h 476250"/>
              <a:gd name="connsiteX34" fmla="*/ 73914 w 457200"/>
              <a:gd name="connsiteY34" fmla="*/ 108204 h 476250"/>
              <a:gd name="connsiteX35" fmla="*/ 45339 w 457200"/>
              <a:gd name="connsiteY35" fmla="*/ 79629 h 476250"/>
              <a:gd name="connsiteX36" fmla="*/ 388239 w 457200"/>
              <a:gd name="connsiteY36" fmla="*/ 422529 h 476250"/>
              <a:gd name="connsiteX37" fmla="*/ 359664 w 457200"/>
              <a:gd name="connsiteY37" fmla="*/ 393954 h 476250"/>
              <a:gd name="connsiteX38" fmla="*/ 388239 w 457200"/>
              <a:gd name="connsiteY38" fmla="*/ 365379 h 476250"/>
              <a:gd name="connsiteX39" fmla="*/ 416814 w 457200"/>
              <a:gd name="connsiteY39" fmla="*/ 393954 h 476250"/>
              <a:gd name="connsiteX40" fmla="*/ 388239 w 457200"/>
              <a:gd name="connsiteY40" fmla="*/ 422529 h 476250"/>
              <a:gd name="connsiteX41" fmla="*/ 73914 w 457200"/>
              <a:gd name="connsiteY41" fmla="*/ 327279 h 476250"/>
              <a:gd name="connsiteX42" fmla="*/ 7239 w 457200"/>
              <a:gd name="connsiteY42" fmla="*/ 393954 h 476250"/>
              <a:gd name="connsiteX43" fmla="*/ 73914 w 457200"/>
              <a:gd name="connsiteY43" fmla="*/ 460629 h 476250"/>
              <a:gd name="connsiteX44" fmla="*/ 140589 w 457200"/>
              <a:gd name="connsiteY44" fmla="*/ 393954 h 476250"/>
              <a:gd name="connsiteX45" fmla="*/ 73914 w 457200"/>
              <a:gd name="connsiteY45" fmla="*/ 327279 h 476250"/>
              <a:gd name="connsiteX46" fmla="*/ 73914 w 457200"/>
              <a:gd name="connsiteY46" fmla="*/ 422529 h 476250"/>
              <a:gd name="connsiteX47" fmla="*/ 45339 w 457200"/>
              <a:gd name="connsiteY47" fmla="*/ 393954 h 476250"/>
              <a:gd name="connsiteX48" fmla="*/ 73914 w 457200"/>
              <a:gd name="connsiteY48" fmla="*/ 365379 h 476250"/>
              <a:gd name="connsiteX49" fmla="*/ 102489 w 457200"/>
              <a:gd name="connsiteY49" fmla="*/ 393954 h 476250"/>
              <a:gd name="connsiteX50" fmla="*/ 73914 w 457200"/>
              <a:gd name="connsiteY50" fmla="*/ 422529 h 476250"/>
              <a:gd name="connsiteX51" fmla="*/ 277844 w 457200"/>
              <a:gd name="connsiteY51" fmla="*/ 130207 h 476250"/>
              <a:gd name="connsiteX52" fmla="*/ 246126 w 457200"/>
              <a:gd name="connsiteY52" fmla="*/ 98679 h 476250"/>
              <a:gd name="connsiteX53" fmla="*/ 324422 w 457200"/>
              <a:gd name="connsiteY53" fmla="*/ 98679 h 476250"/>
              <a:gd name="connsiteX54" fmla="*/ 388334 w 457200"/>
              <a:gd name="connsiteY54" fmla="*/ 146304 h 476250"/>
              <a:gd name="connsiteX55" fmla="*/ 455009 w 457200"/>
              <a:gd name="connsiteY55" fmla="*/ 79629 h 476250"/>
              <a:gd name="connsiteX56" fmla="*/ 388334 w 457200"/>
              <a:gd name="connsiteY56" fmla="*/ 12954 h 476250"/>
              <a:gd name="connsiteX57" fmla="*/ 324422 w 457200"/>
              <a:gd name="connsiteY57" fmla="*/ 60579 h 476250"/>
              <a:gd name="connsiteX58" fmla="*/ 251365 w 457200"/>
              <a:gd name="connsiteY58" fmla="*/ 60579 h 476250"/>
              <a:gd name="connsiteX59" fmla="*/ 277940 w 457200"/>
              <a:gd name="connsiteY59" fmla="*/ 34195 h 476250"/>
              <a:gd name="connsiteX60" fmla="*/ 251079 w 457200"/>
              <a:gd name="connsiteY60" fmla="*/ 7144 h 476250"/>
              <a:gd name="connsiteX61" fmla="*/ 175546 w 457200"/>
              <a:gd name="connsiteY61" fmla="*/ 82201 h 476250"/>
              <a:gd name="connsiteX62" fmla="*/ 251079 w 457200"/>
              <a:gd name="connsiteY62" fmla="*/ 157258 h 476250"/>
              <a:gd name="connsiteX63" fmla="*/ 277844 w 457200"/>
              <a:gd name="connsiteY63" fmla="*/ 130207 h 476250"/>
              <a:gd name="connsiteX64" fmla="*/ 388239 w 457200"/>
              <a:gd name="connsiteY64" fmla="*/ 51054 h 476250"/>
              <a:gd name="connsiteX65" fmla="*/ 416814 w 457200"/>
              <a:gd name="connsiteY65" fmla="*/ 79629 h 476250"/>
              <a:gd name="connsiteX66" fmla="*/ 388239 w 457200"/>
              <a:gd name="connsiteY66" fmla="*/ 108204 h 476250"/>
              <a:gd name="connsiteX67" fmla="*/ 359664 w 457200"/>
              <a:gd name="connsiteY67" fmla="*/ 79629 h 476250"/>
              <a:gd name="connsiteX68" fmla="*/ 388239 w 457200"/>
              <a:gd name="connsiteY68" fmla="*/ 5105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57200" h="476250">
                <a:moveTo>
                  <a:pt x="407289" y="330041"/>
                </a:moveTo>
                <a:lnTo>
                  <a:pt x="407289" y="222504"/>
                </a:lnTo>
                <a:lnTo>
                  <a:pt x="241078" y="222504"/>
                </a:lnTo>
                <a:lnTo>
                  <a:pt x="179546" y="161354"/>
                </a:lnTo>
                <a:lnTo>
                  <a:pt x="152686" y="188405"/>
                </a:lnTo>
                <a:lnTo>
                  <a:pt x="186976" y="222504"/>
                </a:lnTo>
                <a:lnTo>
                  <a:pt x="92869" y="222504"/>
                </a:lnTo>
                <a:lnTo>
                  <a:pt x="92869" y="143542"/>
                </a:lnTo>
                <a:cubicBezTo>
                  <a:pt x="120396" y="135350"/>
                  <a:pt x="140494" y="109823"/>
                  <a:pt x="140494" y="79629"/>
                </a:cubicBezTo>
                <a:cubicBezTo>
                  <a:pt x="140494" y="42863"/>
                  <a:pt x="110585" y="12954"/>
                  <a:pt x="73819" y="12954"/>
                </a:cubicBezTo>
                <a:cubicBezTo>
                  <a:pt x="37052" y="12954"/>
                  <a:pt x="7144" y="42863"/>
                  <a:pt x="7144" y="79629"/>
                </a:cubicBezTo>
                <a:cubicBezTo>
                  <a:pt x="7144" y="109728"/>
                  <a:pt x="27242" y="135255"/>
                  <a:pt x="54769" y="143542"/>
                </a:cubicBezTo>
                <a:lnTo>
                  <a:pt x="54769" y="260604"/>
                </a:lnTo>
                <a:lnTo>
                  <a:pt x="186976" y="260604"/>
                </a:lnTo>
                <a:lnTo>
                  <a:pt x="152686" y="294704"/>
                </a:lnTo>
                <a:lnTo>
                  <a:pt x="179546" y="321755"/>
                </a:lnTo>
                <a:lnTo>
                  <a:pt x="241078" y="260604"/>
                </a:lnTo>
                <a:lnTo>
                  <a:pt x="369189" y="260604"/>
                </a:lnTo>
                <a:lnTo>
                  <a:pt x="369189" y="330041"/>
                </a:lnTo>
                <a:cubicBezTo>
                  <a:pt x="347758" y="336423"/>
                  <a:pt x="330803" y="353378"/>
                  <a:pt x="324326" y="374904"/>
                </a:cubicBezTo>
                <a:lnTo>
                  <a:pt x="251270" y="374904"/>
                </a:lnTo>
                <a:lnTo>
                  <a:pt x="277844" y="348520"/>
                </a:lnTo>
                <a:lnTo>
                  <a:pt x="250984" y="321469"/>
                </a:lnTo>
                <a:lnTo>
                  <a:pt x="175451" y="396526"/>
                </a:lnTo>
                <a:lnTo>
                  <a:pt x="250984" y="471583"/>
                </a:lnTo>
                <a:lnTo>
                  <a:pt x="277844" y="444532"/>
                </a:lnTo>
                <a:lnTo>
                  <a:pt x="246126" y="413004"/>
                </a:lnTo>
                <a:lnTo>
                  <a:pt x="324422" y="413004"/>
                </a:lnTo>
                <a:cubicBezTo>
                  <a:pt x="332613" y="440531"/>
                  <a:pt x="358140" y="460629"/>
                  <a:pt x="388334" y="460629"/>
                </a:cubicBezTo>
                <a:cubicBezTo>
                  <a:pt x="425101" y="460629"/>
                  <a:pt x="455009" y="430721"/>
                  <a:pt x="455009" y="393954"/>
                </a:cubicBezTo>
                <a:cubicBezTo>
                  <a:pt x="454914" y="363855"/>
                  <a:pt x="434816" y="338328"/>
                  <a:pt x="407289" y="330041"/>
                </a:cubicBezTo>
                <a:close/>
                <a:moveTo>
                  <a:pt x="45339" y="79629"/>
                </a:moveTo>
                <a:cubicBezTo>
                  <a:pt x="45339" y="63913"/>
                  <a:pt x="58198" y="51054"/>
                  <a:pt x="73914" y="51054"/>
                </a:cubicBezTo>
                <a:cubicBezTo>
                  <a:pt x="89630" y="51054"/>
                  <a:pt x="102489" y="63913"/>
                  <a:pt x="102489" y="79629"/>
                </a:cubicBezTo>
                <a:cubicBezTo>
                  <a:pt x="102489" y="95345"/>
                  <a:pt x="89630" y="108204"/>
                  <a:pt x="73914" y="108204"/>
                </a:cubicBezTo>
                <a:cubicBezTo>
                  <a:pt x="58198" y="108204"/>
                  <a:pt x="45339" y="95345"/>
                  <a:pt x="45339" y="79629"/>
                </a:cubicBezTo>
                <a:close/>
                <a:moveTo>
                  <a:pt x="388239" y="422529"/>
                </a:moveTo>
                <a:cubicBezTo>
                  <a:pt x="372523" y="422529"/>
                  <a:pt x="359664" y="409670"/>
                  <a:pt x="359664" y="393954"/>
                </a:cubicBezTo>
                <a:cubicBezTo>
                  <a:pt x="359664" y="378238"/>
                  <a:pt x="372523" y="365379"/>
                  <a:pt x="388239" y="365379"/>
                </a:cubicBezTo>
                <a:cubicBezTo>
                  <a:pt x="403955" y="365379"/>
                  <a:pt x="416814" y="378238"/>
                  <a:pt x="416814" y="393954"/>
                </a:cubicBezTo>
                <a:cubicBezTo>
                  <a:pt x="416814" y="409670"/>
                  <a:pt x="404051" y="422529"/>
                  <a:pt x="388239" y="422529"/>
                </a:cubicBezTo>
                <a:close/>
                <a:moveTo>
                  <a:pt x="73914" y="327279"/>
                </a:moveTo>
                <a:cubicBezTo>
                  <a:pt x="37148" y="327279"/>
                  <a:pt x="7239" y="357188"/>
                  <a:pt x="7239" y="393954"/>
                </a:cubicBezTo>
                <a:cubicBezTo>
                  <a:pt x="7239" y="430721"/>
                  <a:pt x="37148" y="460629"/>
                  <a:pt x="73914" y="460629"/>
                </a:cubicBezTo>
                <a:cubicBezTo>
                  <a:pt x="110681" y="460629"/>
                  <a:pt x="140589" y="430721"/>
                  <a:pt x="140589" y="393954"/>
                </a:cubicBezTo>
                <a:cubicBezTo>
                  <a:pt x="140589" y="357188"/>
                  <a:pt x="110681" y="327279"/>
                  <a:pt x="73914" y="327279"/>
                </a:cubicBezTo>
                <a:close/>
                <a:moveTo>
                  <a:pt x="73914" y="422529"/>
                </a:moveTo>
                <a:cubicBezTo>
                  <a:pt x="58198" y="422529"/>
                  <a:pt x="45339" y="409670"/>
                  <a:pt x="45339" y="393954"/>
                </a:cubicBezTo>
                <a:cubicBezTo>
                  <a:pt x="45339" y="378238"/>
                  <a:pt x="58198" y="365379"/>
                  <a:pt x="73914" y="365379"/>
                </a:cubicBezTo>
                <a:cubicBezTo>
                  <a:pt x="89630" y="365379"/>
                  <a:pt x="102489" y="378238"/>
                  <a:pt x="102489" y="393954"/>
                </a:cubicBezTo>
                <a:cubicBezTo>
                  <a:pt x="102489" y="409670"/>
                  <a:pt x="89726" y="422529"/>
                  <a:pt x="73914" y="422529"/>
                </a:cubicBezTo>
                <a:close/>
                <a:moveTo>
                  <a:pt x="277844" y="130207"/>
                </a:moveTo>
                <a:lnTo>
                  <a:pt x="246126" y="98679"/>
                </a:lnTo>
                <a:lnTo>
                  <a:pt x="324422" y="98679"/>
                </a:lnTo>
                <a:cubicBezTo>
                  <a:pt x="332613" y="126206"/>
                  <a:pt x="358140" y="146304"/>
                  <a:pt x="388334" y="146304"/>
                </a:cubicBezTo>
                <a:cubicBezTo>
                  <a:pt x="425101" y="146304"/>
                  <a:pt x="455009" y="116396"/>
                  <a:pt x="455009" y="79629"/>
                </a:cubicBezTo>
                <a:cubicBezTo>
                  <a:pt x="455009" y="42863"/>
                  <a:pt x="425101" y="12954"/>
                  <a:pt x="388334" y="12954"/>
                </a:cubicBezTo>
                <a:cubicBezTo>
                  <a:pt x="358235" y="12954"/>
                  <a:pt x="332708" y="33052"/>
                  <a:pt x="324422" y="60579"/>
                </a:cubicBezTo>
                <a:lnTo>
                  <a:pt x="251365" y="60579"/>
                </a:lnTo>
                <a:lnTo>
                  <a:pt x="277940" y="34195"/>
                </a:lnTo>
                <a:lnTo>
                  <a:pt x="251079" y="7144"/>
                </a:lnTo>
                <a:lnTo>
                  <a:pt x="175546" y="82201"/>
                </a:lnTo>
                <a:lnTo>
                  <a:pt x="251079" y="157258"/>
                </a:lnTo>
                <a:lnTo>
                  <a:pt x="277844" y="130207"/>
                </a:lnTo>
                <a:close/>
                <a:moveTo>
                  <a:pt x="388239" y="51054"/>
                </a:moveTo>
                <a:cubicBezTo>
                  <a:pt x="403955" y="51054"/>
                  <a:pt x="416814" y="63913"/>
                  <a:pt x="416814" y="79629"/>
                </a:cubicBezTo>
                <a:cubicBezTo>
                  <a:pt x="416814" y="95345"/>
                  <a:pt x="403955" y="108204"/>
                  <a:pt x="388239" y="108204"/>
                </a:cubicBezTo>
                <a:cubicBezTo>
                  <a:pt x="372523" y="108204"/>
                  <a:pt x="359664" y="95345"/>
                  <a:pt x="359664" y="79629"/>
                </a:cubicBezTo>
                <a:cubicBezTo>
                  <a:pt x="359664" y="63913"/>
                  <a:pt x="372523" y="51054"/>
                  <a:pt x="388239" y="51054"/>
                </a:cubicBezTo>
                <a:close/>
              </a:path>
            </a:pathLst>
          </a:custGeom>
          <a:solidFill>
            <a:schemeClr val="tx2"/>
          </a:solidFill>
          <a:ln w="9525" cap="flat">
            <a:noFill/>
            <a:prstDash val="solid"/>
            <a:miter/>
          </a:ln>
        </p:spPr>
        <p:txBody>
          <a:bodyPr rtlCol="0" anchor="ctr"/>
          <a:lstStyle/>
          <a:p>
            <a:endParaRPr lang="en-US"/>
          </a:p>
        </p:txBody>
      </p:sp>
      <p:sp>
        <p:nvSpPr>
          <p:cNvPr id="195" name="TextBox 28">
            <a:extLst>
              <a:ext uri="{FF2B5EF4-FFF2-40B4-BE49-F238E27FC236}">
                <a16:creationId xmlns:a16="http://schemas.microsoft.com/office/drawing/2014/main" id="{197F1951-4491-1F48-BC28-55ECE8AC714A}"/>
              </a:ext>
            </a:extLst>
          </p:cNvPr>
          <p:cNvSpPr txBox="1"/>
          <p:nvPr/>
        </p:nvSpPr>
        <p:spPr>
          <a:xfrm>
            <a:off x="2657769" y="1867665"/>
            <a:ext cx="453650" cy="215444"/>
          </a:xfrm>
          <a:prstGeom prst="rect">
            <a:avLst/>
          </a:prstGeom>
          <a:noFill/>
        </p:spPr>
        <p:txBody>
          <a:bodyPr wrap="none" lIns="0" rIns="0" rtlCol="0" anchor="ctr" anchorCtr="0">
            <a:noAutofit/>
          </a:bodyPr>
          <a:lstStyle/>
          <a:p>
            <a:pPr algn="ctr"/>
            <a:r>
              <a:rPr lang="en-US" sz="800" dirty="0"/>
              <a:t>Algorithm</a:t>
            </a:r>
          </a:p>
        </p:txBody>
      </p:sp>
      <p:sp>
        <p:nvSpPr>
          <p:cNvPr id="197" name="Freeform: Shape 176">
            <a:extLst>
              <a:ext uri="{FF2B5EF4-FFF2-40B4-BE49-F238E27FC236}">
                <a16:creationId xmlns:a16="http://schemas.microsoft.com/office/drawing/2014/main" id="{B6275349-C99D-6A4C-988F-169BC2593F1D}"/>
              </a:ext>
            </a:extLst>
          </p:cNvPr>
          <p:cNvSpPr>
            <a:spLocks noChangeAspect="1"/>
          </p:cNvSpPr>
          <p:nvPr/>
        </p:nvSpPr>
        <p:spPr>
          <a:xfrm>
            <a:off x="9906670" y="2235172"/>
            <a:ext cx="390525" cy="535616"/>
          </a:xfrm>
          <a:custGeom>
            <a:avLst/>
            <a:gdLst>
              <a:gd name="connsiteX0" fmla="*/ 289846 w 390525"/>
              <a:gd name="connsiteY0" fmla="*/ 64294 h 523875"/>
              <a:gd name="connsiteX1" fmla="*/ 226790 w 390525"/>
              <a:gd name="connsiteY1" fmla="*/ 32766 h 523875"/>
              <a:gd name="connsiteX2" fmla="*/ 197644 w 390525"/>
              <a:gd name="connsiteY2" fmla="*/ 7144 h 523875"/>
              <a:gd name="connsiteX3" fmla="*/ 168497 w 390525"/>
              <a:gd name="connsiteY3" fmla="*/ 32766 h 523875"/>
              <a:gd name="connsiteX4" fmla="*/ 105441 w 390525"/>
              <a:gd name="connsiteY4" fmla="*/ 64294 h 523875"/>
              <a:gd name="connsiteX5" fmla="*/ 7144 w 390525"/>
              <a:gd name="connsiteY5" fmla="*/ 64294 h 523875"/>
              <a:gd name="connsiteX6" fmla="*/ 7144 w 390525"/>
              <a:gd name="connsiteY6" fmla="*/ 521494 h 523875"/>
              <a:gd name="connsiteX7" fmla="*/ 388144 w 390525"/>
              <a:gd name="connsiteY7" fmla="*/ 521494 h 523875"/>
              <a:gd name="connsiteX8" fmla="*/ 388144 w 390525"/>
              <a:gd name="connsiteY8" fmla="*/ 64294 h 523875"/>
              <a:gd name="connsiteX9" fmla="*/ 289846 w 390525"/>
              <a:gd name="connsiteY9" fmla="*/ 64294 h 523875"/>
              <a:gd name="connsiteX10" fmla="*/ 349948 w 390525"/>
              <a:gd name="connsiteY10" fmla="*/ 483394 h 523875"/>
              <a:gd name="connsiteX11" fmla="*/ 45148 w 390525"/>
              <a:gd name="connsiteY11" fmla="*/ 483394 h 523875"/>
              <a:gd name="connsiteX12" fmla="*/ 45148 w 390525"/>
              <a:gd name="connsiteY12" fmla="*/ 102394 h 523875"/>
              <a:gd name="connsiteX13" fmla="*/ 91344 w 390525"/>
              <a:gd name="connsiteY13" fmla="*/ 102394 h 523875"/>
              <a:gd name="connsiteX14" fmla="*/ 91344 w 390525"/>
              <a:gd name="connsiteY14" fmla="*/ 121444 h 523875"/>
              <a:gd name="connsiteX15" fmla="*/ 311944 w 390525"/>
              <a:gd name="connsiteY15" fmla="*/ 121444 h 523875"/>
              <a:gd name="connsiteX16" fmla="*/ 311944 w 390525"/>
              <a:gd name="connsiteY16" fmla="*/ 102394 h 523875"/>
              <a:gd name="connsiteX17" fmla="*/ 349948 w 390525"/>
              <a:gd name="connsiteY17" fmla="*/ 102394 h 523875"/>
              <a:gd name="connsiteX18" fmla="*/ 349948 w 390525"/>
              <a:gd name="connsiteY18" fmla="*/ 483394 h 523875"/>
              <a:gd name="connsiteX19" fmla="*/ 254794 w 390525"/>
              <a:gd name="connsiteY19" fmla="*/ 216694 h 523875"/>
              <a:gd name="connsiteX20" fmla="*/ 92869 w 390525"/>
              <a:gd name="connsiteY20" fmla="*/ 216694 h 523875"/>
              <a:gd name="connsiteX21" fmla="*/ 92869 w 390525"/>
              <a:gd name="connsiteY21" fmla="*/ 178594 h 523875"/>
              <a:gd name="connsiteX22" fmla="*/ 254794 w 390525"/>
              <a:gd name="connsiteY22" fmla="*/ 178594 h 523875"/>
              <a:gd name="connsiteX23" fmla="*/ 254794 w 390525"/>
              <a:gd name="connsiteY23" fmla="*/ 216694 h 523875"/>
              <a:gd name="connsiteX24" fmla="*/ 92869 w 390525"/>
              <a:gd name="connsiteY24" fmla="*/ 254794 h 523875"/>
              <a:gd name="connsiteX25" fmla="*/ 293370 w 390525"/>
              <a:gd name="connsiteY25" fmla="*/ 254794 h 523875"/>
              <a:gd name="connsiteX26" fmla="*/ 293370 w 390525"/>
              <a:gd name="connsiteY26" fmla="*/ 292894 h 523875"/>
              <a:gd name="connsiteX27" fmla="*/ 92869 w 390525"/>
              <a:gd name="connsiteY27" fmla="*/ 292894 h 523875"/>
              <a:gd name="connsiteX28" fmla="*/ 92869 w 390525"/>
              <a:gd name="connsiteY28" fmla="*/ 254794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90525" h="523875">
                <a:moveTo>
                  <a:pt x="289846" y="64294"/>
                </a:moveTo>
                <a:lnTo>
                  <a:pt x="226790" y="32766"/>
                </a:lnTo>
                <a:cubicBezTo>
                  <a:pt x="224694" y="14192"/>
                  <a:pt x="208693" y="7144"/>
                  <a:pt x="197644" y="7144"/>
                </a:cubicBezTo>
                <a:cubicBezTo>
                  <a:pt x="186499" y="7144"/>
                  <a:pt x="170593" y="14192"/>
                  <a:pt x="168497" y="32766"/>
                </a:cubicBezTo>
                <a:lnTo>
                  <a:pt x="105441" y="64294"/>
                </a:lnTo>
                <a:lnTo>
                  <a:pt x="7144" y="64294"/>
                </a:lnTo>
                <a:lnTo>
                  <a:pt x="7144" y="521494"/>
                </a:lnTo>
                <a:lnTo>
                  <a:pt x="388144" y="521494"/>
                </a:lnTo>
                <a:lnTo>
                  <a:pt x="388144" y="64294"/>
                </a:lnTo>
                <a:lnTo>
                  <a:pt x="289846" y="64294"/>
                </a:lnTo>
                <a:close/>
                <a:moveTo>
                  <a:pt x="349948" y="483394"/>
                </a:moveTo>
                <a:lnTo>
                  <a:pt x="45148" y="483394"/>
                </a:lnTo>
                <a:lnTo>
                  <a:pt x="45148" y="102394"/>
                </a:lnTo>
                <a:lnTo>
                  <a:pt x="91344" y="102394"/>
                </a:lnTo>
                <a:lnTo>
                  <a:pt x="91344" y="121444"/>
                </a:lnTo>
                <a:lnTo>
                  <a:pt x="311944" y="121444"/>
                </a:lnTo>
                <a:lnTo>
                  <a:pt x="311944" y="102394"/>
                </a:lnTo>
                <a:lnTo>
                  <a:pt x="349948" y="102394"/>
                </a:lnTo>
                <a:lnTo>
                  <a:pt x="349948" y="483394"/>
                </a:lnTo>
                <a:close/>
                <a:moveTo>
                  <a:pt x="254794" y="216694"/>
                </a:moveTo>
                <a:lnTo>
                  <a:pt x="92869" y="216694"/>
                </a:lnTo>
                <a:lnTo>
                  <a:pt x="92869" y="178594"/>
                </a:lnTo>
                <a:lnTo>
                  <a:pt x="254794" y="178594"/>
                </a:lnTo>
                <a:lnTo>
                  <a:pt x="254794" y="216694"/>
                </a:lnTo>
                <a:close/>
                <a:moveTo>
                  <a:pt x="92869" y="254794"/>
                </a:moveTo>
                <a:lnTo>
                  <a:pt x="293370" y="254794"/>
                </a:lnTo>
                <a:lnTo>
                  <a:pt x="293370" y="292894"/>
                </a:lnTo>
                <a:lnTo>
                  <a:pt x="92869" y="292894"/>
                </a:lnTo>
                <a:lnTo>
                  <a:pt x="92869" y="254794"/>
                </a:lnTo>
                <a:close/>
              </a:path>
            </a:pathLst>
          </a:custGeom>
          <a:solidFill>
            <a:schemeClr val="tx2"/>
          </a:solidFill>
          <a:ln w="9525" cap="flat">
            <a:noFill/>
            <a:prstDash val="solid"/>
            <a:miter/>
          </a:ln>
        </p:spPr>
        <p:txBody>
          <a:bodyPr rtlCol="0" anchor="ctr"/>
          <a:lstStyle/>
          <a:p>
            <a:endParaRPr lang="en-US"/>
          </a:p>
        </p:txBody>
      </p:sp>
      <p:sp>
        <p:nvSpPr>
          <p:cNvPr id="198" name="TextBox 29">
            <a:extLst>
              <a:ext uri="{FF2B5EF4-FFF2-40B4-BE49-F238E27FC236}">
                <a16:creationId xmlns:a16="http://schemas.microsoft.com/office/drawing/2014/main" id="{2A043499-5955-3645-BA96-D30935F13DE4}"/>
              </a:ext>
            </a:extLst>
          </p:cNvPr>
          <p:cNvSpPr txBox="1"/>
          <p:nvPr/>
        </p:nvSpPr>
        <p:spPr>
          <a:xfrm>
            <a:off x="9873504" y="2788008"/>
            <a:ext cx="456856" cy="215444"/>
          </a:xfrm>
          <a:prstGeom prst="rect">
            <a:avLst/>
          </a:prstGeom>
          <a:noFill/>
        </p:spPr>
        <p:txBody>
          <a:bodyPr wrap="none" lIns="0" rIns="0" rtlCol="0" anchor="ctr" anchorCtr="0">
            <a:noAutofit/>
          </a:bodyPr>
          <a:lstStyle/>
          <a:p>
            <a:pPr algn="ctr"/>
            <a:r>
              <a:rPr lang="en-US" sz="800"/>
              <a:t>Clipboard</a:t>
            </a:r>
          </a:p>
        </p:txBody>
      </p:sp>
      <p:sp>
        <p:nvSpPr>
          <p:cNvPr id="213" name="Graphic 211">
            <a:extLst>
              <a:ext uri="{FF2B5EF4-FFF2-40B4-BE49-F238E27FC236}">
                <a16:creationId xmlns:a16="http://schemas.microsoft.com/office/drawing/2014/main" id="{AAAB5050-813B-244F-9381-734D8178B10F}"/>
              </a:ext>
            </a:extLst>
          </p:cNvPr>
          <p:cNvSpPr>
            <a:spLocks noChangeAspect="1"/>
          </p:cNvSpPr>
          <p:nvPr/>
        </p:nvSpPr>
        <p:spPr>
          <a:xfrm>
            <a:off x="2617895" y="4188976"/>
            <a:ext cx="533400" cy="533400"/>
          </a:xfrm>
          <a:custGeom>
            <a:avLst/>
            <a:gdLst>
              <a:gd name="connsiteX0" fmla="*/ 266700 w 533400"/>
              <a:gd name="connsiteY0" fmla="*/ 0 h 533400"/>
              <a:gd name="connsiteX1" fmla="*/ 0 w 533400"/>
              <a:gd name="connsiteY1" fmla="*/ 266700 h 533400"/>
              <a:gd name="connsiteX2" fmla="*/ 266700 w 533400"/>
              <a:gd name="connsiteY2" fmla="*/ 533400 h 533400"/>
              <a:gd name="connsiteX3" fmla="*/ 533400 w 533400"/>
              <a:gd name="connsiteY3" fmla="*/ 266700 h 533400"/>
              <a:gd name="connsiteX4" fmla="*/ 266700 w 533400"/>
              <a:gd name="connsiteY4" fmla="*/ 0 h 533400"/>
              <a:gd name="connsiteX5" fmla="*/ 266700 w 533400"/>
              <a:gd name="connsiteY5" fmla="*/ 495300 h 533400"/>
              <a:gd name="connsiteX6" fmla="*/ 38100 w 533400"/>
              <a:gd name="connsiteY6" fmla="*/ 266700 h 533400"/>
              <a:gd name="connsiteX7" fmla="*/ 266700 w 533400"/>
              <a:gd name="connsiteY7" fmla="*/ 38100 h 533400"/>
              <a:gd name="connsiteX8" fmla="*/ 495300 w 533400"/>
              <a:gd name="connsiteY8" fmla="*/ 266700 h 533400"/>
              <a:gd name="connsiteX9" fmla="*/ 266700 w 533400"/>
              <a:gd name="connsiteY9" fmla="*/ 495300 h 533400"/>
              <a:gd name="connsiteX10" fmla="*/ 292856 w 533400"/>
              <a:gd name="connsiteY10" fmla="*/ 407194 h 533400"/>
              <a:gd name="connsiteX11" fmla="*/ 266700 w 533400"/>
              <a:gd name="connsiteY11" fmla="*/ 433388 h 533400"/>
              <a:gd name="connsiteX12" fmla="*/ 240544 w 533400"/>
              <a:gd name="connsiteY12" fmla="*/ 407194 h 533400"/>
              <a:gd name="connsiteX13" fmla="*/ 266700 w 533400"/>
              <a:gd name="connsiteY13" fmla="*/ 381000 h 533400"/>
              <a:gd name="connsiteX14" fmla="*/ 292856 w 533400"/>
              <a:gd name="connsiteY14" fmla="*/ 407194 h 533400"/>
              <a:gd name="connsiteX15" fmla="*/ 285750 w 533400"/>
              <a:gd name="connsiteY15" fmla="*/ 352425 h 533400"/>
              <a:gd name="connsiteX16" fmla="*/ 247650 w 533400"/>
              <a:gd name="connsiteY16" fmla="*/ 352425 h 533400"/>
              <a:gd name="connsiteX17" fmla="*/ 247650 w 533400"/>
              <a:gd name="connsiteY17" fmla="*/ 104775 h 533400"/>
              <a:gd name="connsiteX18" fmla="*/ 285750 w 533400"/>
              <a:gd name="connsiteY18" fmla="*/ 104775 h 533400"/>
              <a:gd name="connsiteX19" fmla="*/ 285750 w 533400"/>
              <a:gd name="connsiteY19" fmla="*/ 352425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3400" h="533400">
                <a:moveTo>
                  <a:pt x="266700" y="0"/>
                </a:moveTo>
                <a:cubicBezTo>
                  <a:pt x="119405" y="0"/>
                  <a:pt x="0" y="119405"/>
                  <a:pt x="0" y="266700"/>
                </a:cubicBezTo>
                <a:cubicBezTo>
                  <a:pt x="0" y="413995"/>
                  <a:pt x="119405" y="533400"/>
                  <a:pt x="266700" y="533400"/>
                </a:cubicBezTo>
                <a:cubicBezTo>
                  <a:pt x="413995" y="533400"/>
                  <a:pt x="533400" y="413995"/>
                  <a:pt x="533400" y="266700"/>
                </a:cubicBezTo>
                <a:cubicBezTo>
                  <a:pt x="533400" y="119405"/>
                  <a:pt x="413995" y="0"/>
                  <a:pt x="266700" y="0"/>
                </a:cubicBezTo>
                <a:close/>
                <a:moveTo>
                  <a:pt x="266700" y="495300"/>
                </a:moveTo>
                <a:cubicBezTo>
                  <a:pt x="140646" y="495300"/>
                  <a:pt x="38100" y="392754"/>
                  <a:pt x="38100" y="266700"/>
                </a:cubicBezTo>
                <a:cubicBezTo>
                  <a:pt x="38100" y="140646"/>
                  <a:pt x="140646" y="38100"/>
                  <a:pt x="266700" y="38100"/>
                </a:cubicBezTo>
                <a:cubicBezTo>
                  <a:pt x="392754" y="38100"/>
                  <a:pt x="495300" y="140646"/>
                  <a:pt x="495300" y="266700"/>
                </a:cubicBezTo>
                <a:cubicBezTo>
                  <a:pt x="495300" y="392754"/>
                  <a:pt x="392754" y="495300"/>
                  <a:pt x="266700" y="495300"/>
                </a:cubicBezTo>
                <a:close/>
                <a:moveTo>
                  <a:pt x="292856" y="407194"/>
                </a:moveTo>
                <a:cubicBezTo>
                  <a:pt x="292856" y="421481"/>
                  <a:pt x="280968" y="433388"/>
                  <a:pt x="266700" y="433388"/>
                </a:cubicBezTo>
                <a:cubicBezTo>
                  <a:pt x="252432" y="433388"/>
                  <a:pt x="240544" y="421481"/>
                  <a:pt x="240544" y="407194"/>
                </a:cubicBezTo>
                <a:cubicBezTo>
                  <a:pt x="240544" y="392906"/>
                  <a:pt x="252432" y="381000"/>
                  <a:pt x="266700" y="381000"/>
                </a:cubicBezTo>
                <a:cubicBezTo>
                  <a:pt x="280968" y="381000"/>
                  <a:pt x="292856" y="392906"/>
                  <a:pt x="292856" y="407194"/>
                </a:cubicBezTo>
                <a:close/>
                <a:moveTo>
                  <a:pt x="285750" y="352425"/>
                </a:moveTo>
                <a:lnTo>
                  <a:pt x="247650" y="352425"/>
                </a:lnTo>
                <a:lnTo>
                  <a:pt x="247650" y="104775"/>
                </a:lnTo>
                <a:lnTo>
                  <a:pt x="285750" y="104775"/>
                </a:lnTo>
                <a:lnTo>
                  <a:pt x="285750" y="352425"/>
                </a:lnTo>
                <a:close/>
              </a:path>
            </a:pathLst>
          </a:custGeom>
          <a:solidFill>
            <a:schemeClr val="tx2"/>
          </a:solidFill>
          <a:ln w="9525" cap="flat">
            <a:noFill/>
            <a:prstDash val="solid"/>
            <a:miter/>
          </a:ln>
        </p:spPr>
        <p:txBody>
          <a:bodyPr rtlCol="0" anchor="ctr"/>
          <a:lstStyle/>
          <a:p>
            <a:endParaRPr lang="en-US"/>
          </a:p>
        </p:txBody>
      </p:sp>
      <p:sp>
        <p:nvSpPr>
          <p:cNvPr id="214" name="TextBox 30">
            <a:extLst>
              <a:ext uri="{FF2B5EF4-FFF2-40B4-BE49-F238E27FC236}">
                <a16:creationId xmlns:a16="http://schemas.microsoft.com/office/drawing/2014/main" id="{1DD5CEBE-F86F-3F4B-B67F-E5C9F44D35DB}"/>
              </a:ext>
            </a:extLst>
          </p:cNvPr>
          <p:cNvSpPr txBox="1"/>
          <p:nvPr/>
        </p:nvSpPr>
        <p:spPr>
          <a:xfrm>
            <a:off x="2592849" y="4780003"/>
            <a:ext cx="583493" cy="338554"/>
          </a:xfrm>
          <a:prstGeom prst="rect">
            <a:avLst/>
          </a:prstGeom>
          <a:noFill/>
        </p:spPr>
        <p:txBody>
          <a:bodyPr wrap="none" lIns="0" rIns="0" rtlCol="0" anchor="ctr" anchorCtr="0">
            <a:noAutofit/>
          </a:bodyPr>
          <a:lstStyle/>
          <a:p>
            <a:pPr algn="ctr"/>
            <a:r>
              <a:rPr lang="en-US" sz="800"/>
              <a:t>Exclamation </a:t>
            </a:r>
            <a:br>
              <a:rPr lang="en-US" sz="800"/>
            </a:br>
            <a:r>
              <a:rPr lang="en-US" sz="800"/>
              <a:t>circle</a:t>
            </a:r>
          </a:p>
        </p:txBody>
      </p:sp>
      <p:sp>
        <p:nvSpPr>
          <p:cNvPr id="221" name="Freeform: Shape 213">
            <a:extLst>
              <a:ext uri="{FF2B5EF4-FFF2-40B4-BE49-F238E27FC236}">
                <a16:creationId xmlns:a16="http://schemas.microsoft.com/office/drawing/2014/main" id="{E4D43DC4-D8F5-1D48-9BE3-0EF1EBA4E002}"/>
              </a:ext>
            </a:extLst>
          </p:cNvPr>
          <p:cNvSpPr>
            <a:spLocks noChangeAspect="1"/>
          </p:cNvSpPr>
          <p:nvPr/>
        </p:nvSpPr>
        <p:spPr>
          <a:xfrm>
            <a:off x="8011419" y="4188976"/>
            <a:ext cx="533400" cy="533400"/>
          </a:xfrm>
          <a:custGeom>
            <a:avLst/>
            <a:gdLst>
              <a:gd name="connsiteX0" fmla="*/ 534924 w 533400"/>
              <a:gd name="connsiteY0" fmla="*/ 252794 h 533400"/>
              <a:gd name="connsiteX1" fmla="*/ 534638 w 533400"/>
              <a:gd name="connsiteY1" fmla="*/ 248698 h 533400"/>
              <a:gd name="connsiteX2" fmla="*/ 532447 w 533400"/>
              <a:gd name="connsiteY2" fmla="*/ 230315 h 533400"/>
              <a:gd name="connsiteX3" fmla="*/ 532257 w 533400"/>
              <a:gd name="connsiteY3" fmla="*/ 229553 h 533400"/>
              <a:gd name="connsiteX4" fmla="*/ 528733 w 533400"/>
              <a:gd name="connsiteY4" fmla="*/ 211741 h 533400"/>
              <a:gd name="connsiteX5" fmla="*/ 528066 w 533400"/>
              <a:gd name="connsiteY5" fmla="*/ 208693 h 533400"/>
              <a:gd name="connsiteX6" fmla="*/ 523113 w 533400"/>
              <a:gd name="connsiteY6" fmla="*/ 190881 h 533400"/>
              <a:gd name="connsiteX7" fmla="*/ 522827 w 533400"/>
              <a:gd name="connsiteY7" fmla="*/ 189929 h 533400"/>
              <a:gd name="connsiteX8" fmla="*/ 520827 w 533400"/>
              <a:gd name="connsiteY8" fmla="*/ 183642 h 533400"/>
              <a:gd name="connsiteX9" fmla="*/ 520637 w 533400"/>
              <a:gd name="connsiteY9" fmla="*/ 183547 h 533400"/>
              <a:gd name="connsiteX10" fmla="*/ 359283 w 533400"/>
              <a:gd name="connsiteY10" fmla="*/ 22193 h 533400"/>
              <a:gd name="connsiteX11" fmla="*/ 359188 w 533400"/>
              <a:gd name="connsiteY11" fmla="*/ 22003 h 533400"/>
              <a:gd name="connsiteX12" fmla="*/ 352901 w 533400"/>
              <a:gd name="connsiteY12" fmla="*/ 20003 h 533400"/>
              <a:gd name="connsiteX13" fmla="*/ 352044 w 533400"/>
              <a:gd name="connsiteY13" fmla="*/ 19812 h 533400"/>
              <a:gd name="connsiteX14" fmla="*/ 333756 w 533400"/>
              <a:gd name="connsiteY14" fmla="*/ 14669 h 533400"/>
              <a:gd name="connsiteX15" fmla="*/ 331756 w 533400"/>
              <a:gd name="connsiteY15" fmla="*/ 14192 h 533400"/>
              <a:gd name="connsiteX16" fmla="*/ 292608 w 533400"/>
              <a:gd name="connsiteY16" fmla="*/ 8096 h 533400"/>
              <a:gd name="connsiteX17" fmla="*/ 291655 w 533400"/>
              <a:gd name="connsiteY17" fmla="*/ 8001 h 533400"/>
              <a:gd name="connsiteX18" fmla="*/ 271558 w 533400"/>
              <a:gd name="connsiteY18" fmla="*/ 7144 h 533400"/>
              <a:gd name="connsiteX19" fmla="*/ 251365 w 533400"/>
              <a:gd name="connsiteY19" fmla="*/ 8001 h 533400"/>
              <a:gd name="connsiteX20" fmla="*/ 250412 w 533400"/>
              <a:gd name="connsiteY20" fmla="*/ 8096 h 533400"/>
              <a:gd name="connsiteX21" fmla="*/ 211169 w 533400"/>
              <a:gd name="connsiteY21" fmla="*/ 14192 h 533400"/>
              <a:gd name="connsiteX22" fmla="*/ 209169 w 533400"/>
              <a:gd name="connsiteY22" fmla="*/ 14669 h 533400"/>
              <a:gd name="connsiteX23" fmla="*/ 190881 w 533400"/>
              <a:gd name="connsiteY23" fmla="*/ 19812 h 533400"/>
              <a:gd name="connsiteX24" fmla="*/ 190024 w 533400"/>
              <a:gd name="connsiteY24" fmla="*/ 20098 h 533400"/>
              <a:gd name="connsiteX25" fmla="*/ 183737 w 533400"/>
              <a:gd name="connsiteY25" fmla="*/ 22098 h 533400"/>
              <a:gd name="connsiteX26" fmla="*/ 183642 w 533400"/>
              <a:gd name="connsiteY26" fmla="*/ 22289 h 533400"/>
              <a:gd name="connsiteX27" fmla="*/ 22288 w 533400"/>
              <a:gd name="connsiteY27" fmla="*/ 183642 h 533400"/>
              <a:gd name="connsiteX28" fmla="*/ 22098 w 533400"/>
              <a:gd name="connsiteY28" fmla="*/ 183737 h 533400"/>
              <a:gd name="connsiteX29" fmla="*/ 20098 w 533400"/>
              <a:gd name="connsiteY29" fmla="*/ 190024 h 533400"/>
              <a:gd name="connsiteX30" fmla="*/ 19812 w 533400"/>
              <a:gd name="connsiteY30" fmla="*/ 190881 h 533400"/>
              <a:gd name="connsiteX31" fmla="*/ 14764 w 533400"/>
              <a:gd name="connsiteY31" fmla="*/ 208788 h 533400"/>
              <a:gd name="connsiteX32" fmla="*/ 14097 w 533400"/>
              <a:gd name="connsiteY32" fmla="*/ 211646 h 533400"/>
              <a:gd name="connsiteX33" fmla="*/ 10478 w 533400"/>
              <a:gd name="connsiteY33" fmla="*/ 229648 h 533400"/>
              <a:gd name="connsiteX34" fmla="*/ 10382 w 533400"/>
              <a:gd name="connsiteY34" fmla="*/ 230315 h 533400"/>
              <a:gd name="connsiteX35" fmla="*/ 8192 w 533400"/>
              <a:gd name="connsiteY35" fmla="*/ 248793 h 533400"/>
              <a:gd name="connsiteX36" fmla="*/ 7906 w 533400"/>
              <a:gd name="connsiteY36" fmla="*/ 252889 h 533400"/>
              <a:gd name="connsiteX37" fmla="*/ 7144 w 533400"/>
              <a:gd name="connsiteY37" fmla="*/ 271463 h 533400"/>
              <a:gd name="connsiteX38" fmla="*/ 7906 w 533400"/>
              <a:gd name="connsiteY38" fmla="*/ 290036 h 533400"/>
              <a:gd name="connsiteX39" fmla="*/ 8192 w 533400"/>
              <a:gd name="connsiteY39" fmla="*/ 294132 h 533400"/>
              <a:gd name="connsiteX40" fmla="*/ 10382 w 533400"/>
              <a:gd name="connsiteY40" fmla="*/ 312611 h 533400"/>
              <a:gd name="connsiteX41" fmla="*/ 10478 w 533400"/>
              <a:gd name="connsiteY41" fmla="*/ 313277 h 533400"/>
              <a:gd name="connsiteX42" fmla="*/ 14097 w 533400"/>
              <a:gd name="connsiteY42" fmla="*/ 331280 h 533400"/>
              <a:gd name="connsiteX43" fmla="*/ 14764 w 533400"/>
              <a:gd name="connsiteY43" fmla="*/ 334137 h 533400"/>
              <a:gd name="connsiteX44" fmla="*/ 19812 w 533400"/>
              <a:gd name="connsiteY44" fmla="*/ 352044 h 533400"/>
              <a:gd name="connsiteX45" fmla="*/ 20098 w 533400"/>
              <a:gd name="connsiteY45" fmla="*/ 352901 h 533400"/>
              <a:gd name="connsiteX46" fmla="*/ 22098 w 533400"/>
              <a:gd name="connsiteY46" fmla="*/ 359188 h 533400"/>
              <a:gd name="connsiteX47" fmla="*/ 22288 w 533400"/>
              <a:gd name="connsiteY47" fmla="*/ 359283 h 533400"/>
              <a:gd name="connsiteX48" fmla="*/ 183642 w 533400"/>
              <a:gd name="connsiteY48" fmla="*/ 520636 h 533400"/>
              <a:gd name="connsiteX49" fmla="*/ 183737 w 533400"/>
              <a:gd name="connsiteY49" fmla="*/ 520827 h 533400"/>
              <a:gd name="connsiteX50" fmla="*/ 190024 w 533400"/>
              <a:gd name="connsiteY50" fmla="*/ 522827 h 533400"/>
              <a:gd name="connsiteX51" fmla="*/ 190976 w 533400"/>
              <a:gd name="connsiteY51" fmla="*/ 523113 h 533400"/>
              <a:gd name="connsiteX52" fmla="*/ 208788 w 533400"/>
              <a:gd name="connsiteY52" fmla="*/ 528066 h 533400"/>
              <a:gd name="connsiteX53" fmla="*/ 211741 w 533400"/>
              <a:gd name="connsiteY53" fmla="*/ 528733 h 533400"/>
              <a:gd name="connsiteX54" fmla="*/ 229648 w 533400"/>
              <a:gd name="connsiteY54" fmla="*/ 532257 h 533400"/>
              <a:gd name="connsiteX55" fmla="*/ 230410 w 533400"/>
              <a:gd name="connsiteY55" fmla="*/ 532448 h 533400"/>
              <a:gd name="connsiteX56" fmla="*/ 248793 w 533400"/>
              <a:gd name="connsiteY56" fmla="*/ 534638 h 533400"/>
              <a:gd name="connsiteX57" fmla="*/ 252889 w 533400"/>
              <a:gd name="connsiteY57" fmla="*/ 534924 h 533400"/>
              <a:gd name="connsiteX58" fmla="*/ 271463 w 533400"/>
              <a:gd name="connsiteY58" fmla="*/ 535686 h 533400"/>
              <a:gd name="connsiteX59" fmla="*/ 290036 w 533400"/>
              <a:gd name="connsiteY59" fmla="*/ 534924 h 533400"/>
              <a:gd name="connsiteX60" fmla="*/ 294132 w 533400"/>
              <a:gd name="connsiteY60" fmla="*/ 534638 h 533400"/>
              <a:gd name="connsiteX61" fmla="*/ 312515 w 533400"/>
              <a:gd name="connsiteY61" fmla="*/ 532448 h 533400"/>
              <a:gd name="connsiteX62" fmla="*/ 313277 w 533400"/>
              <a:gd name="connsiteY62" fmla="*/ 532352 h 533400"/>
              <a:gd name="connsiteX63" fmla="*/ 331184 w 533400"/>
              <a:gd name="connsiteY63" fmla="*/ 528828 h 533400"/>
              <a:gd name="connsiteX64" fmla="*/ 334137 w 533400"/>
              <a:gd name="connsiteY64" fmla="*/ 528161 h 533400"/>
              <a:gd name="connsiteX65" fmla="*/ 351949 w 533400"/>
              <a:gd name="connsiteY65" fmla="*/ 523113 h 533400"/>
              <a:gd name="connsiteX66" fmla="*/ 352901 w 533400"/>
              <a:gd name="connsiteY66" fmla="*/ 522827 h 533400"/>
              <a:gd name="connsiteX67" fmla="*/ 359188 w 533400"/>
              <a:gd name="connsiteY67" fmla="*/ 520827 h 533400"/>
              <a:gd name="connsiteX68" fmla="*/ 359283 w 533400"/>
              <a:gd name="connsiteY68" fmla="*/ 520636 h 533400"/>
              <a:gd name="connsiteX69" fmla="*/ 520637 w 533400"/>
              <a:gd name="connsiteY69" fmla="*/ 359283 h 533400"/>
              <a:gd name="connsiteX70" fmla="*/ 520827 w 533400"/>
              <a:gd name="connsiteY70" fmla="*/ 359188 h 533400"/>
              <a:gd name="connsiteX71" fmla="*/ 522827 w 533400"/>
              <a:gd name="connsiteY71" fmla="*/ 352901 h 533400"/>
              <a:gd name="connsiteX72" fmla="*/ 523113 w 533400"/>
              <a:gd name="connsiteY72" fmla="*/ 351949 h 533400"/>
              <a:gd name="connsiteX73" fmla="*/ 528161 w 533400"/>
              <a:gd name="connsiteY73" fmla="*/ 334137 h 533400"/>
              <a:gd name="connsiteX74" fmla="*/ 528828 w 533400"/>
              <a:gd name="connsiteY74" fmla="*/ 331089 h 533400"/>
              <a:gd name="connsiteX75" fmla="*/ 532352 w 533400"/>
              <a:gd name="connsiteY75" fmla="*/ 313182 h 533400"/>
              <a:gd name="connsiteX76" fmla="*/ 532447 w 533400"/>
              <a:gd name="connsiteY76" fmla="*/ 312420 h 533400"/>
              <a:gd name="connsiteX77" fmla="*/ 534638 w 533400"/>
              <a:gd name="connsiteY77" fmla="*/ 294037 h 533400"/>
              <a:gd name="connsiteX78" fmla="*/ 534924 w 533400"/>
              <a:gd name="connsiteY78" fmla="*/ 289941 h 533400"/>
              <a:gd name="connsiteX79" fmla="*/ 535686 w 533400"/>
              <a:gd name="connsiteY79" fmla="*/ 271367 h 533400"/>
              <a:gd name="connsiteX80" fmla="*/ 534924 w 533400"/>
              <a:gd name="connsiteY80" fmla="*/ 252794 h 533400"/>
              <a:gd name="connsiteX81" fmla="*/ 381762 w 533400"/>
              <a:gd name="connsiteY81" fmla="*/ 474155 h 533400"/>
              <a:gd name="connsiteX82" fmla="*/ 405098 w 533400"/>
              <a:gd name="connsiteY82" fmla="*/ 405098 h 533400"/>
              <a:gd name="connsiteX83" fmla="*/ 474155 w 533400"/>
              <a:gd name="connsiteY83" fmla="*/ 381762 h 533400"/>
              <a:gd name="connsiteX84" fmla="*/ 381762 w 533400"/>
              <a:gd name="connsiteY84" fmla="*/ 474155 h 533400"/>
              <a:gd name="connsiteX85" fmla="*/ 68485 w 533400"/>
              <a:gd name="connsiteY85" fmla="*/ 381857 h 533400"/>
              <a:gd name="connsiteX86" fmla="*/ 137541 w 533400"/>
              <a:gd name="connsiteY86" fmla="*/ 405194 h 533400"/>
              <a:gd name="connsiteX87" fmla="*/ 160877 w 533400"/>
              <a:gd name="connsiteY87" fmla="*/ 474250 h 533400"/>
              <a:gd name="connsiteX88" fmla="*/ 68485 w 533400"/>
              <a:gd name="connsiteY88" fmla="*/ 381857 h 533400"/>
              <a:gd name="connsiteX89" fmla="*/ 160877 w 533400"/>
              <a:gd name="connsiteY89" fmla="*/ 68580 h 533400"/>
              <a:gd name="connsiteX90" fmla="*/ 137541 w 533400"/>
              <a:gd name="connsiteY90" fmla="*/ 137636 h 533400"/>
              <a:gd name="connsiteX91" fmla="*/ 68485 w 533400"/>
              <a:gd name="connsiteY91" fmla="*/ 160973 h 533400"/>
              <a:gd name="connsiteX92" fmla="*/ 160877 w 533400"/>
              <a:gd name="connsiteY92" fmla="*/ 68580 h 533400"/>
              <a:gd name="connsiteX93" fmla="*/ 474155 w 533400"/>
              <a:gd name="connsiteY93" fmla="*/ 160973 h 533400"/>
              <a:gd name="connsiteX94" fmla="*/ 405098 w 533400"/>
              <a:gd name="connsiteY94" fmla="*/ 137636 h 533400"/>
              <a:gd name="connsiteX95" fmla="*/ 381762 w 533400"/>
              <a:gd name="connsiteY95" fmla="*/ 68580 h 533400"/>
              <a:gd name="connsiteX96" fmla="*/ 474155 w 533400"/>
              <a:gd name="connsiteY96" fmla="*/ 160973 h 533400"/>
              <a:gd name="connsiteX97" fmla="*/ 500158 w 533400"/>
              <a:gd name="connsiteY97" fmla="*/ 240506 h 533400"/>
              <a:gd name="connsiteX98" fmla="*/ 501491 w 533400"/>
              <a:gd name="connsiteY98" fmla="*/ 252603 h 533400"/>
              <a:gd name="connsiteX99" fmla="*/ 501682 w 533400"/>
              <a:gd name="connsiteY99" fmla="*/ 254603 h 533400"/>
              <a:gd name="connsiteX100" fmla="*/ 420910 w 533400"/>
              <a:gd name="connsiteY100" fmla="*/ 254603 h 533400"/>
              <a:gd name="connsiteX101" fmla="*/ 413099 w 533400"/>
              <a:gd name="connsiteY101" fmla="*/ 174212 h 533400"/>
              <a:gd name="connsiteX102" fmla="*/ 493014 w 533400"/>
              <a:gd name="connsiteY102" fmla="*/ 206407 h 533400"/>
              <a:gd name="connsiteX103" fmla="*/ 493586 w 533400"/>
              <a:gd name="connsiteY103" fmla="*/ 208312 h 533400"/>
              <a:gd name="connsiteX104" fmla="*/ 496729 w 533400"/>
              <a:gd name="connsiteY104" fmla="*/ 220694 h 533400"/>
              <a:gd name="connsiteX105" fmla="*/ 497300 w 533400"/>
              <a:gd name="connsiteY105" fmla="*/ 223171 h 533400"/>
              <a:gd name="connsiteX106" fmla="*/ 499967 w 533400"/>
              <a:gd name="connsiteY106" fmla="*/ 237839 h 533400"/>
              <a:gd name="connsiteX107" fmla="*/ 500158 w 533400"/>
              <a:gd name="connsiteY107" fmla="*/ 240506 h 533400"/>
              <a:gd name="connsiteX108" fmla="*/ 377285 w 533400"/>
              <a:gd name="connsiteY108" fmla="*/ 377285 h 533400"/>
              <a:gd name="connsiteX109" fmla="*/ 288036 w 533400"/>
              <a:gd name="connsiteY109" fmla="*/ 387572 h 533400"/>
              <a:gd name="connsiteX110" fmla="*/ 288036 w 533400"/>
              <a:gd name="connsiteY110" fmla="*/ 288036 h 533400"/>
              <a:gd name="connsiteX111" fmla="*/ 387572 w 533400"/>
              <a:gd name="connsiteY111" fmla="*/ 288036 h 533400"/>
              <a:gd name="connsiteX112" fmla="*/ 377285 w 533400"/>
              <a:gd name="connsiteY112" fmla="*/ 377285 h 533400"/>
              <a:gd name="connsiteX113" fmla="*/ 155067 w 533400"/>
              <a:gd name="connsiteY113" fmla="*/ 288036 h 533400"/>
              <a:gd name="connsiteX114" fmla="*/ 254603 w 533400"/>
              <a:gd name="connsiteY114" fmla="*/ 288036 h 533400"/>
              <a:gd name="connsiteX115" fmla="*/ 254603 w 533400"/>
              <a:gd name="connsiteY115" fmla="*/ 387572 h 533400"/>
              <a:gd name="connsiteX116" fmla="*/ 165354 w 533400"/>
              <a:gd name="connsiteY116" fmla="*/ 377285 h 533400"/>
              <a:gd name="connsiteX117" fmla="*/ 155067 w 533400"/>
              <a:gd name="connsiteY117" fmla="*/ 288036 h 533400"/>
              <a:gd name="connsiteX118" fmla="*/ 165449 w 533400"/>
              <a:gd name="connsiteY118" fmla="*/ 165449 h 533400"/>
              <a:gd name="connsiteX119" fmla="*/ 254699 w 533400"/>
              <a:gd name="connsiteY119" fmla="*/ 155162 h 533400"/>
              <a:gd name="connsiteX120" fmla="*/ 254699 w 533400"/>
              <a:gd name="connsiteY120" fmla="*/ 254699 h 533400"/>
              <a:gd name="connsiteX121" fmla="*/ 155162 w 533400"/>
              <a:gd name="connsiteY121" fmla="*/ 254699 h 533400"/>
              <a:gd name="connsiteX122" fmla="*/ 165449 w 533400"/>
              <a:gd name="connsiteY122" fmla="*/ 165449 h 533400"/>
              <a:gd name="connsiteX123" fmla="*/ 288036 w 533400"/>
              <a:gd name="connsiteY123" fmla="*/ 254699 h 533400"/>
              <a:gd name="connsiteX124" fmla="*/ 288036 w 533400"/>
              <a:gd name="connsiteY124" fmla="*/ 155162 h 533400"/>
              <a:gd name="connsiteX125" fmla="*/ 377285 w 533400"/>
              <a:gd name="connsiteY125" fmla="*/ 165449 h 533400"/>
              <a:gd name="connsiteX126" fmla="*/ 387572 w 533400"/>
              <a:gd name="connsiteY126" fmla="*/ 254699 h 533400"/>
              <a:gd name="connsiteX127" fmla="*/ 288036 w 533400"/>
              <a:gd name="connsiteY127" fmla="*/ 254699 h 533400"/>
              <a:gd name="connsiteX128" fmla="*/ 368427 w 533400"/>
              <a:gd name="connsiteY128" fmla="*/ 129635 h 533400"/>
              <a:gd name="connsiteX129" fmla="*/ 288036 w 533400"/>
              <a:gd name="connsiteY129" fmla="*/ 121825 h 533400"/>
              <a:gd name="connsiteX130" fmla="*/ 288036 w 533400"/>
              <a:gd name="connsiteY130" fmla="*/ 41053 h 533400"/>
              <a:gd name="connsiteX131" fmla="*/ 288893 w 533400"/>
              <a:gd name="connsiteY131" fmla="*/ 41148 h 533400"/>
              <a:gd name="connsiteX132" fmla="*/ 303562 w 533400"/>
              <a:gd name="connsiteY132" fmla="*/ 42672 h 533400"/>
              <a:gd name="connsiteX133" fmla="*/ 304324 w 533400"/>
              <a:gd name="connsiteY133" fmla="*/ 42767 h 533400"/>
              <a:gd name="connsiteX134" fmla="*/ 319754 w 533400"/>
              <a:gd name="connsiteY134" fmla="*/ 45530 h 533400"/>
              <a:gd name="connsiteX135" fmla="*/ 321278 w 533400"/>
              <a:gd name="connsiteY135" fmla="*/ 45911 h 533400"/>
              <a:gd name="connsiteX136" fmla="*/ 334518 w 533400"/>
              <a:gd name="connsiteY136" fmla="*/ 49244 h 533400"/>
              <a:gd name="connsiteX137" fmla="*/ 336137 w 533400"/>
              <a:gd name="connsiteY137" fmla="*/ 49721 h 533400"/>
              <a:gd name="connsiteX138" fmla="*/ 368427 w 533400"/>
              <a:gd name="connsiteY138" fmla="*/ 129635 h 533400"/>
              <a:gd name="connsiteX139" fmla="*/ 208121 w 533400"/>
              <a:gd name="connsiteY139" fmla="*/ 49244 h 533400"/>
              <a:gd name="connsiteX140" fmla="*/ 221361 w 533400"/>
              <a:gd name="connsiteY140" fmla="*/ 45911 h 533400"/>
              <a:gd name="connsiteX141" fmla="*/ 222885 w 533400"/>
              <a:gd name="connsiteY141" fmla="*/ 45530 h 533400"/>
              <a:gd name="connsiteX142" fmla="*/ 238316 w 533400"/>
              <a:gd name="connsiteY142" fmla="*/ 42767 h 533400"/>
              <a:gd name="connsiteX143" fmla="*/ 239173 w 533400"/>
              <a:gd name="connsiteY143" fmla="*/ 42672 h 533400"/>
              <a:gd name="connsiteX144" fmla="*/ 253746 w 533400"/>
              <a:gd name="connsiteY144" fmla="*/ 41148 h 533400"/>
              <a:gd name="connsiteX145" fmla="*/ 254603 w 533400"/>
              <a:gd name="connsiteY145" fmla="*/ 41053 h 533400"/>
              <a:gd name="connsiteX146" fmla="*/ 254603 w 533400"/>
              <a:gd name="connsiteY146" fmla="*/ 121825 h 533400"/>
              <a:gd name="connsiteX147" fmla="*/ 174212 w 533400"/>
              <a:gd name="connsiteY147" fmla="*/ 129635 h 533400"/>
              <a:gd name="connsiteX148" fmla="*/ 206407 w 533400"/>
              <a:gd name="connsiteY148" fmla="*/ 49721 h 533400"/>
              <a:gd name="connsiteX149" fmla="*/ 208121 w 533400"/>
              <a:gd name="connsiteY149" fmla="*/ 49244 h 533400"/>
              <a:gd name="connsiteX150" fmla="*/ 46006 w 533400"/>
              <a:gd name="connsiteY150" fmla="*/ 220980 h 533400"/>
              <a:gd name="connsiteX151" fmla="*/ 49244 w 533400"/>
              <a:gd name="connsiteY151" fmla="*/ 208217 h 533400"/>
              <a:gd name="connsiteX152" fmla="*/ 49721 w 533400"/>
              <a:gd name="connsiteY152" fmla="*/ 206502 h 533400"/>
              <a:gd name="connsiteX153" fmla="*/ 129635 w 533400"/>
              <a:gd name="connsiteY153" fmla="*/ 174308 h 533400"/>
              <a:gd name="connsiteX154" fmla="*/ 121825 w 533400"/>
              <a:gd name="connsiteY154" fmla="*/ 254699 h 533400"/>
              <a:gd name="connsiteX155" fmla="*/ 41053 w 533400"/>
              <a:gd name="connsiteY155" fmla="*/ 254699 h 533400"/>
              <a:gd name="connsiteX156" fmla="*/ 41243 w 533400"/>
              <a:gd name="connsiteY156" fmla="*/ 252698 h 533400"/>
              <a:gd name="connsiteX157" fmla="*/ 42577 w 533400"/>
              <a:gd name="connsiteY157" fmla="*/ 240411 h 533400"/>
              <a:gd name="connsiteX158" fmla="*/ 42863 w 533400"/>
              <a:gd name="connsiteY158" fmla="*/ 237839 h 533400"/>
              <a:gd name="connsiteX159" fmla="*/ 45529 w 533400"/>
              <a:gd name="connsiteY159" fmla="*/ 223076 h 533400"/>
              <a:gd name="connsiteX160" fmla="*/ 46006 w 533400"/>
              <a:gd name="connsiteY160" fmla="*/ 220980 h 533400"/>
              <a:gd name="connsiteX161" fmla="*/ 42482 w 533400"/>
              <a:gd name="connsiteY161" fmla="*/ 302324 h 533400"/>
              <a:gd name="connsiteX162" fmla="*/ 41148 w 533400"/>
              <a:gd name="connsiteY162" fmla="*/ 290036 h 533400"/>
              <a:gd name="connsiteX163" fmla="*/ 40958 w 533400"/>
              <a:gd name="connsiteY163" fmla="*/ 288036 h 533400"/>
              <a:gd name="connsiteX164" fmla="*/ 121729 w 533400"/>
              <a:gd name="connsiteY164" fmla="*/ 288036 h 533400"/>
              <a:gd name="connsiteX165" fmla="*/ 129540 w 533400"/>
              <a:gd name="connsiteY165" fmla="*/ 368427 h 533400"/>
              <a:gd name="connsiteX166" fmla="*/ 49625 w 533400"/>
              <a:gd name="connsiteY166" fmla="*/ 336233 h 533400"/>
              <a:gd name="connsiteX167" fmla="*/ 49149 w 533400"/>
              <a:gd name="connsiteY167" fmla="*/ 334518 h 533400"/>
              <a:gd name="connsiteX168" fmla="*/ 45911 w 533400"/>
              <a:gd name="connsiteY168" fmla="*/ 321659 h 533400"/>
              <a:gd name="connsiteX169" fmla="*/ 45434 w 533400"/>
              <a:gd name="connsiteY169" fmla="*/ 319564 h 533400"/>
              <a:gd name="connsiteX170" fmla="*/ 42767 w 533400"/>
              <a:gd name="connsiteY170" fmla="*/ 304800 h 533400"/>
              <a:gd name="connsiteX171" fmla="*/ 42482 w 533400"/>
              <a:gd name="connsiteY171" fmla="*/ 302324 h 533400"/>
              <a:gd name="connsiteX172" fmla="*/ 174212 w 533400"/>
              <a:gd name="connsiteY172" fmla="*/ 413099 h 533400"/>
              <a:gd name="connsiteX173" fmla="*/ 254603 w 533400"/>
              <a:gd name="connsiteY173" fmla="*/ 420910 h 533400"/>
              <a:gd name="connsiteX174" fmla="*/ 254603 w 533400"/>
              <a:gd name="connsiteY174" fmla="*/ 501682 h 533400"/>
              <a:gd name="connsiteX175" fmla="*/ 253555 w 533400"/>
              <a:gd name="connsiteY175" fmla="*/ 501586 h 533400"/>
              <a:gd name="connsiteX176" fmla="*/ 239459 w 533400"/>
              <a:gd name="connsiteY176" fmla="*/ 500062 h 533400"/>
              <a:gd name="connsiteX177" fmla="*/ 238125 w 533400"/>
              <a:gd name="connsiteY177" fmla="*/ 499872 h 533400"/>
              <a:gd name="connsiteX178" fmla="*/ 222885 w 533400"/>
              <a:gd name="connsiteY178" fmla="*/ 497205 h 533400"/>
              <a:gd name="connsiteX179" fmla="*/ 220885 w 533400"/>
              <a:gd name="connsiteY179" fmla="*/ 496729 h 533400"/>
              <a:gd name="connsiteX180" fmla="*/ 208121 w 533400"/>
              <a:gd name="connsiteY180" fmla="*/ 493490 h 533400"/>
              <a:gd name="connsiteX181" fmla="*/ 206312 w 533400"/>
              <a:gd name="connsiteY181" fmla="*/ 492919 h 533400"/>
              <a:gd name="connsiteX182" fmla="*/ 174212 w 533400"/>
              <a:gd name="connsiteY182" fmla="*/ 413099 h 533400"/>
              <a:gd name="connsiteX183" fmla="*/ 334423 w 533400"/>
              <a:gd name="connsiteY183" fmla="*/ 493490 h 533400"/>
              <a:gd name="connsiteX184" fmla="*/ 321564 w 533400"/>
              <a:gd name="connsiteY184" fmla="*/ 496729 h 533400"/>
              <a:gd name="connsiteX185" fmla="*/ 319754 w 533400"/>
              <a:gd name="connsiteY185" fmla="*/ 497110 h 533400"/>
              <a:gd name="connsiteX186" fmla="*/ 304419 w 533400"/>
              <a:gd name="connsiteY186" fmla="*/ 499872 h 533400"/>
              <a:gd name="connsiteX187" fmla="*/ 303371 w 533400"/>
              <a:gd name="connsiteY187" fmla="*/ 499967 h 533400"/>
              <a:gd name="connsiteX188" fmla="*/ 288988 w 533400"/>
              <a:gd name="connsiteY188" fmla="*/ 501491 h 533400"/>
              <a:gd name="connsiteX189" fmla="*/ 288036 w 533400"/>
              <a:gd name="connsiteY189" fmla="*/ 501586 h 533400"/>
              <a:gd name="connsiteX190" fmla="*/ 288036 w 533400"/>
              <a:gd name="connsiteY190" fmla="*/ 420910 h 533400"/>
              <a:gd name="connsiteX191" fmla="*/ 368427 w 533400"/>
              <a:gd name="connsiteY191" fmla="*/ 413099 h 533400"/>
              <a:gd name="connsiteX192" fmla="*/ 336233 w 533400"/>
              <a:gd name="connsiteY192" fmla="*/ 493014 h 533400"/>
              <a:gd name="connsiteX193" fmla="*/ 334423 w 533400"/>
              <a:gd name="connsiteY193" fmla="*/ 493490 h 533400"/>
              <a:gd name="connsiteX194" fmla="*/ 496634 w 533400"/>
              <a:gd name="connsiteY194" fmla="*/ 322040 h 533400"/>
              <a:gd name="connsiteX195" fmla="*/ 493490 w 533400"/>
              <a:gd name="connsiteY195" fmla="*/ 334423 h 533400"/>
              <a:gd name="connsiteX196" fmla="*/ 492919 w 533400"/>
              <a:gd name="connsiteY196" fmla="*/ 336233 h 533400"/>
              <a:gd name="connsiteX197" fmla="*/ 413004 w 533400"/>
              <a:gd name="connsiteY197" fmla="*/ 368427 h 533400"/>
              <a:gd name="connsiteX198" fmla="*/ 420814 w 533400"/>
              <a:gd name="connsiteY198" fmla="*/ 288036 h 533400"/>
              <a:gd name="connsiteX199" fmla="*/ 501587 w 533400"/>
              <a:gd name="connsiteY199" fmla="*/ 288036 h 533400"/>
              <a:gd name="connsiteX200" fmla="*/ 501396 w 533400"/>
              <a:gd name="connsiteY200" fmla="*/ 290036 h 533400"/>
              <a:gd name="connsiteX201" fmla="*/ 500063 w 533400"/>
              <a:gd name="connsiteY201" fmla="*/ 302133 h 533400"/>
              <a:gd name="connsiteX202" fmla="*/ 499682 w 533400"/>
              <a:gd name="connsiteY202" fmla="*/ 304895 h 533400"/>
              <a:gd name="connsiteX203" fmla="*/ 497014 w 533400"/>
              <a:gd name="connsiteY203" fmla="*/ 319564 h 533400"/>
              <a:gd name="connsiteX204" fmla="*/ 496634 w 533400"/>
              <a:gd name="connsiteY204" fmla="*/ 32204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Lst>
            <a:rect l="l" t="t" r="r" b="b"/>
            <a:pathLst>
              <a:path w="533400" h="533400">
                <a:moveTo>
                  <a:pt x="534924" y="252794"/>
                </a:moveTo>
                <a:cubicBezTo>
                  <a:pt x="534829" y="251460"/>
                  <a:pt x="534734" y="250031"/>
                  <a:pt x="534638" y="248698"/>
                </a:cubicBezTo>
                <a:cubicBezTo>
                  <a:pt x="534067" y="242507"/>
                  <a:pt x="533400" y="236411"/>
                  <a:pt x="532447" y="230315"/>
                </a:cubicBezTo>
                <a:cubicBezTo>
                  <a:pt x="532447" y="230029"/>
                  <a:pt x="532352" y="229743"/>
                  <a:pt x="532257" y="229553"/>
                </a:cubicBezTo>
                <a:cubicBezTo>
                  <a:pt x="531305" y="223552"/>
                  <a:pt x="530066" y="217646"/>
                  <a:pt x="528733" y="211741"/>
                </a:cubicBezTo>
                <a:cubicBezTo>
                  <a:pt x="528542" y="210693"/>
                  <a:pt x="528257" y="209741"/>
                  <a:pt x="528066" y="208693"/>
                </a:cubicBezTo>
                <a:cubicBezTo>
                  <a:pt x="526637" y="202692"/>
                  <a:pt x="524923" y="196787"/>
                  <a:pt x="523113" y="190881"/>
                </a:cubicBezTo>
                <a:cubicBezTo>
                  <a:pt x="523018" y="190595"/>
                  <a:pt x="522922" y="190214"/>
                  <a:pt x="522827" y="189929"/>
                </a:cubicBezTo>
                <a:lnTo>
                  <a:pt x="520827" y="183642"/>
                </a:lnTo>
                <a:lnTo>
                  <a:pt x="520637" y="183547"/>
                </a:lnTo>
                <a:cubicBezTo>
                  <a:pt x="494062" y="108395"/>
                  <a:pt x="434435" y="48768"/>
                  <a:pt x="359283" y="22193"/>
                </a:cubicBezTo>
                <a:lnTo>
                  <a:pt x="359188" y="22003"/>
                </a:lnTo>
                <a:lnTo>
                  <a:pt x="352901" y="20003"/>
                </a:lnTo>
                <a:cubicBezTo>
                  <a:pt x="352616" y="19907"/>
                  <a:pt x="352330" y="19812"/>
                  <a:pt x="352044" y="19812"/>
                </a:cubicBezTo>
                <a:cubicBezTo>
                  <a:pt x="346043" y="17907"/>
                  <a:pt x="339947" y="16193"/>
                  <a:pt x="333756" y="14669"/>
                </a:cubicBezTo>
                <a:cubicBezTo>
                  <a:pt x="333089" y="14478"/>
                  <a:pt x="332422" y="14383"/>
                  <a:pt x="331756" y="14192"/>
                </a:cubicBezTo>
                <a:cubicBezTo>
                  <a:pt x="318992" y="11240"/>
                  <a:pt x="305943" y="9144"/>
                  <a:pt x="292608" y="8096"/>
                </a:cubicBezTo>
                <a:cubicBezTo>
                  <a:pt x="292322" y="8096"/>
                  <a:pt x="291941" y="8001"/>
                  <a:pt x="291655" y="8001"/>
                </a:cubicBezTo>
                <a:cubicBezTo>
                  <a:pt x="284988" y="7525"/>
                  <a:pt x="278321" y="7144"/>
                  <a:pt x="271558" y="7144"/>
                </a:cubicBezTo>
                <a:cubicBezTo>
                  <a:pt x="264795" y="7144"/>
                  <a:pt x="258032" y="7525"/>
                  <a:pt x="251365" y="8001"/>
                </a:cubicBezTo>
                <a:cubicBezTo>
                  <a:pt x="251079" y="8001"/>
                  <a:pt x="250698" y="8096"/>
                  <a:pt x="250412" y="8096"/>
                </a:cubicBezTo>
                <a:cubicBezTo>
                  <a:pt x="237077" y="9144"/>
                  <a:pt x="223933" y="11240"/>
                  <a:pt x="211169" y="14192"/>
                </a:cubicBezTo>
                <a:cubicBezTo>
                  <a:pt x="210503" y="14383"/>
                  <a:pt x="209836" y="14478"/>
                  <a:pt x="209169" y="14669"/>
                </a:cubicBezTo>
                <a:cubicBezTo>
                  <a:pt x="202978" y="16193"/>
                  <a:pt x="196977" y="17812"/>
                  <a:pt x="190881" y="19812"/>
                </a:cubicBezTo>
                <a:cubicBezTo>
                  <a:pt x="190595" y="19907"/>
                  <a:pt x="190310" y="20003"/>
                  <a:pt x="190024" y="20098"/>
                </a:cubicBezTo>
                <a:lnTo>
                  <a:pt x="183737" y="22098"/>
                </a:lnTo>
                <a:lnTo>
                  <a:pt x="183642" y="22289"/>
                </a:lnTo>
                <a:cubicBezTo>
                  <a:pt x="108490" y="48863"/>
                  <a:pt x="48863" y="108490"/>
                  <a:pt x="22288" y="183642"/>
                </a:cubicBezTo>
                <a:lnTo>
                  <a:pt x="22098" y="183737"/>
                </a:lnTo>
                <a:lnTo>
                  <a:pt x="20098" y="190024"/>
                </a:lnTo>
                <a:cubicBezTo>
                  <a:pt x="20003" y="190310"/>
                  <a:pt x="19907" y="190595"/>
                  <a:pt x="19812" y="190881"/>
                </a:cubicBezTo>
                <a:cubicBezTo>
                  <a:pt x="17907" y="196787"/>
                  <a:pt x="16288" y="202787"/>
                  <a:pt x="14764" y="208788"/>
                </a:cubicBezTo>
                <a:cubicBezTo>
                  <a:pt x="14573" y="209741"/>
                  <a:pt x="14288" y="210693"/>
                  <a:pt x="14097" y="211646"/>
                </a:cubicBezTo>
                <a:cubicBezTo>
                  <a:pt x="12668" y="217646"/>
                  <a:pt x="11525" y="223647"/>
                  <a:pt x="10478" y="229648"/>
                </a:cubicBezTo>
                <a:cubicBezTo>
                  <a:pt x="10478" y="229838"/>
                  <a:pt x="10382" y="230124"/>
                  <a:pt x="10382" y="230315"/>
                </a:cubicBezTo>
                <a:cubicBezTo>
                  <a:pt x="9430" y="236411"/>
                  <a:pt x="8763" y="242602"/>
                  <a:pt x="8192" y="248793"/>
                </a:cubicBezTo>
                <a:cubicBezTo>
                  <a:pt x="8096" y="250127"/>
                  <a:pt x="8001" y="251460"/>
                  <a:pt x="7906" y="252889"/>
                </a:cubicBezTo>
                <a:cubicBezTo>
                  <a:pt x="7429" y="259080"/>
                  <a:pt x="7144" y="265271"/>
                  <a:pt x="7144" y="271463"/>
                </a:cubicBezTo>
                <a:cubicBezTo>
                  <a:pt x="7144" y="277654"/>
                  <a:pt x="7429" y="283845"/>
                  <a:pt x="7906" y="290036"/>
                </a:cubicBezTo>
                <a:cubicBezTo>
                  <a:pt x="8001" y="291370"/>
                  <a:pt x="8096" y="292703"/>
                  <a:pt x="8192" y="294132"/>
                </a:cubicBezTo>
                <a:cubicBezTo>
                  <a:pt x="8763" y="300323"/>
                  <a:pt x="9430" y="306515"/>
                  <a:pt x="10382" y="312611"/>
                </a:cubicBezTo>
                <a:cubicBezTo>
                  <a:pt x="10382" y="312801"/>
                  <a:pt x="10478" y="313087"/>
                  <a:pt x="10478" y="313277"/>
                </a:cubicBezTo>
                <a:cubicBezTo>
                  <a:pt x="11430" y="319373"/>
                  <a:pt x="12668" y="325374"/>
                  <a:pt x="14097" y="331280"/>
                </a:cubicBezTo>
                <a:cubicBezTo>
                  <a:pt x="14288" y="332232"/>
                  <a:pt x="14573" y="333185"/>
                  <a:pt x="14764" y="334137"/>
                </a:cubicBezTo>
                <a:cubicBezTo>
                  <a:pt x="16193" y="340138"/>
                  <a:pt x="17907" y="346139"/>
                  <a:pt x="19812" y="352044"/>
                </a:cubicBezTo>
                <a:cubicBezTo>
                  <a:pt x="19907" y="352330"/>
                  <a:pt x="20003" y="352616"/>
                  <a:pt x="20098" y="352901"/>
                </a:cubicBezTo>
                <a:lnTo>
                  <a:pt x="22098" y="359188"/>
                </a:lnTo>
                <a:lnTo>
                  <a:pt x="22288" y="359283"/>
                </a:lnTo>
                <a:cubicBezTo>
                  <a:pt x="48863" y="434435"/>
                  <a:pt x="108490" y="494062"/>
                  <a:pt x="183642" y="520636"/>
                </a:cubicBezTo>
                <a:lnTo>
                  <a:pt x="183737" y="520827"/>
                </a:lnTo>
                <a:lnTo>
                  <a:pt x="190024" y="522827"/>
                </a:lnTo>
                <a:cubicBezTo>
                  <a:pt x="190310" y="522923"/>
                  <a:pt x="190691" y="523018"/>
                  <a:pt x="190976" y="523113"/>
                </a:cubicBezTo>
                <a:cubicBezTo>
                  <a:pt x="196882" y="525018"/>
                  <a:pt x="202787" y="526637"/>
                  <a:pt x="208788" y="528066"/>
                </a:cubicBezTo>
                <a:cubicBezTo>
                  <a:pt x="209741" y="528352"/>
                  <a:pt x="210788" y="528542"/>
                  <a:pt x="211741" y="528733"/>
                </a:cubicBezTo>
                <a:cubicBezTo>
                  <a:pt x="217646" y="530066"/>
                  <a:pt x="223647" y="531305"/>
                  <a:pt x="229648" y="532257"/>
                </a:cubicBezTo>
                <a:cubicBezTo>
                  <a:pt x="229934" y="532257"/>
                  <a:pt x="230219" y="532352"/>
                  <a:pt x="230410" y="532448"/>
                </a:cubicBezTo>
                <a:cubicBezTo>
                  <a:pt x="236506" y="533400"/>
                  <a:pt x="242697" y="534067"/>
                  <a:pt x="248793" y="534638"/>
                </a:cubicBezTo>
                <a:cubicBezTo>
                  <a:pt x="250127" y="534734"/>
                  <a:pt x="251555" y="534829"/>
                  <a:pt x="252889" y="534924"/>
                </a:cubicBezTo>
                <a:cubicBezTo>
                  <a:pt x="259080" y="535400"/>
                  <a:pt x="265271" y="535686"/>
                  <a:pt x="271463" y="535686"/>
                </a:cubicBezTo>
                <a:cubicBezTo>
                  <a:pt x="277654" y="535686"/>
                  <a:pt x="283845" y="535400"/>
                  <a:pt x="290036" y="534924"/>
                </a:cubicBezTo>
                <a:cubicBezTo>
                  <a:pt x="291370" y="534829"/>
                  <a:pt x="292799" y="534734"/>
                  <a:pt x="294132" y="534638"/>
                </a:cubicBezTo>
                <a:cubicBezTo>
                  <a:pt x="300323" y="534067"/>
                  <a:pt x="306419" y="533400"/>
                  <a:pt x="312515" y="532448"/>
                </a:cubicBezTo>
                <a:cubicBezTo>
                  <a:pt x="312801" y="532448"/>
                  <a:pt x="312992" y="532352"/>
                  <a:pt x="313277" y="532352"/>
                </a:cubicBezTo>
                <a:cubicBezTo>
                  <a:pt x="319278" y="531400"/>
                  <a:pt x="325279" y="530162"/>
                  <a:pt x="331184" y="528828"/>
                </a:cubicBezTo>
                <a:cubicBezTo>
                  <a:pt x="332137" y="528638"/>
                  <a:pt x="333185" y="528352"/>
                  <a:pt x="334137" y="528161"/>
                </a:cubicBezTo>
                <a:cubicBezTo>
                  <a:pt x="340138" y="526733"/>
                  <a:pt x="346043" y="525018"/>
                  <a:pt x="351949" y="523113"/>
                </a:cubicBezTo>
                <a:cubicBezTo>
                  <a:pt x="352235" y="523018"/>
                  <a:pt x="352616" y="522923"/>
                  <a:pt x="352901" y="522827"/>
                </a:cubicBezTo>
                <a:lnTo>
                  <a:pt x="359188" y="520827"/>
                </a:lnTo>
                <a:lnTo>
                  <a:pt x="359283" y="520636"/>
                </a:lnTo>
                <a:cubicBezTo>
                  <a:pt x="434435" y="494062"/>
                  <a:pt x="494062" y="434435"/>
                  <a:pt x="520637" y="359283"/>
                </a:cubicBezTo>
                <a:lnTo>
                  <a:pt x="520827" y="359188"/>
                </a:lnTo>
                <a:lnTo>
                  <a:pt x="522827" y="352901"/>
                </a:lnTo>
                <a:cubicBezTo>
                  <a:pt x="522922" y="352616"/>
                  <a:pt x="523018" y="352235"/>
                  <a:pt x="523113" y="351949"/>
                </a:cubicBezTo>
                <a:cubicBezTo>
                  <a:pt x="525018" y="346043"/>
                  <a:pt x="526637" y="340138"/>
                  <a:pt x="528161" y="334137"/>
                </a:cubicBezTo>
                <a:cubicBezTo>
                  <a:pt x="528447" y="333185"/>
                  <a:pt x="528638" y="332137"/>
                  <a:pt x="528828" y="331089"/>
                </a:cubicBezTo>
                <a:cubicBezTo>
                  <a:pt x="530162" y="325184"/>
                  <a:pt x="531400" y="319183"/>
                  <a:pt x="532352" y="313182"/>
                </a:cubicBezTo>
                <a:cubicBezTo>
                  <a:pt x="532352" y="312896"/>
                  <a:pt x="532447" y="312706"/>
                  <a:pt x="532447" y="312420"/>
                </a:cubicBezTo>
                <a:cubicBezTo>
                  <a:pt x="533400" y="306324"/>
                  <a:pt x="534067" y="300133"/>
                  <a:pt x="534638" y="294037"/>
                </a:cubicBezTo>
                <a:cubicBezTo>
                  <a:pt x="534734" y="292703"/>
                  <a:pt x="534829" y="291275"/>
                  <a:pt x="534924" y="289941"/>
                </a:cubicBezTo>
                <a:cubicBezTo>
                  <a:pt x="535400" y="283750"/>
                  <a:pt x="535686" y="277559"/>
                  <a:pt x="535686" y="271367"/>
                </a:cubicBezTo>
                <a:cubicBezTo>
                  <a:pt x="535686" y="265176"/>
                  <a:pt x="535400" y="258985"/>
                  <a:pt x="534924" y="252794"/>
                </a:cubicBezTo>
                <a:close/>
                <a:moveTo>
                  <a:pt x="381762" y="474155"/>
                </a:moveTo>
                <a:cubicBezTo>
                  <a:pt x="391192" y="451961"/>
                  <a:pt x="399002" y="429006"/>
                  <a:pt x="405098" y="405098"/>
                </a:cubicBezTo>
                <a:cubicBezTo>
                  <a:pt x="428911" y="399002"/>
                  <a:pt x="451961" y="391192"/>
                  <a:pt x="474155" y="381762"/>
                </a:cubicBezTo>
                <a:cubicBezTo>
                  <a:pt x="452819" y="420719"/>
                  <a:pt x="420719" y="452914"/>
                  <a:pt x="381762" y="474155"/>
                </a:cubicBezTo>
                <a:close/>
                <a:moveTo>
                  <a:pt x="68485" y="381857"/>
                </a:moveTo>
                <a:cubicBezTo>
                  <a:pt x="90678" y="391287"/>
                  <a:pt x="113633" y="399193"/>
                  <a:pt x="137541" y="405194"/>
                </a:cubicBezTo>
                <a:cubicBezTo>
                  <a:pt x="143637" y="429006"/>
                  <a:pt x="151447" y="452057"/>
                  <a:pt x="160877" y="474250"/>
                </a:cubicBezTo>
                <a:cubicBezTo>
                  <a:pt x="122015" y="452914"/>
                  <a:pt x="89821" y="420719"/>
                  <a:pt x="68485" y="381857"/>
                </a:cubicBezTo>
                <a:close/>
                <a:moveTo>
                  <a:pt x="160877" y="68580"/>
                </a:moveTo>
                <a:cubicBezTo>
                  <a:pt x="151447" y="90773"/>
                  <a:pt x="143542" y="113729"/>
                  <a:pt x="137541" y="137636"/>
                </a:cubicBezTo>
                <a:cubicBezTo>
                  <a:pt x="113729" y="143732"/>
                  <a:pt x="90678" y="151543"/>
                  <a:pt x="68485" y="160973"/>
                </a:cubicBezTo>
                <a:cubicBezTo>
                  <a:pt x="89821" y="122015"/>
                  <a:pt x="121920" y="89821"/>
                  <a:pt x="160877" y="68580"/>
                </a:cubicBezTo>
                <a:close/>
                <a:moveTo>
                  <a:pt x="474155" y="160973"/>
                </a:moveTo>
                <a:cubicBezTo>
                  <a:pt x="451961" y="151543"/>
                  <a:pt x="429006" y="143637"/>
                  <a:pt x="405098" y="137636"/>
                </a:cubicBezTo>
                <a:cubicBezTo>
                  <a:pt x="399002" y="113824"/>
                  <a:pt x="391192" y="90773"/>
                  <a:pt x="381762" y="68580"/>
                </a:cubicBezTo>
                <a:cubicBezTo>
                  <a:pt x="420719" y="89821"/>
                  <a:pt x="452914" y="122015"/>
                  <a:pt x="474155" y="160973"/>
                </a:cubicBezTo>
                <a:close/>
                <a:moveTo>
                  <a:pt x="500158" y="240506"/>
                </a:moveTo>
                <a:cubicBezTo>
                  <a:pt x="500729" y="244507"/>
                  <a:pt x="501110" y="248603"/>
                  <a:pt x="501491" y="252603"/>
                </a:cubicBezTo>
                <a:cubicBezTo>
                  <a:pt x="501587" y="253270"/>
                  <a:pt x="501587" y="253937"/>
                  <a:pt x="501682" y="254603"/>
                </a:cubicBezTo>
                <a:lnTo>
                  <a:pt x="420910" y="254603"/>
                </a:lnTo>
                <a:cubicBezTo>
                  <a:pt x="420148" y="226981"/>
                  <a:pt x="417671" y="200120"/>
                  <a:pt x="413099" y="174212"/>
                </a:cubicBezTo>
                <a:cubicBezTo>
                  <a:pt x="441008" y="182404"/>
                  <a:pt x="467678" y="193072"/>
                  <a:pt x="493014" y="206407"/>
                </a:cubicBezTo>
                <a:cubicBezTo>
                  <a:pt x="493205" y="207074"/>
                  <a:pt x="493395" y="207645"/>
                  <a:pt x="493586" y="208312"/>
                </a:cubicBezTo>
                <a:cubicBezTo>
                  <a:pt x="494729" y="212408"/>
                  <a:pt x="495776" y="216599"/>
                  <a:pt x="496729" y="220694"/>
                </a:cubicBezTo>
                <a:cubicBezTo>
                  <a:pt x="496919" y="221552"/>
                  <a:pt x="497110" y="222314"/>
                  <a:pt x="497300" y="223171"/>
                </a:cubicBezTo>
                <a:cubicBezTo>
                  <a:pt x="498348" y="228029"/>
                  <a:pt x="499205" y="232886"/>
                  <a:pt x="499967" y="237839"/>
                </a:cubicBezTo>
                <a:cubicBezTo>
                  <a:pt x="499967" y="238697"/>
                  <a:pt x="500063" y="239649"/>
                  <a:pt x="500158" y="240506"/>
                </a:cubicBezTo>
                <a:close/>
                <a:moveTo>
                  <a:pt x="377285" y="377285"/>
                </a:moveTo>
                <a:cubicBezTo>
                  <a:pt x="348710" y="383286"/>
                  <a:pt x="318897" y="386715"/>
                  <a:pt x="288036" y="387572"/>
                </a:cubicBezTo>
                <a:lnTo>
                  <a:pt x="288036" y="288036"/>
                </a:lnTo>
                <a:lnTo>
                  <a:pt x="387572" y="288036"/>
                </a:lnTo>
                <a:cubicBezTo>
                  <a:pt x="386620" y="318897"/>
                  <a:pt x="383191" y="348710"/>
                  <a:pt x="377285" y="377285"/>
                </a:cubicBezTo>
                <a:close/>
                <a:moveTo>
                  <a:pt x="155067" y="288036"/>
                </a:moveTo>
                <a:lnTo>
                  <a:pt x="254603" y="288036"/>
                </a:lnTo>
                <a:lnTo>
                  <a:pt x="254603" y="387572"/>
                </a:lnTo>
                <a:cubicBezTo>
                  <a:pt x="223742" y="386620"/>
                  <a:pt x="193929" y="383191"/>
                  <a:pt x="165354" y="377285"/>
                </a:cubicBezTo>
                <a:cubicBezTo>
                  <a:pt x="159449" y="348710"/>
                  <a:pt x="156020" y="318897"/>
                  <a:pt x="155067" y="288036"/>
                </a:cubicBezTo>
                <a:close/>
                <a:moveTo>
                  <a:pt x="165449" y="165449"/>
                </a:moveTo>
                <a:cubicBezTo>
                  <a:pt x="194024" y="159449"/>
                  <a:pt x="223838" y="156020"/>
                  <a:pt x="254699" y="155162"/>
                </a:cubicBezTo>
                <a:lnTo>
                  <a:pt x="254699" y="254699"/>
                </a:lnTo>
                <a:lnTo>
                  <a:pt x="155162" y="254699"/>
                </a:lnTo>
                <a:cubicBezTo>
                  <a:pt x="156020" y="223838"/>
                  <a:pt x="159449" y="194024"/>
                  <a:pt x="165449" y="165449"/>
                </a:cubicBezTo>
                <a:close/>
                <a:moveTo>
                  <a:pt x="288036" y="254699"/>
                </a:moveTo>
                <a:lnTo>
                  <a:pt x="288036" y="155162"/>
                </a:lnTo>
                <a:cubicBezTo>
                  <a:pt x="318897" y="156115"/>
                  <a:pt x="348710" y="159544"/>
                  <a:pt x="377285" y="165449"/>
                </a:cubicBezTo>
                <a:cubicBezTo>
                  <a:pt x="383286" y="194024"/>
                  <a:pt x="386715" y="223838"/>
                  <a:pt x="387572" y="254699"/>
                </a:cubicBezTo>
                <a:lnTo>
                  <a:pt x="288036" y="254699"/>
                </a:lnTo>
                <a:close/>
                <a:moveTo>
                  <a:pt x="368427" y="129635"/>
                </a:moveTo>
                <a:cubicBezTo>
                  <a:pt x="342519" y="125063"/>
                  <a:pt x="315563" y="122587"/>
                  <a:pt x="288036" y="121825"/>
                </a:cubicBezTo>
                <a:lnTo>
                  <a:pt x="288036" y="41053"/>
                </a:lnTo>
                <a:cubicBezTo>
                  <a:pt x="288322" y="41053"/>
                  <a:pt x="288608" y="41053"/>
                  <a:pt x="288893" y="41148"/>
                </a:cubicBezTo>
                <a:cubicBezTo>
                  <a:pt x="293751" y="41529"/>
                  <a:pt x="298704" y="42005"/>
                  <a:pt x="303562" y="42672"/>
                </a:cubicBezTo>
                <a:cubicBezTo>
                  <a:pt x="303752" y="42767"/>
                  <a:pt x="304038" y="42767"/>
                  <a:pt x="304324" y="42767"/>
                </a:cubicBezTo>
                <a:cubicBezTo>
                  <a:pt x="309467" y="43529"/>
                  <a:pt x="314706" y="44482"/>
                  <a:pt x="319754" y="45530"/>
                </a:cubicBezTo>
                <a:cubicBezTo>
                  <a:pt x="320230" y="45625"/>
                  <a:pt x="320802" y="45815"/>
                  <a:pt x="321278" y="45911"/>
                </a:cubicBezTo>
                <a:cubicBezTo>
                  <a:pt x="325755" y="46863"/>
                  <a:pt x="330137" y="48006"/>
                  <a:pt x="334518" y="49244"/>
                </a:cubicBezTo>
                <a:cubicBezTo>
                  <a:pt x="335089" y="49435"/>
                  <a:pt x="335661" y="49530"/>
                  <a:pt x="336137" y="49721"/>
                </a:cubicBezTo>
                <a:cubicBezTo>
                  <a:pt x="349568" y="74962"/>
                  <a:pt x="360236" y="101727"/>
                  <a:pt x="368427" y="129635"/>
                </a:cubicBezTo>
                <a:close/>
                <a:moveTo>
                  <a:pt x="208121" y="49244"/>
                </a:moveTo>
                <a:cubicBezTo>
                  <a:pt x="212503" y="48006"/>
                  <a:pt x="216884" y="46863"/>
                  <a:pt x="221361" y="45911"/>
                </a:cubicBezTo>
                <a:cubicBezTo>
                  <a:pt x="221837" y="45815"/>
                  <a:pt x="222409" y="45625"/>
                  <a:pt x="222885" y="45530"/>
                </a:cubicBezTo>
                <a:cubicBezTo>
                  <a:pt x="228029" y="44482"/>
                  <a:pt x="233172" y="43529"/>
                  <a:pt x="238316" y="42767"/>
                </a:cubicBezTo>
                <a:cubicBezTo>
                  <a:pt x="238601" y="42767"/>
                  <a:pt x="238887" y="42672"/>
                  <a:pt x="239173" y="42672"/>
                </a:cubicBezTo>
                <a:cubicBezTo>
                  <a:pt x="244030" y="42005"/>
                  <a:pt x="248888" y="41529"/>
                  <a:pt x="253746" y="41148"/>
                </a:cubicBezTo>
                <a:cubicBezTo>
                  <a:pt x="254032" y="41148"/>
                  <a:pt x="254318" y="41148"/>
                  <a:pt x="254603" y="41053"/>
                </a:cubicBezTo>
                <a:lnTo>
                  <a:pt x="254603" y="121825"/>
                </a:lnTo>
                <a:cubicBezTo>
                  <a:pt x="226981" y="122587"/>
                  <a:pt x="200120" y="125063"/>
                  <a:pt x="174212" y="129635"/>
                </a:cubicBezTo>
                <a:cubicBezTo>
                  <a:pt x="182404" y="101727"/>
                  <a:pt x="193072" y="75057"/>
                  <a:pt x="206407" y="49721"/>
                </a:cubicBezTo>
                <a:cubicBezTo>
                  <a:pt x="206978" y="49625"/>
                  <a:pt x="207550" y="49435"/>
                  <a:pt x="208121" y="49244"/>
                </a:cubicBezTo>
                <a:close/>
                <a:moveTo>
                  <a:pt x="46006" y="220980"/>
                </a:moveTo>
                <a:cubicBezTo>
                  <a:pt x="46958" y="216694"/>
                  <a:pt x="48101" y="212408"/>
                  <a:pt x="49244" y="208217"/>
                </a:cubicBezTo>
                <a:cubicBezTo>
                  <a:pt x="49435" y="207645"/>
                  <a:pt x="49530" y="207074"/>
                  <a:pt x="49721" y="206502"/>
                </a:cubicBezTo>
                <a:cubicBezTo>
                  <a:pt x="74962" y="193167"/>
                  <a:pt x="101632" y="182499"/>
                  <a:pt x="129635" y="174308"/>
                </a:cubicBezTo>
                <a:cubicBezTo>
                  <a:pt x="125063" y="200216"/>
                  <a:pt x="122587" y="227171"/>
                  <a:pt x="121825" y="254699"/>
                </a:cubicBezTo>
                <a:lnTo>
                  <a:pt x="41053" y="254699"/>
                </a:lnTo>
                <a:cubicBezTo>
                  <a:pt x="41148" y="254032"/>
                  <a:pt x="41148" y="253365"/>
                  <a:pt x="41243" y="252698"/>
                </a:cubicBezTo>
                <a:cubicBezTo>
                  <a:pt x="41529" y="248603"/>
                  <a:pt x="42005" y="244507"/>
                  <a:pt x="42577" y="240411"/>
                </a:cubicBezTo>
                <a:cubicBezTo>
                  <a:pt x="42672" y="239554"/>
                  <a:pt x="42767" y="238697"/>
                  <a:pt x="42863" y="237839"/>
                </a:cubicBezTo>
                <a:cubicBezTo>
                  <a:pt x="43625" y="232886"/>
                  <a:pt x="44482" y="227933"/>
                  <a:pt x="45529" y="223076"/>
                </a:cubicBezTo>
                <a:cubicBezTo>
                  <a:pt x="45625" y="222409"/>
                  <a:pt x="45815" y="221647"/>
                  <a:pt x="46006" y="220980"/>
                </a:cubicBezTo>
                <a:close/>
                <a:moveTo>
                  <a:pt x="42482" y="302324"/>
                </a:moveTo>
                <a:cubicBezTo>
                  <a:pt x="41910" y="298228"/>
                  <a:pt x="41529" y="294132"/>
                  <a:pt x="41148" y="290036"/>
                </a:cubicBezTo>
                <a:cubicBezTo>
                  <a:pt x="41053" y="289370"/>
                  <a:pt x="41053" y="288703"/>
                  <a:pt x="40958" y="288036"/>
                </a:cubicBezTo>
                <a:lnTo>
                  <a:pt x="121729" y="288036"/>
                </a:lnTo>
                <a:cubicBezTo>
                  <a:pt x="122492" y="315659"/>
                  <a:pt x="124968" y="342519"/>
                  <a:pt x="129540" y="368427"/>
                </a:cubicBezTo>
                <a:cubicBezTo>
                  <a:pt x="101632" y="360236"/>
                  <a:pt x="74962" y="349568"/>
                  <a:pt x="49625" y="336233"/>
                </a:cubicBezTo>
                <a:cubicBezTo>
                  <a:pt x="49435" y="335661"/>
                  <a:pt x="49339" y="335090"/>
                  <a:pt x="49149" y="334518"/>
                </a:cubicBezTo>
                <a:cubicBezTo>
                  <a:pt x="47911" y="330232"/>
                  <a:pt x="46863" y="325946"/>
                  <a:pt x="45911" y="321659"/>
                </a:cubicBezTo>
                <a:cubicBezTo>
                  <a:pt x="45720" y="320993"/>
                  <a:pt x="45625" y="320326"/>
                  <a:pt x="45434" y="319564"/>
                </a:cubicBezTo>
                <a:cubicBezTo>
                  <a:pt x="44387" y="314611"/>
                  <a:pt x="43529" y="309753"/>
                  <a:pt x="42767" y="304800"/>
                </a:cubicBezTo>
                <a:cubicBezTo>
                  <a:pt x="42672" y="304038"/>
                  <a:pt x="42577" y="303181"/>
                  <a:pt x="42482" y="302324"/>
                </a:cubicBezTo>
                <a:close/>
                <a:moveTo>
                  <a:pt x="174212" y="413099"/>
                </a:moveTo>
                <a:cubicBezTo>
                  <a:pt x="200120" y="417671"/>
                  <a:pt x="227076" y="420148"/>
                  <a:pt x="254603" y="420910"/>
                </a:cubicBezTo>
                <a:lnTo>
                  <a:pt x="254603" y="501682"/>
                </a:lnTo>
                <a:cubicBezTo>
                  <a:pt x="254222" y="501682"/>
                  <a:pt x="253937" y="501586"/>
                  <a:pt x="253555" y="501586"/>
                </a:cubicBezTo>
                <a:cubicBezTo>
                  <a:pt x="248793" y="501206"/>
                  <a:pt x="244126" y="500729"/>
                  <a:pt x="239459" y="500062"/>
                </a:cubicBezTo>
                <a:cubicBezTo>
                  <a:pt x="238982" y="499967"/>
                  <a:pt x="238601" y="499967"/>
                  <a:pt x="238125" y="499872"/>
                </a:cubicBezTo>
                <a:cubicBezTo>
                  <a:pt x="233077" y="499110"/>
                  <a:pt x="227933" y="498253"/>
                  <a:pt x="222885" y="497205"/>
                </a:cubicBezTo>
                <a:cubicBezTo>
                  <a:pt x="222218" y="497015"/>
                  <a:pt x="221552" y="496919"/>
                  <a:pt x="220885" y="496729"/>
                </a:cubicBezTo>
                <a:cubicBezTo>
                  <a:pt x="216599" y="495776"/>
                  <a:pt x="212408" y="494729"/>
                  <a:pt x="208121" y="493490"/>
                </a:cubicBezTo>
                <a:cubicBezTo>
                  <a:pt x="207550" y="493300"/>
                  <a:pt x="206883" y="493109"/>
                  <a:pt x="206312" y="492919"/>
                </a:cubicBezTo>
                <a:cubicBezTo>
                  <a:pt x="193167" y="467773"/>
                  <a:pt x="182404" y="441103"/>
                  <a:pt x="174212" y="413099"/>
                </a:cubicBezTo>
                <a:close/>
                <a:moveTo>
                  <a:pt x="334423" y="493490"/>
                </a:moveTo>
                <a:cubicBezTo>
                  <a:pt x="330137" y="494729"/>
                  <a:pt x="325850" y="495776"/>
                  <a:pt x="321564" y="496729"/>
                </a:cubicBezTo>
                <a:cubicBezTo>
                  <a:pt x="320993" y="496824"/>
                  <a:pt x="320326" y="497015"/>
                  <a:pt x="319754" y="497110"/>
                </a:cubicBezTo>
                <a:cubicBezTo>
                  <a:pt x="314706" y="498158"/>
                  <a:pt x="309563" y="499110"/>
                  <a:pt x="304419" y="499872"/>
                </a:cubicBezTo>
                <a:cubicBezTo>
                  <a:pt x="304038" y="499967"/>
                  <a:pt x="303752" y="499967"/>
                  <a:pt x="303371" y="499967"/>
                </a:cubicBezTo>
                <a:cubicBezTo>
                  <a:pt x="298609" y="500634"/>
                  <a:pt x="293846" y="501110"/>
                  <a:pt x="288988" y="501491"/>
                </a:cubicBezTo>
                <a:cubicBezTo>
                  <a:pt x="288703" y="501491"/>
                  <a:pt x="288322" y="501586"/>
                  <a:pt x="288036" y="501586"/>
                </a:cubicBezTo>
                <a:lnTo>
                  <a:pt x="288036" y="420910"/>
                </a:lnTo>
                <a:cubicBezTo>
                  <a:pt x="315659" y="420148"/>
                  <a:pt x="342519" y="417671"/>
                  <a:pt x="368427" y="413099"/>
                </a:cubicBezTo>
                <a:cubicBezTo>
                  <a:pt x="360236" y="441008"/>
                  <a:pt x="349568" y="467678"/>
                  <a:pt x="336233" y="493014"/>
                </a:cubicBezTo>
                <a:cubicBezTo>
                  <a:pt x="335661" y="493205"/>
                  <a:pt x="334994" y="493395"/>
                  <a:pt x="334423" y="493490"/>
                </a:cubicBezTo>
                <a:close/>
                <a:moveTo>
                  <a:pt x="496634" y="322040"/>
                </a:moveTo>
                <a:cubicBezTo>
                  <a:pt x="495681" y="326231"/>
                  <a:pt x="494633" y="330327"/>
                  <a:pt x="493490" y="334423"/>
                </a:cubicBezTo>
                <a:cubicBezTo>
                  <a:pt x="493300" y="335090"/>
                  <a:pt x="493109" y="335661"/>
                  <a:pt x="492919" y="336233"/>
                </a:cubicBezTo>
                <a:cubicBezTo>
                  <a:pt x="467678" y="349568"/>
                  <a:pt x="441008" y="360236"/>
                  <a:pt x="413004" y="368427"/>
                </a:cubicBezTo>
                <a:cubicBezTo>
                  <a:pt x="417576" y="342519"/>
                  <a:pt x="420053" y="315563"/>
                  <a:pt x="420814" y="288036"/>
                </a:cubicBezTo>
                <a:lnTo>
                  <a:pt x="501587" y="288036"/>
                </a:lnTo>
                <a:cubicBezTo>
                  <a:pt x="501491" y="288703"/>
                  <a:pt x="501491" y="289370"/>
                  <a:pt x="501396" y="290036"/>
                </a:cubicBezTo>
                <a:cubicBezTo>
                  <a:pt x="501110" y="294132"/>
                  <a:pt x="500634" y="298133"/>
                  <a:pt x="500063" y="302133"/>
                </a:cubicBezTo>
                <a:cubicBezTo>
                  <a:pt x="499967" y="303086"/>
                  <a:pt x="499872" y="303943"/>
                  <a:pt x="499682" y="304895"/>
                </a:cubicBezTo>
                <a:cubicBezTo>
                  <a:pt x="498920" y="309753"/>
                  <a:pt x="498062" y="314706"/>
                  <a:pt x="497014" y="319564"/>
                </a:cubicBezTo>
                <a:cubicBezTo>
                  <a:pt x="497014" y="320421"/>
                  <a:pt x="496824" y="321183"/>
                  <a:pt x="496634" y="322040"/>
                </a:cubicBezTo>
                <a:close/>
              </a:path>
            </a:pathLst>
          </a:custGeom>
          <a:solidFill>
            <a:schemeClr val="tx2"/>
          </a:solidFill>
          <a:ln w="9525" cap="flat">
            <a:noFill/>
            <a:prstDash val="solid"/>
            <a:miter/>
          </a:ln>
        </p:spPr>
        <p:txBody>
          <a:bodyPr rtlCol="0" anchor="ctr"/>
          <a:lstStyle/>
          <a:p>
            <a:endParaRPr lang="en-US"/>
          </a:p>
        </p:txBody>
      </p:sp>
      <p:sp>
        <p:nvSpPr>
          <p:cNvPr id="222" name="TextBox 31">
            <a:extLst>
              <a:ext uri="{FF2B5EF4-FFF2-40B4-BE49-F238E27FC236}">
                <a16:creationId xmlns:a16="http://schemas.microsoft.com/office/drawing/2014/main" id="{CE9CD28E-F891-5148-9B9D-D6CC0EA07A21}"/>
              </a:ext>
            </a:extLst>
          </p:cNvPr>
          <p:cNvSpPr txBox="1"/>
          <p:nvPr/>
        </p:nvSpPr>
        <p:spPr>
          <a:xfrm>
            <a:off x="8134651" y="4780004"/>
            <a:ext cx="286937" cy="215444"/>
          </a:xfrm>
          <a:prstGeom prst="rect">
            <a:avLst/>
          </a:prstGeom>
          <a:noFill/>
        </p:spPr>
        <p:txBody>
          <a:bodyPr wrap="none" lIns="0" rIns="0" rtlCol="0" anchor="ctr" anchorCtr="0">
            <a:noAutofit/>
          </a:bodyPr>
          <a:lstStyle/>
          <a:p>
            <a:pPr algn="ctr"/>
            <a:r>
              <a:rPr lang="en-US" sz="800"/>
              <a:t>Globe</a:t>
            </a:r>
          </a:p>
        </p:txBody>
      </p:sp>
      <p:sp>
        <p:nvSpPr>
          <p:cNvPr id="224" name="Freeform: Shape 215">
            <a:extLst>
              <a:ext uri="{FF2B5EF4-FFF2-40B4-BE49-F238E27FC236}">
                <a16:creationId xmlns:a16="http://schemas.microsoft.com/office/drawing/2014/main" id="{335A3E67-7EE0-7448-8087-CD879DC7E6E8}"/>
              </a:ext>
            </a:extLst>
          </p:cNvPr>
          <p:cNvSpPr>
            <a:spLocks noChangeAspect="1"/>
          </p:cNvSpPr>
          <p:nvPr/>
        </p:nvSpPr>
        <p:spPr>
          <a:xfrm>
            <a:off x="8918553" y="4184214"/>
            <a:ext cx="542925" cy="542925"/>
          </a:xfrm>
          <a:custGeom>
            <a:avLst/>
            <a:gdLst>
              <a:gd name="connsiteX0" fmla="*/ 485888 w 542925"/>
              <a:gd name="connsiteY0" fmla="*/ 112109 h 542925"/>
              <a:gd name="connsiteX1" fmla="*/ 273672 w 542925"/>
              <a:gd name="connsiteY1" fmla="*/ 7144 h 542925"/>
              <a:gd name="connsiteX2" fmla="*/ 112032 w 542925"/>
              <a:gd name="connsiteY2" fmla="*/ 61817 h 542925"/>
              <a:gd name="connsiteX3" fmla="*/ 61835 w 542925"/>
              <a:gd name="connsiteY3" fmla="*/ 435674 h 542925"/>
              <a:gd name="connsiteX4" fmla="*/ 237857 w 542925"/>
              <a:gd name="connsiteY4" fmla="*/ 538067 h 542925"/>
              <a:gd name="connsiteX5" fmla="*/ 237857 w 542925"/>
              <a:gd name="connsiteY5" fmla="*/ 538067 h 542925"/>
              <a:gd name="connsiteX6" fmla="*/ 237953 w 542925"/>
              <a:gd name="connsiteY6" fmla="*/ 538067 h 542925"/>
              <a:gd name="connsiteX7" fmla="*/ 274052 w 542925"/>
              <a:gd name="connsiteY7" fmla="*/ 540639 h 542925"/>
              <a:gd name="connsiteX8" fmla="*/ 435691 w 542925"/>
              <a:gd name="connsiteY8" fmla="*/ 485966 h 542925"/>
              <a:gd name="connsiteX9" fmla="*/ 485888 w 542925"/>
              <a:gd name="connsiteY9" fmla="*/ 112109 h 542925"/>
              <a:gd name="connsiteX10" fmla="*/ 395115 w 542925"/>
              <a:gd name="connsiteY10" fmla="*/ 400717 h 542925"/>
              <a:gd name="connsiteX11" fmla="*/ 393306 w 542925"/>
              <a:gd name="connsiteY11" fmla="*/ 401479 h 542925"/>
              <a:gd name="connsiteX12" fmla="*/ 389400 w 542925"/>
              <a:gd name="connsiteY12" fmla="*/ 402908 h 542925"/>
              <a:gd name="connsiteX13" fmla="*/ 387305 w 542925"/>
              <a:gd name="connsiteY13" fmla="*/ 403384 h 542925"/>
              <a:gd name="connsiteX14" fmla="*/ 383494 w 542925"/>
              <a:gd name="connsiteY14" fmla="*/ 403955 h 542925"/>
              <a:gd name="connsiteX15" fmla="*/ 381399 w 542925"/>
              <a:gd name="connsiteY15" fmla="*/ 404146 h 542925"/>
              <a:gd name="connsiteX16" fmla="*/ 378541 w 542925"/>
              <a:gd name="connsiteY16" fmla="*/ 404050 h 542925"/>
              <a:gd name="connsiteX17" fmla="*/ 374160 w 542925"/>
              <a:gd name="connsiteY17" fmla="*/ 403574 h 542925"/>
              <a:gd name="connsiteX18" fmla="*/ 371493 w 542925"/>
              <a:gd name="connsiteY18" fmla="*/ 403003 h 542925"/>
              <a:gd name="connsiteX19" fmla="*/ 367302 w 542925"/>
              <a:gd name="connsiteY19" fmla="*/ 401574 h 542925"/>
              <a:gd name="connsiteX20" fmla="*/ 364825 w 542925"/>
              <a:gd name="connsiteY20" fmla="*/ 400526 h 542925"/>
              <a:gd name="connsiteX21" fmla="*/ 363873 w 542925"/>
              <a:gd name="connsiteY21" fmla="*/ 399860 h 542925"/>
              <a:gd name="connsiteX22" fmla="*/ 360825 w 542925"/>
              <a:gd name="connsiteY22" fmla="*/ 397859 h 542925"/>
              <a:gd name="connsiteX23" fmla="*/ 358920 w 542925"/>
              <a:gd name="connsiteY23" fmla="*/ 396526 h 542925"/>
              <a:gd name="connsiteX24" fmla="*/ 353777 w 542925"/>
              <a:gd name="connsiteY24" fmla="*/ 391192 h 542925"/>
              <a:gd name="connsiteX25" fmla="*/ 347204 w 542925"/>
              <a:gd name="connsiteY25" fmla="*/ 368046 h 542925"/>
              <a:gd name="connsiteX26" fmla="*/ 347585 w 542925"/>
              <a:gd name="connsiteY26" fmla="*/ 365093 h 542925"/>
              <a:gd name="connsiteX27" fmla="*/ 360063 w 542925"/>
              <a:gd name="connsiteY27" fmla="*/ 344424 h 542925"/>
              <a:gd name="connsiteX28" fmla="*/ 365397 w 542925"/>
              <a:gd name="connsiteY28" fmla="*/ 341186 h 542925"/>
              <a:gd name="connsiteX29" fmla="*/ 367207 w 542925"/>
              <a:gd name="connsiteY29" fmla="*/ 340424 h 542925"/>
              <a:gd name="connsiteX30" fmla="*/ 371112 w 542925"/>
              <a:gd name="connsiteY30" fmla="*/ 338995 h 542925"/>
              <a:gd name="connsiteX31" fmla="*/ 373207 w 542925"/>
              <a:gd name="connsiteY31" fmla="*/ 338519 h 542925"/>
              <a:gd name="connsiteX32" fmla="*/ 373874 w 542925"/>
              <a:gd name="connsiteY32" fmla="*/ 338328 h 542925"/>
              <a:gd name="connsiteX33" fmla="*/ 373874 w 542925"/>
              <a:gd name="connsiteY33" fmla="*/ 338423 h 542925"/>
              <a:gd name="connsiteX34" fmla="*/ 377113 w 542925"/>
              <a:gd name="connsiteY34" fmla="*/ 337947 h 542925"/>
              <a:gd name="connsiteX35" fmla="*/ 379208 w 542925"/>
              <a:gd name="connsiteY35" fmla="*/ 337757 h 542925"/>
              <a:gd name="connsiteX36" fmla="*/ 382066 w 542925"/>
              <a:gd name="connsiteY36" fmla="*/ 337852 h 542925"/>
              <a:gd name="connsiteX37" fmla="*/ 386543 w 542925"/>
              <a:gd name="connsiteY37" fmla="*/ 338328 h 542925"/>
              <a:gd name="connsiteX38" fmla="*/ 389209 w 542925"/>
              <a:gd name="connsiteY38" fmla="*/ 338900 h 542925"/>
              <a:gd name="connsiteX39" fmla="*/ 393400 w 542925"/>
              <a:gd name="connsiteY39" fmla="*/ 340328 h 542925"/>
              <a:gd name="connsiteX40" fmla="*/ 395877 w 542925"/>
              <a:gd name="connsiteY40" fmla="*/ 341376 h 542925"/>
              <a:gd name="connsiteX41" fmla="*/ 399973 w 542925"/>
              <a:gd name="connsiteY41" fmla="*/ 343948 h 542925"/>
              <a:gd name="connsiteX42" fmla="*/ 401878 w 542925"/>
              <a:gd name="connsiteY42" fmla="*/ 345281 h 542925"/>
              <a:gd name="connsiteX43" fmla="*/ 404926 w 542925"/>
              <a:gd name="connsiteY43" fmla="*/ 348425 h 542925"/>
              <a:gd name="connsiteX44" fmla="*/ 406069 w 542925"/>
              <a:gd name="connsiteY44" fmla="*/ 349663 h 542925"/>
              <a:gd name="connsiteX45" fmla="*/ 407022 w 542925"/>
              <a:gd name="connsiteY45" fmla="*/ 350615 h 542925"/>
              <a:gd name="connsiteX46" fmla="*/ 412260 w 542925"/>
              <a:gd name="connsiteY46" fmla="*/ 381000 h 542925"/>
              <a:gd name="connsiteX47" fmla="*/ 400830 w 542925"/>
              <a:gd name="connsiteY47" fmla="*/ 397288 h 542925"/>
              <a:gd name="connsiteX48" fmla="*/ 398734 w 542925"/>
              <a:gd name="connsiteY48" fmla="*/ 398621 h 542925"/>
              <a:gd name="connsiteX49" fmla="*/ 398734 w 542925"/>
              <a:gd name="connsiteY49" fmla="*/ 398526 h 542925"/>
              <a:gd name="connsiteX50" fmla="*/ 395115 w 542925"/>
              <a:gd name="connsiteY50" fmla="*/ 400717 h 542925"/>
              <a:gd name="connsiteX51" fmla="*/ 237476 w 542925"/>
              <a:gd name="connsiteY51" fmla="*/ 504349 h 542925"/>
              <a:gd name="connsiteX52" fmla="*/ 191280 w 542925"/>
              <a:gd name="connsiteY52" fmla="*/ 492252 h 542925"/>
              <a:gd name="connsiteX53" fmla="*/ 193566 w 542925"/>
              <a:gd name="connsiteY53" fmla="*/ 421291 h 542925"/>
              <a:gd name="connsiteX54" fmla="*/ 202806 w 542925"/>
              <a:gd name="connsiteY54" fmla="*/ 421958 h 542925"/>
              <a:gd name="connsiteX55" fmla="*/ 243191 w 542925"/>
              <a:gd name="connsiteY55" fmla="*/ 408242 h 542925"/>
              <a:gd name="connsiteX56" fmla="*/ 265861 w 542925"/>
              <a:gd name="connsiteY56" fmla="*/ 376809 h 542925"/>
              <a:gd name="connsiteX57" fmla="*/ 295484 w 542925"/>
              <a:gd name="connsiteY57" fmla="*/ 378428 h 542925"/>
              <a:gd name="connsiteX58" fmla="*/ 313771 w 542925"/>
              <a:gd name="connsiteY58" fmla="*/ 377095 h 542925"/>
              <a:gd name="connsiteX59" fmla="*/ 327107 w 542925"/>
              <a:gd name="connsiteY59" fmla="*/ 411194 h 542925"/>
              <a:gd name="connsiteX60" fmla="*/ 350443 w 542925"/>
              <a:gd name="connsiteY60" fmla="*/ 430530 h 542925"/>
              <a:gd name="connsiteX61" fmla="*/ 237476 w 542925"/>
              <a:gd name="connsiteY61" fmla="*/ 504349 h 542925"/>
              <a:gd name="connsiteX62" fmla="*/ 171087 w 542925"/>
              <a:gd name="connsiteY62" fmla="*/ 345376 h 542925"/>
              <a:gd name="connsiteX63" fmla="*/ 182613 w 542925"/>
              <a:gd name="connsiteY63" fmla="*/ 328898 h 542925"/>
              <a:gd name="connsiteX64" fmla="*/ 187851 w 542925"/>
              <a:gd name="connsiteY64" fmla="*/ 325660 h 542925"/>
              <a:gd name="connsiteX65" fmla="*/ 187851 w 542925"/>
              <a:gd name="connsiteY65" fmla="*/ 325660 h 542925"/>
              <a:gd name="connsiteX66" fmla="*/ 187947 w 542925"/>
              <a:gd name="connsiteY66" fmla="*/ 325660 h 542925"/>
              <a:gd name="connsiteX67" fmla="*/ 189756 w 542925"/>
              <a:gd name="connsiteY67" fmla="*/ 324898 h 542925"/>
              <a:gd name="connsiteX68" fmla="*/ 193661 w 542925"/>
              <a:gd name="connsiteY68" fmla="*/ 323469 h 542925"/>
              <a:gd name="connsiteX69" fmla="*/ 195757 w 542925"/>
              <a:gd name="connsiteY69" fmla="*/ 322993 h 542925"/>
              <a:gd name="connsiteX70" fmla="*/ 199567 w 542925"/>
              <a:gd name="connsiteY70" fmla="*/ 322421 h 542925"/>
              <a:gd name="connsiteX71" fmla="*/ 201663 w 542925"/>
              <a:gd name="connsiteY71" fmla="*/ 322231 h 542925"/>
              <a:gd name="connsiteX72" fmla="*/ 204520 w 542925"/>
              <a:gd name="connsiteY72" fmla="*/ 322326 h 542925"/>
              <a:gd name="connsiteX73" fmla="*/ 208901 w 542925"/>
              <a:gd name="connsiteY73" fmla="*/ 322802 h 542925"/>
              <a:gd name="connsiteX74" fmla="*/ 211568 w 542925"/>
              <a:gd name="connsiteY74" fmla="*/ 323374 h 542925"/>
              <a:gd name="connsiteX75" fmla="*/ 213759 w 542925"/>
              <a:gd name="connsiteY75" fmla="*/ 324136 h 542925"/>
              <a:gd name="connsiteX76" fmla="*/ 215759 w 542925"/>
              <a:gd name="connsiteY76" fmla="*/ 324803 h 542925"/>
              <a:gd name="connsiteX77" fmla="*/ 218236 w 542925"/>
              <a:gd name="connsiteY77" fmla="*/ 325850 h 542925"/>
              <a:gd name="connsiteX78" fmla="*/ 221189 w 542925"/>
              <a:gd name="connsiteY78" fmla="*/ 327755 h 542925"/>
              <a:gd name="connsiteX79" fmla="*/ 222332 w 542925"/>
              <a:gd name="connsiteY79" fmla="*/ 328517 h 542925"/>
              <a:gd name="connsiteX80" fmla="*/ 224237 w 542925"/>
              <a:gd name="connsiteY80" fmla="*/ 329851 h 542925"/>
              <a:gd name="connsiteX81" fmla="*/ 229380 w 542925"/>
              <a:gd name="connsiteY81" fmla="*/ 335185 h 542925"/>
              <a:gd name="connsiteX82" fmla="*/ 232714 w 542925"/>
              <a:gd name="connsiteY82" fmla="*/ 340614 h 542925"/>
              <a:gd name="connsiteX83" fmla="*/ 235095 w 542925"/>
              <a:gd name="connsiteY83" fmla="*/ 347091 h 542925"/>
              <a:gd name="connsiteX84" fmla="*/ 235572 w 542925"/>
              <a:gd name="connsiteY84" fmla="*/ 349949 h 542925"/>
              <a:gd name="connsiteX85" fmla="*/ 230428 w 542925"/>
              <a:gd name="connsiteY85" fmla="*/ 373951 h 542925"/>
              <a:gd name="connsiteX86" fmla="*/ 223094 w 542925"/>
              <a:gd name="connsiteY86" fmla="*/ 381953 h 542925"/>
              <a:gd name="connsiteX87" fmla="*/ 217759 w 542925"/>
              <a:gd name="connsiteY87" fmla="*/ 385191 h 542925"/>
              <a:gd name="connsiteX88" fmla="*/ 215950 w 542925"/>
              <a:gd name="connsiteY88" fmla="*/ 385953 h 542925"/>
              <a:gd name="connsiteX89" fmla="*/ 212044 w 542925"/>
              <a:gd name="connsiteY89" fmla="*/ 387382 h 542925"/>
              <a:gd name="connsiteX90" fmla="*/ 209949 w 542925"/>
              <a:gd name="connsiteY90" fmla="*/ 387858 h 542925"/>
              <a:gd name="connsiteX91" fmla="*/ 206139 w 542925"/>
              <a:gd name="connsiteY91" fmla="*/ 388430 h 542925"/>
              <a:gd name="connsiteX92" fmla="*/ 204044 w 542925"/>
              <a:gd name="connsiteY92" fmla="*/ 388620 h 542925"/>
              <a:gd name="connsiteX93" fmla="*/ 202996 w 542925"/>
              <a:gd name="connsiteY93" fmla="*/ 388715 h 542925"/>
              <a:gd name="connsiteX94" fmla="*/ 202806 w 542925"/>
              <a:gd name="connsiteY94" fmla="*/ 388715 h 542925"/>
              <a:gd name="connsiteX95" fmla="*/ 202806 w 542925"/>
              <a:gd name="connsiteY95" fmla="*/ 388620 h 542925"/>
              <a:gd name="connsiteX96" fmla="*/ 201281 w 542925"/>
              <a:gd name="connsiteY96" fmla="*/ 388525 h 542925"/>
              <a:gd name="connsiteX97" fmla="*/ 196805 w 542925"/>
              <a:gd name="connsiteY97" fmla="*/ 388049 h 542925"/>
              <a:gd name="connsiteX98" fmla="*/ 194137 w 542925"/>
              <a:gd name="connsiteY98" fmla="*/ 387477 h 542925"/>
              <a:gd name="connsiteX99" fmla="*/ 191756 w 542925"/>
              <a:gd name="connsiteY99" fmla="*/ 386620 h 542925"/>
              <a:gd name="connsiteX100" fmla="*/ 190042 w 542925"/>
              <a:gd name="connsiteY100" fmla="*/ 386048 h 542925"/>
              <a:gd name="connsiteX101" fmla="*/ 187565 w 542925"/>
              <a:gd name="connsiteY101" fmla="*/ 385000 h 542925"/>
              <a:gd name="connsiteX102" fmla="*/ 186613 w 542925"/>
              <a:gd name="connsiteY102" fmla="*/ 384429 h 542925"/>
              <a:gd name="connsiteX103" fmla="*/ 183469 w 542925"/>
              <a:gd name="connsiteY103" fmla="*/ 382429 h 542925"/>
              <a:gd name="connsiteX104" fmla="*/ 181564 w 542925"/>
              <a:gd name="connsiteY104" fmla="*/ 381095 h 542925"/>
              <a:gd name="connsiteX105" fmla="*/ 178802 w 542925"/>
              <a:gd name="connsiteY105" fmla="*/ 378238 h 542925"/>
              <a:gd name="connsiteX106" fmla="*/ 176421 w 542925"/>
              <a:gd name="connsiteY106" fmla="*/ 375761 h 542925"/>
              <a:gd name="connsiteX107" fmla="*/ 173564 w 542925"/>
              <a:gd name="connsiteY107" fmla="*/ 371094 h 542925"/>
              <a:gd name="connsiteX108" fmla="*/ 171087 w 542925"/>
              <a:gd name="connsiteY108" fmla="*/ 345376 h 542925"/>
              <a:gd name="connsiteX109" fmla="*/ 129082 w 542925"/>
              <a:gd name="connsiteY109" fmla="*/ 209550 h 542925"/>
              <a:gd name="connsiteX110" fmla="*/ 128986 w 542925"/>
              <a:gd name="connsiteY110" fmla="*/ 209360 h 542925"/>
              <a:gd name="connsiteX111" fmla="*/ 126510 w 542925"/>
              <a:gd name="connsiteY111" fmla="*/ 174879 h 542925"/>
              <a:gd name="connsiteX112" fmla="*/ 135844 w 542925"/>
              <a:gd name="connsiteY112" fmla="*/ 163640 h 542925"/>
              <a:gd name="connsiteX113" fmla="*/ 139940 w 542925"/>
              <a:gd name="connsiteY113" fmla="*/ 161068 h 542925"/>
              <a:gd name="connsiteX114" fmla="*/ 139940 w 542925"/>
              <a:gd name="connsiteY114" fmla="*/ 161163 h 542925"/>
              <a:gd name="connsiteX115" fmla="*/ 141178 w 542925"/>
              <a:gd name="connsiteY115" fmla="*/ 160401 h 542925"/>
              <a:gd name="connsiteX116" fmla="*/ 142988 w 542925"/>
              <a:gd name="connsiteY116" fmla="*/ 159639 h 542925"/>
              <a:gd name="connsiteX117" fmla="*/ 146894 w 542925"/>
              <a:gd name="connsiteY117" fmla="*/ 158210 h 542925"/>
              <a:gd name="connsiteX118" fmla="*/ 148989 w 542925"/>
              <a:gd name="connsiteY118" fmla="*/ 157734 h 542925"/>
              <a:gd name="connsiteX119" fmla="*/ 152799 w 542925"/>
              <a:gd name="connsiteY119" fmla="*/ 157163 h 542925"/>
              <a:gd name="connsiteX120" fmla="*/ 154894 w 542925"/>
              <a:gd name="connsiteY120" fmla="*/ 156972 h 542925"/>
              <a:gd name="connsiteX121" fmla="*/ 157752 w 542925"/>
              <a:gd name="connsiteY121" fmla="*/ 157067 h 542925"/>
              <a:gd name="connsiteX122" fmla="*/ 162229 w 542925"/>
              <a:gd name="connsiteY122" fmla="*/ 157544 h 542925"/>
              <a:gd name="connsiteX123" fmla="*/ 164896 w 542925"/>
              <a:gd name="connsiteY123" fmla="*/ 158115 h 542925"/>
              <a:gd name="connsiteX124" fmla="*/ 169087 w 542925"/>
              <a:gd name="connsiteY124" fmla="*/ 159544 h 542925"/>
              <a:gd name="connsiteX125" fmla="*/ 171563 w 542925"/>
              <a:gd name="connsiteY125" fmla="*/ 160592 h 542925"/>
              <a:gd name="connsiteX126" fmla="*/ 173373 w 542925"/>
              <a:gd name="connsiteY126" fmla="*/ 161735 h 542925"/>
              <a:gd name="connsiteX127" fmla="*/ 175659 w 542925"/>
              <a:gd name="connsiteY127" fmla="*/ 163163 h 542925"/>
              <a:gd name="connsiteX128" fmla="*/ 177564 w 542925"/>
              <a:gd name="connsiteY128" fmla="*/ 164497 h 542925"/>
              <a:gd name="connsiteX129" fmla="*/ 179183 w 542925"/>
              <a:gd name="connsiteY129" fmla="*/ 166116 h 542925"/>
              <a:gd name="connsiteX130" fmla="*/ 182707 w 542925"/>
              <a:gd name="connsiteY130" fmla="*/ 169736 h 542925"/>
              <a:gd name="connsiteX131" fmla="*/ 188518 w 542925"/>
              <a:gd name="connsiteY131" fmla="*/ 181642 h 542925"/>
              <a:gd name="connsiteX132" fmla="*/ 188232 w 542925"/>
              <a:gd name="connsiteY132" fmla="*/ 198977 h 542925"/>
              <a:gd name="connsiteX133" fmla="*/ 185375 w 542925"/>
              <a:gd name="connsiteY133" fmla="*/ 206216 h 542925"/>
              <a:gd name="connsiteX134" fmla="*/ 176516 w 542925"/>
              <a:gd name="connsiteY134" fmla="*/ 216503 h 542925"/>
              <a:gd name="connsiteX135" fmla="*/ 174421 w 542925"/>
              <a:gd name="connsiteY135" fmla="*/ 217742 h 542925"/>
              <a:gd name="connsiteX136" fmla="*/ 171182 w 542925"/>
              <a:gd name="connsiteY136" fmla="*/ 219742 h 542925"/>
              <a:gd name="connsiteX137" fmla="*/ 169373 w 542925"/>
              <a:gd name="connsiteY137" fmla="*/ 220504 h 542925"/>
              <a:gd name="connsiteX138" fmla="*/ 169277 w 542925"/>
              <a:gd name="connsiteY138" fmla="*/ 220504 h 542925"/>
              <a:gd name="connsiteX139" fmla="*/ 165467 w 542925"/>
              <a:gd name="connsiteY139" fmla="*/ 221933 h 542925"/>
              <a:gd name="connsiteX140" fmla="*/ 163372 w 542925"/>
              <a:gd name="connsiteY140" fmla="*/ 222409 h 542925"/>
              <a:gd name="connsiteX141" fmla="*/ 160514 w 542925"/>
              <a:gd name="connsiteY141" fmla="*/ 222885 h 542925"/>
              <a:gd name="connsiteX142" fmla="*/ 159466 w 542925"/>
              <a:gd name="connsiteY142" fmla="*/ 223076 h 542925"/>
              <a:gd name="connsiteX143" fmla="*/ 157371 w 542925"/>
              <a:gd name="connsiteY143" fmla="*/ 223266 h 542925"/>
              <a:gd name="connsiteX144" fmla="*/ 156419 w 542925"/>
              <a:gd name="connsiteY144" fmla="*/ 223266 h 542925"/>
              <a:gd name="connsiteX145" fmla="*/ 154513 w 542925"/>
              <a:gd name="connsiteY145" fmla="*/ 223171 h 542925"/>
              <a:gd name="connsiteX146" fmla="*/ 150132 w 542925"/>
              <a:gd name="connsiteY146" fmla="*/ 222694 h 542925"/>
              <a:gd name="connsiteX147" fmla="*/ 147465 w 542925"/>
              <a:gd name="connsiteY147" fmla="*/ 222123 h 542925"/>
              <a:gd name="connsiteX148" fmla="*/ 143274 w 542925"/>
              <a:gd name="connsiteY148" fmla="*/ 220694 h 542925"/>
              <a:gd name="connsiteX149" fmla="*/ 140798 w 542925"/>
              <a:gd name="connsiteY149" fmla="*/ 219647 h 542925"/>
              <a:gd name="connsiteX150" fmla="*/ 136702 w 542925"/>
              <a:gd name="connsiteY150" fmla="*/ 217075 h 542925"/>
              <a:gd name="connsiteX151" fmla="*/ 134797 w 542925"/>
              <a:gd name="connsiteY151" fmla="*/ 215741 h 542925"/>
              <a:gd name="connsiteX152" fmla="*/ 129653 w 542925"/>
              <a:gd name="connsiteY152" fmla="*/ 210407 h 542925"/>
              <a:gd name="connsiteX153" fmla="*/ 129082 w 542925"/>
              <a:gd name="connsiteY153" fmla="*/ 209550 h 542925"/>
              <a:gd name="connsiteX154" fmla="*/ 205758 w 542925"/>
              <a:gd name="connsiteY154" fmla="*/ 57245 h 542925"/>
              <a:gd name="connsiteX155" fmla="*/ 323773 w 542925"/>
              <a:gd name="connsiteY155" fmla="*/ 136208 h 542925"/>
              <a:gd name="connsiteX156" fmla="*/ 317106 w 542925"/>
              <a:gd name="connsiteY156" fmla="*/ 145637 h 542925"/>
              <a:gd name="connsiteX157" fmla="*/ 235286 w 542925"/>
              <a:gd name="connsiteY157" fmla="*/ 147733 h 542925"/>
              <a:gd name="connsiteX158" fmla="*/ 211568 w 542925"/>
              <a:gd name="connsiteY158" fmla="*/ 153448 h 542925"/>
              <a:gd name="connsiteX159" fmla="*/ 208996 w 542925"/>
              <a:gd name="connsiteY159" fmla="*/ 149638 h 542925"/>
              <a:gd name="connsiteX160" fmla="*/ 179564 w 542925"/>
              <a:gd name="connsiteY160" fmla="*/ 127730 h 542925"/>
              <a:gd name="connsiteX161" fmla="*/ 205758 w 542925"/>
              <a:gd name="connsiteY161" fmla="*/ 57245 h 542925"/>
              <a:gd name="connsiteX162" fmla="*/ 354729 w 542925"/>
              <a:gd name="connsiteY162" fmla="*/ 152210 h 542925"/>
              <a:gd name="connsiteX163" fmla="*/ 354729 w 542925"/>
              <a:gd name="connsiteY163" fmla="*/ 152210 h 542925"/>
              <a:gd name="connsiteX164" fmla="*/ 360063 w 542925"/>
              <a:gd name="connsiteY164" fmla="*/ 148971 h 542925"/>
              <a:gd name="connsiteX165" fmla="*/ 361873 w 542925"/>
              <a:gd name="connsiteY165" fmla="*/ 148209 h 542925"/>
              <a:gd name="connsiteX166" fmla="*/ 365778 w 542925"/>
              <a:gd name="connsiteY166" fmla="*/ 146780 h 542925"/>
              <a:gd name="connsiteX167" fmla="*/ 367873 w 542925"/>
              <a:gd name="connsiteY167" fmla="*/ 146304 h 542925"/>
              <a:gd name="connsiteX168" fmla="*/ 368922 w 542925"/>
              <a:gd name="connsiteY168" fmla="*/ 146114 h 542925"/>
              <a:gd name="connsiteX169" fmla="*/ 369493 w 542925"/>
              <a:gd name="connsiteY169" fmla="*/ 146018 h 542925"/>
              <a:gd name="connsiteX170" fmla="*/ 371684 w 542925"/>
              <a:gd name="connsiteY170" fmla="*/ 145637 h 542925"/>
              <a:gd name="connsiteX171" fmla="*/ 373779 w 542925"/>
              <a:gd name="connsiteY171" fmla="*/ 145447 h 542925"/>
              <a:gd name="connsiteX172" fmla="*/ 376637 w 542925"/>
              <a:gd name="connsiteY172" fmla="*/ 145542 h 542925"/>
              <a:gd name="connsiteX173" fmla="*/ 381113 w 542925"/>
              <a:gd name="connsiteY173" fmla="*/ 146018 h 542925"/>
              <a:gd name="connsiteX174" fmla="*/ 383781 w 542925"/>
              <a:gd name="connsiteY174" fmla="*/ 146590 h 542925"/>
              <a:gd name="connsiteX175" fmla="*/ 387972 w 542925"/>
              <a:gd name="connsiteY175" fmla="*/ 148019 h 542925"/>
              <a:gd name="connsiteX176" fmla="*/ 390448 w 542925"/>
              <a:gd name="connsiteY176" fmla="*/ 149066 h 542925"/>
              <a:gd name="connsiteX177" fmla="*/ 394544 w 542925"/>
              <a:gd name="connsiteY177" fmla="*/ 151638 h 542925"/>
              <a:gd name="connsiteX178" fmla="*/ 396448 w 542925"/>
              <a:gd name="connsiteY178" fmla="*/ 152972 h 542925"/>
              <a:gd name="connsiteX179" fmla="*/ 400068 w 542925"/>
              <a:gd name="connsiteY179" fmla="*/ 156686 h 542925"/>
              <a:gd name="connsiteX180" fmla="*/ 401592 w 542925"/>
              <a:gd name="connsiteY180" fmla="*/ 158210 h 542925"/>
              <a:gd name="connsiteX181" fmla="*/ 405116 w 542925"/>
              <a:gd name="connsiteY181" fmla="*/ 163925 h 542925"/>
              <a:gd name="connsiteX182" fmla="*/ 407402 w 542925"/>
              <a:gd name="connsiteY182" fmla="*/ 170117 h 542925"/>
              <a:gd name="connsiteX183" fmla="*/ 407402 w 542925"/>
              <a:gd name="connsiteY183" fmla="*/ 170117 h 542925"/>
              <a:gd name="connsiteX184" fmla="*/ 408165 w 542925"/>
              <a:gd name="connsiteY184" fmla="*/ 182785 h 542925"/>
              <a:gd name="connsiteX185" fmla="*/ 397973 w 542925"/>
              <a:gd name="connsiteY185" fmla="*/ 202406 h 542925"/>
              <a:gd name="connsiteX186" fmla="*/ 396068 w 542925"/>
              <a:gd name="connsiteY186" fmla="*/ 204121 h 542925"/>
              <a:gd name="connsiteX187" fmla="*/ 395305 w 542925"/>
              <a:gd name="connsiteY187" fmla="*/ 204788 h 542925"/>
              <a:gd name="connsiteX188" fmla="*/ 389971 w 542925"/>
              <a:gd name="connsiteY188" fmla="*/ 208026 h 542925"/>
              <a:gd name="connsiteX189" fmla="*/ 388162 w 542925"/>
              <a:gd name="connsiteY189" fmla="*/ 208788 h 542925"/>
              <a:gd name="connsiteX190" fmla="*/ 384257 w 542925"/>
              <a:gd name="connsiteY190" fmla="*/ 210217 h 542925"/>
              <a:gd name="connsiteX191" fmla="*/ 382161 w 542925"/>
              <a:gd name="connsiteY191" fmla="*/ 210693 h 542925"/>
              <a:gd name="connsiteX192" fmla="*/ 378351 w 542925"/>
              <a:gd name="connsiteY192" fmla="*/ 211265 h 542925"/>
              <a:gd name="connsiteX193" fmla="*/ 376255 w 542925"/>
              <a:gd name="connsiteY193" fmla="*/ 211455 h 542925"/>
              <a:gd name="connsiteX194" fmla="*/ 373398 w 542925"/>
              <a:gd name="connsiteY194" fmla="*/ 211360 h 542925"/>
              <a:gd name="connsiteX195" fmla="*/ 372064 w 542925"/>
              <a:gd name="connsiteY195" fmla="*/ 211169 h 542925"/>
              <a:gd name="connsiteX196" fmla="*/ 368922 w 542925"/>
              <a:gd name="connsiteY196" fmla="*/ 210788 h 542925"/>
              <a:gd name="connsiteX197" fmla="*/ 366254 w 542925"/>
              <a:gd name="connsiteY197" fmla="*/ 210217 h 542925"/>
              <a:gd name="connsiteX198" fmla="*/ 362063 w 542925"/>
              <a:gd name="connsiteY198" fmla="*/ 208788 h 542925"/>
              <a:gd name="connsiteX199" fmla="*/ 362063 w 542925"/>
              <a:gd name="connsiteY199" fmla="*/ 208788 h 542925"/>
              <a:gd name="connsiteX200" fmla="*/ 359587 w 542925"/>
              <a:gd name="connsiteY200" fmla="*/ 207740 h 542925"/>
              <a:gd name="connsiteX201" fmla="*/ 355491 w 542925"/>
              <a:gd name="connsiteY201" fmla="*/ 205169 h 542925"/>
              <a:gd name="connsiteX202" fmla="*/ 353586 w 542925"/>
              <a:gd name="connsiteY202" fmla="*/ 203835 h 542925"/>
              <a:gd name="connsiteX203" fmla="*/ 348443 w 542925"/>
              <a:gd name="connsiteY203" fmla="*/ 198501 h 542925"/>
              <a:gd name="connsiteX204" fmla="*/ 344728 w 542925"/>
              <a:gd name="connsiteY204" fmla="*/ 192119 h 542925"/>
              <a:gd name="connsiteX205" fmla="*/ 342346 w 542925"/>
              <a:gd name="connsiteY205" fmla="*/ 184118 h 542925"/>
              <a:gd name="connsiteX206" fmla="*/ 343489 w 542925"/>
              <a:gd name="connsiteY206" fmla="*/ 167354 h 542925"/>
              <a:gd name="connsiteX207" fmla="*/ 349872 w 542925"/>
              <a:gd name="connsiteY207" fmla="*/ 156305 h 542925"/>
              <a:gd name="connsiteX208" fmla="*/ 353681 w 542925"/>
              <a:gd name="connsiteY208" fmla="*/ 152686 h 542925"/>
              <a:gd name="connsiteX209" fmla="*/ 354729 w 542925"/>
              <a:gd name="connsiteY209" fmla="*/ 152210 h 542925"/>
              <a:gd name="connsiteX210" fmla="*/ 378161 w 542925"/>
              <a:gd name="connsiteY210" fmla="*/ 304419 h 542925"/>
              <a:gd name="connsiteX211" fmla="*/ 339775 w 542925"/>
              <a:gd name="connsiteY211" fmla="*/ 317945 h 542925"/>
              <a:gd name="connsiteX212" fmla="*/ 320058 w 542925"/>
              <a:gd name="connsiteY212" fmla="*/ 342329 h 542925"/>
              <a:gd name="connsiteX213" fmla="*/ 268528 w 542925"/>
              <a:gd name="connsiteY213" fmla="*/ 343757 h 542925"/>
              <a:gd name="connsiteX214" fmla="*/ 264527 w 542925"/>
              <a:gd name="connsiteY214" fmla="*/ 330041 h 542925"/>
              <a:gd name="connsiteX215" fmla="*/ 351967 w 542925"/>
              <a:gd name="connsiteY215" fmla="*/ 241364 h 542925"/>
              <a:gd name="connsiteX216" fmla="*/ 375112 w 542925"/>
              <a:gd name="connsiteY216" fmla="*/ 245459 h 542925"/>
              <a:gd name="connsiteX217" fmla="*/ 375303 w 542925"/>
              <a:gd name="connsiteY217" fmla="*/ 245459 h 542925"/>
              <a:gd name="connsiteX218" fmla="*/ 378161 w 542925"/>
              <a:gd name="connsiteY218" fmla="*/ 304419 h 542925"/>
              <a:gd name="connsiteX219" fmla="*/ 217855 w 542925"/>
              <a:gd name="connsiteY219" fmla="*/ 290322 h 542925"/>
              <a:gd name="connsiteX220" fmla="*/ 202424 w 542925"/>
              <a:gd name="connsiteY220" fmla="*/ 237839 h 542925"/>
              <a:gd name="connsiteX221" fmla="*/ 222046 w 542925"/>
              <a:gd name="connsiteY221" fmla="*/ 198882 h 542925"/>
              <a:gd name="connsiteX222" fmla="*/ 222427 w 542925"/>
              <a:gd name="connsiteY222" fmla="*/ 184976 h 542925"/>
              <a:gd name="connsiteX223" fmla="*/ 241286 w 542925"/>
              <a:gd name="connsiteY223" fmla="*/ 180499 h 542925"/>
              <a:gd name="connsiteX224" fmla="*/ 308342 w 542925"/>
              <a:gd name="connsiteY224" fmla="*/ 178022 h 542925"/>
              <a:gd name="connsiteX225" fmla="*/ 321963 w 542925"/>
              <a:gd name="connsiteY225" fmla="*/ 219170 h 542925"/>
              <a:gd name="connsiteX226" fmla="*/ 324439 w 542925"/>
              <a:gd name="connsiteY226" fmla="*/ 222028 h 542925"/>
              <a:gd name="connsiteX227" fmla="*/ 244239 w 542925"/>
              <a:gd name="connsiteY227" fmla="*/ 303086 h 542925"/>
              <a:gd name="connsiteX228" fmla="*/ 217855 w 542925"/>
              <a:gd name="connsiteY228" fmla="*/ 290322 h 542925"/>
              <a:gd name="connsiteX229" fmla="*/ 433215 w 542925"/>
              <a:gd name="connsiteY229" fmla="*/ 330518 h 542925"/>
              <a:gd name="connsiteX230" fmla="*/ 410831 w 542925"/>
              <a:gd name="connsiteY230" fmla="*/ 311753 h 542925"/>
              <a:gd name="connsiteX231" fmla="*/ 407307 w 542925"/>
              <a:gd name="connsiteY231" fmla="*/ 236982 h 542925"/>
              <a:gd name="connsiteX232" fmla="*/ 415403 w 542925"/>
              <a:gd name="connsiteY232" fmla="*/ 231743 h 542925"/>
              <a:gd name="connsiteX233" fmla="*/ 433882 w 542925"/>
              <a:gd name="connsiteY233" fmla="*/ 209836 h 542925"/>
              <a:gd name="connsiteX234" fmla="*/ 506367 w 542925"/>
              <a:gd name="connsiteY234" fmla="*/ 254413 h 542925"/>
              <a:gd name="connsiteX235" fmla="*/ 506367 w 542925"/>
              <a:gd name="connsiteY235" fmla="*/ 292894 h 542925"/>
              <a:gd name="connsiteX236" fmla="*/ 437025 w 542925"/>
              <a:gd name="connsiteY236" fmla="*/ 336233 h 542925"/>
              <a:gd name="connsiteX237" fmla="*/ 433215 w 542925"/>
              <a:gd name="connsiteY237" fmla="*/ 330518 h 542925"/>
              <a:gd name="connsiteX238" fmla="*/ 459409 w 542925"/>
              <a:gd name="connsiteY238" fmla="*/ 132302 h 542925"/>
              <a:gd name="connsiteX239" fmla="*/ 496652 w 542925"/>
              <a:gd name="connsiteY239" fmla="*/ 204026 h 542925"/>
              <a:gd name="connsiteX240" fmla="*/ 441597 w 542925"/>
              <a:gd name="connsiteY240" fmla="*/ 177356 h 542925"/>
              <a:gd name="connsiteX241" fmla="*/ 427976 w 542925"/>
              <a:gd name="connsiteY241" fmla="*/ 138208 h 542925"/>
              <a:gd name="connsiteX242" fmla="*/ 411498 w 542925"/>
              <a:gd name="connsiteY242" fmla="*/ 122873 h 542925"/>
              <a:gd name="connsiteX243" fmla="*/ 417880 w 542925"/>
              <a:gd name="connsiteY243" fmla="*/ 90202 h 542925"/>
              <a:gd name="connsiteX244" fmla="*/ 459409 w 542925"/>
              <a:gd name="connsiteY244" fmla="*/ 132302 h 542925"/>
              <a:gd name="connsiteX245" fmla="*/ 273672 w 542925"/>
              <a:gd name="connsiteY245" fmla="*/ 40481 h 542925"/>
              <a:gd name="connsiteX246" fmla="*/ 385876 w 542925"/>
              <a:gd name="connsiteY246" fmla="*/ 69056 h 542925"/>
              <a:gd name="connsiteX247" fmla="*/ 380256 w 542925"/>
              <a:gd name="connsiteY247" fmla="*/ 112395 h 542925"/>
              <a:gd name="connsiteX248" fmla="*/ 375017 w 542925"/>
              <a:gd name="connsiteY248" fmla="*/ 112109 h 542925"/>
              <a:gd name="connsiteX249" fmla="*/ 375017 w 542925"/>
              <a:gd name="connsiteY249" fmla="*/ 112109 h 542925"/>
              <a:gd name="connsiteX250" fmla="*/ 350919 w 542925"/>
              <a:gd name="connsiteY250" fmla="*/ 116777 h 542925"/>
              <a:gd name="connsiteX251" fmla="*/ 251954 w 542925"/>
              <a:gd name="connsiteY251" fmla="*/ 41624 h 542925"/>
              <a:gd name="connsiteX252" fmla="*/ 273672 w 542925"/>
              <a:gd name="connsiteY252" fmla="*/ 40481 h 542925"/>
              <a:gd name="connsiteX253" fmla="*/ 132320 w 542925"/>
              <a:gd name="connsiteY253" fmla="*/ 88297 h 542925"/>
              <a:gd name="connsiteX254" fmla="*/ 164706 w 542925"/>
              <a:gd name="connsiteY254" fmla="*/ 67532 h 542925"/>
              <a:gd name="connsiteX255" fmla="*/ 146227 w 542925"/>
              <a:gd name="connsiteY255" fmla="*/ 124206 h 542925"/>
              <a:gd name="connsiteX256" fmla="*/ 115556 w 542925"/>
              <a:gd name="connsiteY256" fmla="*/ 137065 h 542925"/>
              <a:gd name="connsiteX257" fmla="*/ 92696 w 542925"/>
              <a:gd name="connsiteY257" fmla="*/ 169069 h 542925"/>
              <a:gd name="connsiteX258" fmla="*/ 66693 w 542925"/>
              <a:gd name="connsiteY258" fmla="*/ 166211 h 542925"/>
              <a:gd name="connsiteX259" fmla="*/ 132320 w 542925"/>
              <a:gd name="connsiteY259" fmla="*/ 88297 h 542925"/>
              <a:gd name="connsiteX260" fmla="*/ 42595 w 542925"/>
              <a:gd name="connsiteY260" fmla="*/ 242792 h 542925"/>
              <a:gd name="connsiteX261" fmla="*/ 52882 w 542925"/>
              <a:gd name="connsiteY261" fmla="*/ 198596 h 542925"/>
              <a:gd name="connsiteX262" fmla="*/ 90505 w 542925"/>
              <a:gd name="connsiteY262" fmla="*/ 202406 h 542925"/>
              <a:gd name="connsiteX263" fmla="*/ 102983 w 542925"/>
              <a:gd name="connsiteY263" fmla="*/ 230505 h 542925"/>
              <a:gd name="connsiteX264" fmla="*/ 105936 w 542925"/>
              <a:gd name="connsiteY264" fmla="*/ 233934 h 542925"/>
              <a:gd name="connsiteX265" fmla="*/ 40594 w 542925"/>
              <a:gd name="connsiteY265" fmla="*/ 270224 h 542925"/>
              <a:gd name="connsiteX266" fmla="*/ 42595 w 542925"/>
              <a:gd name="connsiteY266" fmla="*/ 242792 h 542925"/>
              <a:gd name="connsiteX267" fmla="*/ 134320 w 542925"/>
              <a:gd name="connsiteY267" fmla="*/ 253079 h 542925"/>
              <a:gd name="connsiteX268" fmla="*/ 156037 w 542925"/>
              <a:gd name="connsiteY268" fmla="*/ 256699 h 542925"/>
              <a:gd name="connsiteX269" fmla="*/ 173373 w 542925"/>
              <a:gd name="connsiteY269" fmla="*/ 254222 h 542925"/>
              <a:gd name="connsiteX270" fmla="*/ 184422 w 542925"/>
              <a:gd name="connsiteY270" fmla="*/ 291370 h 542925"/>
              <a:gd name="connsiteX271" fmla="*/ 162419 w 542925"/>
              <a:gd name="connsiteY271" fmla="*/ 302324 h 542925"/>
              <a:gd name="connsiteX272" fmla="*/ 136797 w 542925"/>
              <a:gd name="connsiteY272" fmla="*/ 346424 h 542925"/>
              <a:gd name="connsiteX273" fmla="*/ 136226 w 542925"/>
              <a:gd name="connsiteY273" fmla="*/ 354901 h 542925"/>
              <a:gd name="connsiteX274" fmla="*/ 54025 w 542925"/>
              <a:gd name="connsiteY274" fmla="*/ 352330 h 542925"/>
              <a:gd name="connsiteX275" fmla="*/ 42500 w 542925"/>
              <a:gd name="connsiteY275" fmla="*/ 304895 h 542925"/>
              <a:gd name="connsiteX276" fmla="*/ 134320 w 542925"/>
              <a:gd name="connsiteY276" fmla="*/ 253079 h 542925"/>
              <a:gd name="connsiteX277" fmla="*/ 88315 w 542925"/>
              <a:gd name="connsiteY277" fmla="*/ 415385 h 542925"/>
              <a:gd name="connsiteX278" fmla="*/ 70598 w 542925"/>
              <a:gd name="connsiteY278" fmla="*/ 388525 h 542925"/>
              <a:gd name="connsiteX279" fmla="*/ 105079 w 542925"/>
              <a:gd name="connsiteY279" fmla="*/ 390811 h 542925"/>
              <a:gd name="connsiteX280" fmla="*/ 144417 w 542925"/>
              <a:gd name="connsiteY280" fmla="*/ 387287 h 542925"/>
              <a:gd name="connsiteX281" fmla="*/ 149751 w 542925"/>
              <a:gd name="connsiteY281" fmla="*/ 395669 h 542925"/>
              <a:gd name="connsiteX282" fmla="*/ 162229 w 542925"/>
              <a:gd name="connsiteY282" fmla="*/ 408146 h 542925"/>
              <a:gd name="connsiteX283" fmla="*/ 155561 w 542925"/>
              <a:gd name="connsiteY283" fmla="*/ 475107 h 542925"/>
              <a:gd name="connsiteX284" fmla="*/ 88315 w 542925"/>
              <a:gd name="connsiteY284" fmla="*/ 415385 h 542925"/>
              <a:gd name="connsiteX285" fmla="*/ 415403 w 542925"/>
              <a:gd name="connsiteY285" fmla="*/ 459391 h 542925"/>
              <a:gd name="connsiteX286" fmla="*/ 332155 w 542925"/>
              <a:gd name="connsiteY286" fmla="*/ 499872 h 542925"/>
              <a:gd name="connsiteX287" fmla="*/ 384542 w 542925"/>
              <a:gd name="connsiteY287" fmla="*/ 437293 h 542925"/>
              <a:gd name="connsiteX288" fmla="*/ 420642 w 542925"/>
              <a:gd name="connsiteY288" fmla="*/ 423958 h 542925"/>
              <a:gd name="connsiteX289" fmla="*/ 446265 w 542925"/>
              <a:gd name="connsiteY289" fmla="*/ 379857 h 542925"/>
              <a:gd name="connsiteX290" fmla="*/ 446741 w 542925"/>
              <a:gd name="connsiteY290" fmla="*/ 368522 h 542925"/>
              <a:gd name="connsiteX291" fmla="*/ 497699 w 542925"/>
              <a:gd name="connsiteY291" fmla="*/ 339757 h 542925"/>
              <a:gd name="connsiteX292" fmla="*/ 415403 w 542925"/>
              <a:gd name="connsiteY292" fmla="*/ 45939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542925" h="542925">
                <a:moveTo>
                  <a:pt x="485888" y="112109"/>
                </a:moveTo>
                <a:cubicBezTo>
                  <a:pt x="433405" y="43244"/>
                  <a:pt x="353967" y="7144"/>
                  <a:pt x="273672" y="7144"/>
                </a:cubicBezTo>
                <a:cubicBezTo>
                  <a:pt x="217283" y="7144"/>
                  <a:pt x="160419" y="24956"/>
                  <a:pt x="112032" y="61817"/>
                </a:cubicBezTo>
                <a:cubicBezTo>
                  <a:pt x="-5030" y="151162"/>
                  <a:pt x="-27509" y="318516"/>
                  <a:pt x="61835" y="435674"/>
                </a:cubicBezTo>
                <a:cubicBezTo>
                  <a:pt x="106412" y="494062"/>
                  <a:pt x="170325" y="528828"/>
                  <a:pt x="237857" y="538067"/>
                </a:cubicBezTo>
                <a:lnTo>
                  <a:pt x="237857" y="538067"/>
                </a:lnTo>
                <a:cubicBezTo>
                  <a:pt x="237857" y="538067"/>
                  <a:pt x="237953" y="538067"/>
                  <a:pt x="237953" y="538067"/>
                </a:cubicBezTo>
                <a:cubicBezTo>
                  <a:pt x="249954" y="539687"/>
                  <a:pt x="261955" y="540639"/>
                  <a:pt x="274052" y="540639"/>
                </a:cubicBezTo>
                <a:cubicBezTo>
                  <a:pt x="330440" y="540639"/>
                  <a:pt x="387305" y="522827"/>
                  <a:pt x="435691" y="485966"/>
                </a:cubicBezTo>
                <a:cubicBezTo>
                  <a:pt x="552754" y="396526"/>
                  <a:pt x="575233" y="229172"/>
                  <a:pt x="485888" y="112109"/>
                </a:cubicBezTo>
                <a:close/>
                <a:moveTo>
                  <a:pt x="395115" y="400717"/>
                </a:moveTo>
                <a:cubicBezTo>
                  <a:pt x="394544" y="401003"/>
                  <a:pt x="393877" y="401193"/>
                  <a:pt x="393306" y="401479"/>
                </a:cubicBezTo>
                <a:cubicBezTo>
                  <a:pt x="392067" y="402050"/>
                  <a:pt x="390734" y="402526"/>
                  <a:pt x="389400" y="402908"/>
                </a:cubicBezTo>
                <a:cubicBezTo>
                  <a:pt x="388733" y="403098"/>
                  <a:pt x="387972" y="403289"/>
                  <a:pt x="387305" y="403384"/>
                </a:cubicBezTo>
                <a:cubicBezTo>
                  <a:pt x="386066" y="403670"/>
                  <a:pt x="384733" y="403860"/>
                  <a:pt x="383494" y="403955"/>
                </a:cubicBezTo>
                <a:cubicBezTo>
                  <a:pt x="382828" y="404050"/>
                  <a:pt x="382066" y="404146"/>
                  <a:pt x="381399" y="404146"/>
                </a:cubicBezTo>
                <a:cubicBezTo>
                  <a:pt x="380446" y="404146"/>
                  <a:pt x="379494" y="404050"/>
                  <a:pt x="378541" y="404050"/>
                </a:cubicBezTo>
                <a:cubicBezTo>
                  <a:pt x="377018" y="403955"/>
                  <a:pt x="375589" y="403860"/>
                  <a:pt x="374160" y="403574"/>
                </a:cubicBezTo>
                <a:cubicBezTo>
                  <a:pt x="373303" y="403384"/>
                  <a:pt x="372350" y="403193"/>
                  <a:pt x="371493" y="403003"/>
                </a:cubicBezTo>
                <a:cubicBezTo>
                  <a:pt x="370065" y="402622"/>
                  <a:pt x="368731" y="402146"/>
                  <a:pt x="367302" y="401574"/>
                </a:cubicBezTo>
                <a:cubicBezTo>
                  <a:pt x="366445" y="401193"/>
                  <a:pt x="365683" y="400907"/>
                  <a:pt x="364825" y="400526"/>
                </a:cubicBezTo>
                <a:cubicBezTo>
                  <a:pt x="364444" y="400336"/>
                  <a:pt x="364159" y="400050"/>
                  <a:pt x="363873" y="399860"/>
                </a:cubicBezTo>
                <a:cubicBezTo>
                  <a:pt x="362825" y="399288"/>
                  <a:pt x="361778" y="398621"/>
                  <a:pt x="360825" y="397859"/>
                </a:cubicBezTo>
                <a:cubicBezTo>
                  <a:pt x="360158" y="397383"/>
                  <a:pt x="359491" y="397002"/>
                  <a:pt x="358920" y="396526"/>
                </a:cubicBezTo>
                <a:cubicBezTo>
                  <a:pt x="357015" y="395002"/>
                  <a:pt x="355300" y="393192"/>
                  <a:pt x="353777" y="391192"/>
                </a:cubicBezTo>
                <a:cubicBezTo>
                  <a:pt x="348538" y="384334"/>
                  <a:pt x="346442" y="376047"/>
                  <a:pt x="347204" y="368046"/>
                </a:cubicBezTo>
                <a:cubicBezTo>
                  <a:pt x="347300" y="367094"/>
                  <a:pt x="347395" y="366141"/>
                  <a:pt x="347585" y="365093"/>
                </a:cubicBezTo>
                <a:cubicBezTo>
                  <a:pt x="349014" y="357188"/>
                  <a:pt x="353205" y="349663"/>
                  <a:pt x="360063" y="344424"/>
                </a:cubicBezTo>
                <a:cubicBezTo>
                  <a:pt x="361778" y="343091"/>
                  <a:pt x="363588" y="342043"/>
                  <a:pt x="365397" y="341186"/>
                </a:cubicBezTo>
                <a:cubicBezTo>
                  <a:pt x="365969" y="340900"/>
                  <a:pt x="366635" y="340709"/>
                  <a:pt x="367207" y="340424"/>
                </a:cubicBezTo>
                <a:cubicBezTo>
                  <a:pt x="368445" y="339852"/>
                  <a:pt x="369778" y="339376"/>
                  <a:pt x="371112" y="338995"/>
                </a:cubicBezTo>
                <a:cubicBezTo>
                  <a:pt x="371779" y="338804"/>
                  <a:pt x="372541" y="338614"/>
                  <a:pt x="373207" y="338519"/>
                </a:cubicBezTo>
                <a:cubicBezTo>
                  <a:pt x="373398" y="338519"/>
                  <a:pt x="373684" y="338423"/>
                  <a:pt x="373874" y="338328"/>
                </a:cubicBezTo>
                <a:cubicBezTo>
                  <a:pt x="373874" y="338328"/>
                  <a:pt x="373874" y="338328"/>
                  <a:pt x="373874" y="338423"/>
                </a:cubicBezTo>
                <a:cubicBezTo>
                  <a:pt x="374922" y="338233"/>
                  <a:pt x="375970" y="338042"/>
                  <a:pt x="377113" y="337947"/>
                </a:cubicBezTo>
                <a:cubicBezTo>
                  <a:pt x="377780" y="337852"/>
                  <a:pt x="378541" y="337757"/>
                  <a:pt x="379208" y="337757"/>
                </a:cubicBezTo>
                <a:cubicBezTo>
                  <a:pt x="380161" y="337757"/>
                  <a:pt x="381113" y="337852"/>
                  <a:pt x="382066" y="337852"/>
                </a:cubicBezTo>
                <a:cubicBezTo>
                  <a:pt x="383590" y="337947"/>
                  <a:pt x="385019" y="338042"/>
                  <a:pt x="386543" y="338328"/>
                </a:cubicBezTo>
                <a:cubicBezTo>
                  <a:pt x="387400" y="338519"/>
                  <a:pt x="388352" y="338709"/>
                  <a:pt x="389209" y="338900"/>
                </a:cubicBezTo>
                <a:cubicBezTo>
                  <a:pt x="390638" y="339281"/>
                  <a:pt x="391972" y="339757"/>
                  <a:pt x="393400" y="340328"/>
                </a:cubicBezTo>
                <a:cubicBezTo>
                  <a:pt x="394258" y="340709"/>
                  <a:pt x="395020" y="340995"/>
                  <a:pt x="395877" y="341376"/>
                </a:cubicBezTo>
                <a:cubicBezTo>
                  <a:pt x="397306" y="342138"/>
                  <a:pt x="398640" y="342995"/>
                  <a:pt x="399973" y="343948"/>
                </a:cubicBezTo>
                <a:cubicBezTo>
                  <a:pt x="400639" y="344424"/>
                  <a:pt x="401306" y="344805"/>
                  <a:pt x="401878" y="345281"/>
                </a:cubicBezTo>
                <a:cubicBezTo>
                  <a:pt x="403021" y="346234"/>
                  <a:pt x="403973" y="347377"/>
                  <a:pt x="404926" y="348425"/>
                </a:cubicBezTo>
                <a:cubicBezTo>
                  <a:pt x="405307" y="348806"/>
                  <a:pt x="405688" y="349187"/>
                  <a:pt x="406069" y="349663"/>
                </a:cubicBezTo>
                <a:cubicBezTo>
                  <a:pt x="406355" y="350044"/>
                  <a:pt x="406736" y="350234"/>
                  <a:pt x="407022" y="350615"/>
                </a:cubicBezTo>
                <a:cubicBezTo>
                  <a:pt x="413879" y="359664"/>
                  <a:pt x="415403" y="370999"/>
                  <a:pt x="412260" y="381000"/>
                </a:cubicBezTo>
                <a:cubicBezTo>
                  <a:pt x="410260" y="387287"/>
                  <a:pt x="406450" y="393001"/>
                  <a:pt x="400830" y="397288"/>
                </a:cubicBezTo>
                <a:cubicBezTo>
                  <a:pt x="400163" y="397764"/>
                  <a:pt x="399496" y="398145"/>
                  <a:pt x="398734" y="398621"/>
                </a:cubicBezTo>
                <a:cubicBezTo>
                  <a:pt x="398734" y="398621"/>
                  <a:pt x="398734" y="398621"/>
                  <a:pt x="398734" y="398526"/>
                </a:cubicBezTo>
                <a:cubicBezTo>
                  <a:pt x="397401" y="399383"/>
                  <a:pt x="396258" y="400145"/>
                  <a:pt x="395115" y="400717"/>
                </a:cubicBezTo>
                <a:close/>
                <a:moveTo>
                  <a:pt x="237476" y="504349"/>
                </a:moveTo>
                <a:cubicBezTo>
                  <a:pt x="221569" y="501872"/>
                  <a:pt x="206139" y="497776"/>
                  <a:pt x="191280" y="492252"/>
                </a:cubicBezTo>
                <a:cubicBezTo>
                  <a:pt x="189946" y="486156"/>
                  <a:pt x="185375" y="460629"/>
                  <a:pt x="193566" y="421291"/>
                </a:cubicBezTo>
                <a:cubicBezTo>
                  <a:pt x="196614" y="421672"/>
                  <a:pt x="199662" y="421958"/>
                  <a:pt x="202806" y="421958"/>
                </a:cubicBezTo>
                <a:cubicBezTo>
                  <a:pt x="217569" y="421958"/>
                  <a:pt x="231475" y="417195"/>
                  <a:pt x="243191" y="408242"/>
                </a:cubicBezTo>
                <a:cubicBezTo>
                  <a:pt x="253859" y="400145"/>
                  <a:pt x="261670" y="389192"/>
                  <a:pt x="265861" y="376809"/>
                </a:cubicBezTo>
                <a:cubicBezTo>
                  <a:pt x="276814" y="377762"/>
                  <a:pt x="286435" y="378428"/>
                  <a:pt x="295484" y="378428"/>
                </a:cubicBezTo>
                <a:cubicBezTo>
                  <a:pt x="301770" y="378428"/>
                  <a:pt x="307771" y="377952"/>
                  <a:pt x="313771" y="377095"/>
                </a:cubicBezTo>
                <a:cubicBezTo>
                  <a:pt x="314914" y="389382"/>
                  <a:pt x="319391" y="401193"/>
                  <a:pt x="327107" y="411194"/>
                </a:cubicBezTo>
                <a:cubicBezTo>
                  <a:pt x="333488" y="419481"/>
                  <a:pt x="341490" y="426053"/>
                  <a:pt x="350443" y="430530"/>
                </a:cubicBezTo>
                <a:cubicBezTo>
                  <a:pt x="328154" y="469678"/>
                  <a:pt x="287482" y="497015"/>
                  <a:pt x="237476" y="504349"/>
                </a:cubicBezTo>
                <a:close/>
                <a:moveTo>
                  <a:pt x="171087" y="345376"/>
                </a:moveTo>
                <a:cubicBezTo>
                  <a:pt x="173088" y="338995"/>
                  <a:pt x="176897" y="333185"/>
                  <a:pt x="182613" y="328898"/>
                </a:cubicBezTo>
                <a:cubicBezTo>
                  <a:pt x="184327" y="327660"/>
                  <a:pt x="186041" y="326612"/>
                  <a:pt x="187851" y="325660"/>
                </a:cubicBezTo>
                <a:cubicBezTo>
                  <a:pt x="187851" y="325660"/>
                  <a:pt x="187851" y="325660"/>
                  <a:pt x="187851" y="325660"/>
                </a:cubicBezTo>
                <a:cubicBezTo>
                  <a:pt x="187851" y="325660"/>
                  <a:pt x="187851" y="325660"/>
                  <a:pt x="187947" y="325660"/>
                </a:cubicBezTo>
                <a:cubicBezTo>
                  <a:pt x="188518" y="325374"/>
                  <a:pt x="189184" y="325184"/>
                  <a:pt x="189756" y="324898"/>
                </a:cubicBezTo>
                <a:cubicBezTo>
                  <a:pt x="190994" y="324326"/>
                  <a:pt x="192328" y="323850"/>
                  <a:pt x="193661" y="323469"/>
                </a:cubicBezTo>
                <a:cubicBezTo>
                  <a:pt x="194328" y="323279"/>
                  <a:pt x="195090" y="323088"/>
                  <a:pt x="195757" y="322993"/>
                </a:cubicBezTo>
                <a:cubicBezTo>
                  <a:pt x="196995" y="322707"/>
                  <a:pt x="198328" y="322517"/>
                  <a:pt x="199567" y="322421"/>
                </a:cubicBezTo>
                <a:cubicBezTo>
                  <a:pt x="200234" y="322326"/>
                  <a:pt x="200996" y="322231"/>
                  <a:pt x="201663" y="322231"/>
                </a:cubicBezTo>
                <a:cubicBezTo>
                  <a:pt x="202615" y="322231"/>
                  <a:pt x="203567" y="322326"/>
                  <a:pt x="204520" y="322326"/>
                </a:cubicBezTo>
                <a:cubicBezTo>
                  <a:pt x="206044" y="322421"/>
                  <a:pt x="207473" y="322517"/>
                  <a:pt x="208901" y="322802"/>
                </a:cubicBezTo>
                <a:cubicBezTo>
                  <a:pt x="209759" y="322993"/>
                  <a:pt x="210711" y="323183"/>
                  <a:pt x="211568" y="323374"/>
                </a:cubicBezTo>
                <a:cubicBezTo>
                  <a:pt x="212331" y="323564"/>
                  <a:pt x="212997" y="323850"/>
                  <a:pt x="213759" y="324136"/>
                </a:cubicBezTo>
                <a:cubicBezTo>
                  <a:pt x="214426" y="324326"/>
                  <a:pt x="215093" y="324517"/>
                  <a:pt x="215759" y="324803"/>
                </a:cubicBezTo>
                <a:cubicBezTo>
                  <a:pt x="216616" y="325184"/>
                  <a:pt x="217378" y="325469"/>
                  <a:pt x="218236" y="325850"/>
                </a:cubicBezTo>
                <a:cubicBezTo>
                  <a:pt x="219284" y="326422"/>
                  <a:pt x="220236" y="327089"/>
                  <a:pt x="221189" y="327755"/>
                </a:cubicBezTo>
                <a:cubicBezTo>
                  <a:pt x="221569" y="328041"/>
                  <a:pt x="221950" y="328232"/>
                  <a:pt x="222332" y="328517"/>
                </a:cubicBezTo>
                <a:cubicBezTo>
                  <a:pt x="222998" y="328994"/>
                  <a:pt x="223665" y="329375"/>
                  <a:pt x="224237" y="329851"/>
                </a:cubicBezTo>
                <a:cubicBezTo>
                  <a:pt x="226141" y="331375"/>
                  <a:pt x="227856" y="333185"/>
                  <a:pt x="229380" y="335185"/>
                </a:cubicBezTo>
                <a:cubicBezTo>
                  <a:pt x="230714" y="336899"/>
                  <a:pt x="231857" y="338804"/>
                  <a:pt x="232714" y="340614"/>
                </a:cubicBezTo>
                <a:cubicBezTo>
                  <a:pt x="233762" y="342710"/>
                  <a:pt x="234619" y="344805"/>
                  <a:pt x="235095" y="347091"/>
                </a:cubicBezTo>
                <a:cubicBezTo>
                  <a:pt x="235381" y="348044"/>
                  <a:pt x="235381" y="348996"/>
                  <a:pt x="235572" y="349949"/>
                </a:cubicBezTo>
                <a:cubicBezTo>
                  <a:pt x="236905" y="358235"/>
                  <a:pt x="235190" y="366808"/>
                  <a:pt x="230428" y="373951"/>
                </a:cubicBezTo>
                <a:cubicBezTo>
                  <a:pt x="228428" y="376904"/>
                  <a:pt x="226047" y="379667"/>
                  <a:pt x="223094" y="381953"/>
                </a:cubicBezTo>
                <a:cubicBezTo>
                  <a:pt x="221379" y="383286"/>
                  <a:pt x="219569" y="384334"/>
                  <a:pt x="217759" y="385191"/>
                </a:cubicBezTo>
                <a:cubicBezTo>
                  <a:pt x="217188" y="385477"/>
                  <a:pt x="216522" y="385667"/>
                  <a:pt x="215950" y="385953"/>
                </a:cubicBezTo>
                <a:cubicBezTo>
                  <a:pt x="214712" y="386525"/>
                  <a:pt x="213378" y="387001"/>
                  <a:pt x="212044" y="387382"/>
                </a:cubicBezTo>
                <a:cubicBezTo>
                  <a:pt x="211378" y="387572"/>
                  <a:pt x="210616" y="387763"/>
                  <a:pt x="209949" y="387858"/>
                </a:cubicBezTo>
                <a:cubicBezTo>
                  <a:pt x="208711" y="388144"/>
                  <a:pt x="207377" y="388334"/>
                  <a:pt x="206139" y="388430"/>
                </a:cubicBezTo>
                <a:cubicBezTo>
                  <a:pt x="205472" y="388525"/>
                  <a:pt x="204710" y="388620"/>
                  <a:pt x="204044" y="388620"/>
                </a:cubicBezTo>
                <a:cubicBezTo>
                  <a:pt x="203662" y="388620"/>
                  <a:pt x="203282" y="388715"/>
                  <a:pt x="202996" y="388715"/>
                </a:cubicBezTo>
                <a:cubicBezTo>
                  <a:pt x="202900" y="388715"/>
                  <a:pt x="202806" y="388715"/>
                  <a:pt x="202806" y="388715"/>
                </a:cubicBezTo>
                <a:cubicBezTo>
                  <a:pt x="202806" y="388715"/>
                  <a:pt x="202806" y="388620"/>
                  <a:pt x="202806" y="388620"/>
                </a:cubicBezTo>
                <a:cubicBezTo>
                  <a:pt x="202329" y="388620"/>
                  <a:pt x="201757" y="388620"/>
                  <a:pt x="201281" y="388525"/>
                </a:cubicBezTo>
                <a:cubicBezTo>
                  <a:pt x="199757" y="388430"/>
                  <a:pt x="198328" y="388334"/>
                  <a:pt x="196805" y="388049"/>
                </a:cubicBezTo>
                <a:cubicBezTo>
                  <a:pt x="195947" y="387858"/>
                  <a:pt x="195090" y="387668"/>
                  <a:pt x="194137" y="387477"/>
                </a:cubicBezTo>
                <a:cubicBezTo>
                  <a:pt x="193281" y="387287"/>
                  <a:pt x="192518" y="386906"/>
                  <a:pt x="191756" y="386620"/>
                </a:cubicBezTo>
                <a:cubicBezTo>
                  <a:pt x="191185" y="386429"/>
                  <a:pt x="190613" y="386239"/>
                  <a:pt x="190042" y="386048"/>
                </a:cubicBezTo>
                <a:cubicBezTo>
                  <a:pt x="189184" y="385667"/>
                  <a:pt x="188423" y="385382"/>
                  <a:pt x="187565" y="385000"/>
                </a:cubicBezTo>
                <a:cubicBezTo>
                  <a:pt x="187280" y="384810"/>
                  <a:pt x="186994" y="384620"/>
                  <a:pt x="186613" y="384429"/>
                </a:cubicBezTo>
                <a:cubicBezTo>
                  <a:pt x="185565" y="383858"/>
                  <a:pt x="184517" y="383191"/>
                  <a:pt x="183469" y="382429"/>
                </a:cubicBezTo>
                <a:cubicBezTo>
                  <a:pt x="182803" y="381953"/>
                  <a:pt x="182136" y="381572"/>
                  <a:pt x="181564" y="381095"/>
                </a:cubicBezTo>
                <a:cubicBezTo>
                  <a:pt x="180612" y="380238"/>
                  <a:pt x="179755" y="379190"/>
                  <a:pt x="178802" y="378238"/>
                </a:cubicBezTo>
                <a:cubicBezTo>
                  <a:pt x="178040" y="377381"/>
                  <a:pt x="177088" y="376714"/>
                  <a:pt x="176421" y="375761"/>
                </a:cubicBezTo>
                <a:cubicBezTo>
                  <a:pt x="175278" y="374237"/>
                  <a:pt x="174421" y="372713"/>
                  <a:pt x="173564" y="371094"/>
                </a:cubicBezTo>
                <a:cubicBezTo>
                  <a:pt x="169277" y="362903"/>
                  <a:pt x="168515" y="353663"/>
                  <a:pt x="171087" y="345376"/>
                </a:cubicBezTo>
                <a:close/>
                <a:moveTo>
                  <a:pt x="129082" y="209550"/>
                </a:moveTo>
                <a:cubicBezTo>
                  <a:pt x="128986" y="209455"/>
                  <a:pt x="128986" y="209360"/>
                  <a:pt x="128986" y="209360"/>
                </a:cubicBezTo>
                <a:cubicBezTo>
                  <a:pt x="121557" y="198882"/>
                  <a:pt x="120986" y="185642"/>
                  <a:pt x="126510" y="174879"/>
                </a:cubicBezTo>
                <a:cubicBezTo>
                  <a:pt x="128701" y="170593"/>
                  <a:pt x="131749" y="166688"/>
                  <a:pt x="135844" y="163640"/>
                </a:cubicBezTo>
                <a:cubicBezTo>
                  <a:pt x="137178" y="162687"/>
                  <a:pt x="138511" y="161830"/>
                  <a:pt x="139940" y="161068"/>
                </a:cubicBezTo>
                <a:cubicBezTo>
                  <a:pt x="139940" y="161068"/>
                  <a:pt x="139940" y="161163"/>
                  <a:pt x="139940" y="161163"/>
                </a:cubicBezTo>
                <a:cubicBezTo>
                  <a:pt x="140417" y="160877"/>
                  <a:pt x="140798" y="160592"/>
                  <a:pt x="141178" y="160401"/>
                </a:cubicBezTo>
                <a:cubicBezTo>
                  <a:pt x="141750" y="160115"/>
                  <a:pt x="142417" y="159925"/>
                  <a:pt x="142988" y="159639"/>
                </a:cubicBezTo>
                <a:cubicBezTo>
                  <a:pt x="144227" y="159068"/>
                  <a:pt x="145560" y="158591"/>
                  <a:pt x="146894" y="158210"/>
                </a:cubicBezTo>
                <a:cubicBezTo>
                  <a:pt x="147560" y="158020"/>
                  <a:pt x="148322" y="157829"/>
                  <a:pt x="148989" y="157734"/>
                </a:cubicBezTo>
                <a:cubicBezTo>
                  <a:pt x="150227" y="157448"/>
                  <a:pt x="151561" y="157258"/>
                  <a:pt x="152799" y="157163"/>
                </a:cubicBezTo>
                <a:cubicBezTo>
                  <a:pt x="153466" y="157067"/>
                  <a:pt x="154228" y="156972"/>
                  <a:pt x="154894" y="156972"/>
                </a:cubicBezTo>
                <a:cubicBezTo>
                  <a:pt x="155847" y="156972"/>
                  <a:pt x="156800" y="157067"/>
                  <a:pt x="157752" y="157067"/>
                </a:cubicBezTo>
                <a:cubicBezTo>
                  <a:pt x="159276" y="157163"/>
                  <a:pt x="160705" y="157258"/>
                  <a:pt x="162229" y="157544"/>
                </a:cubicBezTo>
                <a:cubicBezTo>
                  <a:pt x="163086" y="157734"/>
                  <a:pt x="164039" y="157925"/>
                  <a:pt x="164896" y="158115"/>
                </a:cubicBezTo>
                <a:cubicBezTo>
                  <a:pt x="166325" y="158496"/>
                  <a:pt x="167658" y="158972"/>
                  <a:pt x="169087" y="159544"/>
                </a:cubicBezTo>
                <a:cubicBezTo>
                  <a:pt x="169944" y="159925"/>
                  <a:pt x="170706" y="160211"/>
                  <a:pt x="171563" y="160592"/>
                </a:cubicBezTo>
                <a:cubicBezTo>
                  <a:pt x="172230" y="160877"/>
                  <a:pt x="172802" y="161354"/>
                  <a:pt x="173373" y="161735"/>
                </a:cubicBezTo>
                <a:cubicBezTo>
                  <a:pt x="174135" y="162211"/>
                  <a:pt x="174897" y="162687"/>
                  <a:pt x="175659" y="163163"/>
                </a:cubicBezTo>
                <a:cubicBezTo>
                  <a:pt x="176326" y="163640"/>
                  <a:pt x="176993" y="164021"/>
                  <a:pt x="177564" y="164497"/>
                </a:cubicBezTo>
                <a:cubicBezTo>
                  <a:pt x="178136" y="164973"/>
                  <a:pt x="178612" y="165640"/>
                  <a:pt x="179183" y="166116"/>
                </a:cubicBezTo>
                <a:cubicBezTo>
                  <a:pt x="180421" y="167259"/>
                  <a:pt x="181660" y="168402"/>
                  <a:pt x="182707" y="169736"/>
                </a:cubicBezTo>
                <a:cubicBezTo>
                  <a:pt x="185470" y="173355"/>
                  <a:pt x="187375" y="177451"/>
                  <a:pt x="188518" y="181642"/>
                </a:cubicBezTo>
                <a:cubicBezTo>
                  <a:pt x="189946" y="187357"/>
                  <a:pt x="189756" y="193358"/>
                  <a:pt x="188232" y="198977"/>
                </a:cubicBezTo>
                <a:cubicBezTo>
                  <a:pt x="187565" y="201454"/>
                  <a:pt x="186613" y="203930"/>
                  <a:pt x="185375" y="206216"/>
                </a:cubicBezTo>
                <a:cubicBezTo>
                  <a:pt x="183184" y="210122"/>
                  <a:pt x="180231" y="213646"/>
                  <a:pt x="176516" y="216503"/>
                </a:cubicBezTo>
                <a:cubicBezTo>
                  <a:pt x="175850" y="216980"/>
                  <a:pt x="175183" y="217361"/>
                  <a:pt x="174421" y="217742"/>
                </a:cubicBezTo>
                <a:cubicBezTo>
                  <a:pt x="173373" y="218408"/>
                  <a:pt x="172325" y="219170"/>
                  <a:pt x="171182" y="219742"/>
                </a:cubicBezTo>
                <a:cubicBezTo>
                  <a:pt x="170611" y="220028"/>
                  <a:pt x="169944" y="220218"/>
                  <a:pt x="169373" y="220504"/>
                </a:cubicBezTo>
                <a:cubicBezTo>
                  <a:pt x="169373" y="220504"/>
                  <a:pt x="169277" y="220504"/>
                  <a:pt x="169277" y="220504"/>
                </a:cubicBezTo>
                <a:cubicBezTo>
                  <a:pt x="168039" y="221075"/>
                  <a:pt x="166801" y="221552"/>
                  <a:pt x="165467" y="221933"/>
                </a:cubicBezTo>
                <a:cubicBezTo>
                  <a:pt x="164800" y="222123"/>
                  <a:pt x="164039" y="222314"/>
                  <a:pt x="163372" y="222409"/>
                </a:cubicBezTo>
                <a:cubicBezTo>
                  <a:pt x="162419" y="222599"/>
                  <a:pt x="161467" y="222694"/>
                  <a:pt x="160514" y="222885"/>
                </a:cubicBezTo>
                <a:cubicBezTo>
                  <a:pt x="160133" y="222885"/>
                  <a:pt x="159848" y="222980"/>
                  <a:pt x="159466" y="223076"/>
                </a:cubicBezTo>
                <a:cubicBezTo>
                  <a:pt x="158800" y="223171"/>
                  <a:pt x="158038" y="223266"/>
                  <a:pt x="157371" y="223266"/>
                </a:cubicBezTo>
                <a:cubicBezTo>
                  <a:pt x="157085" y="223266"/>
                  <a:pt x="156704" y="223266"/>
                  <a:pt x="156419" y="223266"/>
                </a:cubicBezTo>
                <a:cubicBezTo>
                  <a:pt x="155752" y="223266"/>
                  <a:pt x="155180" y="223266"/>
                  <a:pt x="154513" y="223171"/>
                </a:cubicBezTo>
                <a:cubicBezTo>
                  <a:pt x="152990" y="223076"/>
                  <a:pt x="151561" y="222980"/>
                  <a:pt x="150132" y="222694"/>
                </a:cubicBezTo>
                <a:cubicBezTo>
                  <a:pt x="149275" y="222504"/>
                  <a:pt x="148322" y="222314"/>
                  <a:pt x="147465" y="222123"/>
                </a:cubicBezTo>
                <a:cubicBezTo>
                  <a:pt x="146036" y="221742"/>
                  <a:pt x="144703" y="221266"/>
                  <a:pt x="143274" y="220694"/>
                </a:cubicBezTo>
                <a:cubicBezTo>
                  <a:pt x="142417" y="220313"/>
                  <a:pt x="141655" y="220028"/>
                  <a:pt x="140798" y="219647"/>
                </a:cubicBezTo>
                <a:cubicBezTo>
                  <a:pt x="139369" y="218885"/>
                  <a:pt x="138035" y="218027"/>
                  <a:pt x="136702" y="217075"/>
                </a:cubicBezTo>
                <a:cubicBezTo>
                  <a:pt x="136035" y="216599"/>
                  <a:pt x="135368" y="216218"/>
                  <a:pt x="134797" y="215741"/>
                </a:cubicBezTo>
                <a:cubicBezTo>
                  <a:pt x="132892" y="214217"/>
                  <a:pt x="131177" y="212408"/>
                  <a:pt x="129653" y="210407"/>
                </a:cubicBezTo>
                <a:cubicBezTo>
                  <a:pt x="129368" y="210026"/>
                  <a:pt x="129272" y="209741"/>
                  <a:pt x="129082" y="209550"/>
                </a:cubicBezTo>
                <a:close/>
                <a:moveTo>
                  <a:pt x="205758" y="57245"/>
                </a:moveTo>
                <a:cubicBezTo>
                  <a:pt x="263289" y="81820"/>
                  <a:pt x="297389" y="101156"/>
                  <a:pt x="323773" y="136208"/>
                </a:cubicBezTo>
                <a:cubicBezTo>
                  <a:pt x="321297" y="139160"/>
                  <a:pt x="319105" y="142304"/>
                  <a:pt x="317106" y="145637"/>
                </a:cubicBezTo>
                <a:cubicBezTo>
                  <a:pt x="290340" y="142113"/>
                  <a:pt x="262813" y="142685"/>
                  <a:pt x="235286" y="147733"/>
                </a:cubicBezTo>
                <a:cubicBezTo>
                  <a:pt x="227284" y="149162"/>
                  <a:pt x="219379" y="151067"/>
                  <a:pt x="211568" y="153448"/>
                </a:cubicBezTo>
                <a:cubicBezTo>
                  <a:pt x="210711" y="152210"/>
                  <a:pt x="209854" y="150876"/>
                  <a:pt x="208996" y="149638"/>
                </a:cubicBezTo>
                <a:cubicBezTo>
                  <a:pt x="201281" y="139541"/>
                  <a:pt x="191089" y="132017"/>
                  <a:pt x="179564" y="127730"/>
                </a:cubicBezTo>
                <a:cubicBezTo>
                  <a:pt x="186898" y="99346"/>
                  <a:pt x="197757" y="74105"/>
                  <a:pt x="205758" y="57245"/>
                </a:cubicBezTo>
                <a:close/>
                <a:moveTo>
                  <a:pt x="354729" y="152210"/>
                </a:moveTo>
                <a:cubicBezTo>
                  <a:pt x="354824" y="152210"/>
                  <a:pt x="354824" y="152210"/>
                  <a:pt x="354729" y="152210"/>
                </a:cubicBezTo>
                <a:cubicBezTo>
                  <a:pt x="356444" y="150876"/>
                  <a:pt x="358253" y="149828"/>
                  <a:pt x="360063" y="148971"/>
                </a:cubicBezTo>
                <a:cubicBezTo>
                  <a:pt x="360634" y="148685"/>
                  <a:pt x="361301" y="148495"/>
                  <a:pt x="361873" y="148209"/>
                </a:cubicBezTo>
                <a:cubicBezTo>
                  <a:pt x="363111" y="147638"/>
                  <a:pt x="364444" y="147161"/>
                  <a:pt x="365778" y="146780"/>
                </a:cubicBezTo>
                <a:cubicBezTo>
                  <a:pt x="366445" y="146590"/>
                  <a:pt x="367207" y="146399"/>
                  <a:pt x="367873" y="146304"/>
                </a:cubicBezTo>
                <a:cubicBezTo>
                  <a:pt x="368255" y="146209"/>
                  <a:pt x="368540" y="146209"/>
                  <a:pt x="368922" y="146114"/>
                </a:cubicBezTo>
                <a:cubicBezTo>
                  <a:pt x="369112" y="146114"/>
                  <a:pt x="369302" y="146018"/>
                  <a:pt x="369493" y="146018"/>
                </a:cubicBezTo>
                <a:cubicBezTo>
                  <a:pt x="370255" y="145923"/>
                  <a:pt x="370921" y="145733"/>
                  <a:pt x="371684" y="145637"/>
                </a:cubicBezTo>
                <a:cubicBezTo>
                  <a:pt x="372350" y="145542"/>
                  <a:pt x="373113" y="145447"/>
                  <a:pt x="373779" y="145447"/>
                </a:cubicBezTo>
                <a:cubicBezTo>
                  <a:pt x="374732" y="145447"/>
                  <a:pt x="375684" y="145542"/>
                  <a:pt x="376637" y="145542"/>
                </a:cubicBezTo>
                <a:cubicBezTo>
                  <a:pt x="378161" y="145637"/>
                  <a:pt x="379590" y="145733"/>
                  <a:pt x="381113" y="146018"/>
                </a:cubicBezTo>
                <a:cubicBezTo>
                  <a:pt x="381971" y="146209"/>
                  <a:pt x="382828" y="146399"/>
                  <a:pt x="383781" y="146590"/>
                </a:cubicBezTo>
                <a:cubicBezTo>
                  <a:pt x="385209" y="146971"/>
                  <a:pt x="386543" y="147447"/>
                  <a:pt x="387972" y="148019"/>
                </a:cubicBezTo>
                <a:cubicBezTo>
                  <a:pt x="388828" y="148400"/>
                  <a:pt x="389591" y="148685"/>
                  <a:pt x="390448" y="149066"/>
                </a:cubicBezTo>
                <a:cubicBezTo>
                  <a:pt x="391877" y="149828"/>
                  <a:pt x="393210" y="150686"/>
                  <a:pt x="394544" y="151638"/>
                </a:cubicBezTo>
                <a:cubicBezTo>
                  <a:pt x="395210" y="152114"/>
                  <a:pt x="395877" y="152495"/>
                  <a:pt x="396448" y="152972"/>
                </a:cubicBezTo>
                <a:cubicBezTo>
                  <a:pt x="397782" y="154115"/>
                  <a:pt x="398925" y="155353"/>
                  <a:pt x="400068" y="156686"/>
                </a:cubicBezTo>
                <a:cubicBezTo>
                  <a:pt x="400544" y="157258"/>
                  <a:pt x="401116" y="157639"/>
                  <a:pt x="401592" y="158210"/>
                </a:cubicBezTo>
                <a:cubicBezTo>
                  <a:pt x="403021" y="160020"/>
                  <a:pt x="404164" y="161925"/>
                  <a:pt x="405116" y="163925"/>
                </a:cubicBezTo>
                <a:cubicBezTo>
                  <a:pt x="406069" y="165926"/>
                  <a:pt x="406831" y="168021"/>
                  <a:pt x="407402" y="170117"/>
                </a:cubicBezTo>
                <a:cubicBezTo>
                  <a:pt x="407402" y="170117"/>
                  <a:pt x="407402" y="170117"/>
                  <a:pt x="407402" y="170117"/>
                </a:cubicBezTo>
                <a:cubicBezTo>
                  <a:pt x="408450" y="174308"/>
                  <a:pt x="408736" y="178594"/>
                  <a:pt x="408165" y="182785"/>
                </a:cubicBezTo>
                <a:cubicBezTo>
                  <a:pt x="407212" y="190119"/>
                  <a:pt x="403592" y="197072"/>
                  <a:pt x="397973" y="202406"/>
                </a:cubicBezTo>
                <a:cubicBezTo>
                  <a:pt x="397401" y="202978"/>
                  <a:pt x="396734" y="203644"/>
                  <a:pt x="396068" y="204121"/>
                </a:cubicBezTo>
                <a:cubicBezTo>
                  <a:pt x="395782" y="204311"/>
                  <a:pt x="395591" y="204597"/>
                  <a:pt x="395305" y="204788"/>
                </a:cubicBezTo>
                <a:cubicBezTo>
                  <a:pt x="393591" y="206121"/>
                  <a:pt x="391781" y="207169"/>
                  <a:pt x="389971" y="208026"/>
                </a:cubicBezTo>
                <a:cubicBezTo>
                  <a:pt x="389400" y="208312"/>
                  <a:pt x="388733" y="208502"/>
                  <a:pt x="388162" y="208788"/>
                </a:cubicBezTo>
                <a:cubicBezTo>
                  <a:pt x="386923" y="209360"/>
                  <a:pt x="385590" y="209836"/>
                  <a:pt x="384257" y="210217"/>
                </a:cubicBezTo>
                <a:cubicBezTo>
                  <a:pt x="383590" y="210407"/>
                  <a:pt x="382828" y="210598"/>
                  <a:pt x="382161" y="210693"/>
                </a:cubicBezTo>
                <a:cubicBezTo>
                  <a:pt x="380923" y="210979"/>
                  <a:pt x="379590" y="211169"/>
                  <a:pt x="378351" y="211265"/>
                </a:cubicBezTo>
                <a:cubicBezTo>
                  <a:pt x="377684" y="211360"/>
                  <a:pt x="376922" y="211455"/>
                  <a:pt x="376255" y="211455"/>
                </a:cubicBezTo>
                <a:cubicBezTo>
                  <a:pt x="375303" y="211455"/>
                  <a:pt x="374350" y="211360"/>
                  <a:pt x="373398" y="211360"/>
                </a:cubicBezTo>
                <a:cubicBezTo>
                  <a:pt x="372922" y="211360"/>
                  <a:pt x="372541" y="211265"/>
                  <a:pt x="372064" y="211169"/>
                </a:cubicBezTo>
                <a:cubicBezTo>
                  <a:pt x="371017" y="211074"/>
                  <a:pt x="369969" y="210979"/>
                  <a:pt x="368922" y="210788"/>
                </a:cubicBezTo>
                <a:cubicBezTo>
                  <a:pt x="368064" y="210598"/>
                  <a:pt x="367112" y="210407"/>
                  <a:pt x="366254" y="210217"/>
                </a:cubicBezTo>
                <a:cubicBezTo>
                  <a:pt x="364825" y="209836"/>
                  <a:pt x="363492" y="209360"/>
                  <a:pt x="362063" y="208788"/>
                </a:cubicBezTo>
                <a:cubicBezTo>
                  <a:pt x="362063" y="208788"/>
                  <a:pt x="362063" y="208788"/>
                  <a:pt x="362063" y="208788"/>
                </a:cubicBezTo>
                <a:cubicBezTo>
                  <a:pt x="361206" y="208407"/>
                  <a:pt x="360444" y="208121"/>
                  <a:pt x="359587" y="207740"/>
                </a:cubicBezTo>
                <a:cubicBezTo>
                  <a:pt x="358158" y="206978"/>
                  <a:pt x="356825" y="206121"/>
                  <a:pt x="355491" y="205169"/>
                </a:cubicBezTo>
                <a:cubicBezTo>
                  <a:pt x="354824" y="204692"/>
                  <a:pt x="354157" y="204311"/>
                  <a:pt x="353586" y="203835"/>
                </a:cubicBezTo>
                <a:cubicBezTo>
                  <a:pt x="351681" y="202311"/>
                  <a:pt x="349966" y="200501"/>
                  <a:pt x="348443" y="198501"/>
                </a:cubicBezTo>
                <a:cubicBezTo>
                  <a:pt x="346919" y="196501"/>
                  <a:pt x="345681" y="194310"/>
                  <a:pt x="344728" y="192119"/>
                </a:cubicBezTo>
                <a:cubicBezTo>
                  <a:pt x="343585" y="189548"/>
                  <a:pt x="342823" y="186881"/>
                  <a:pt x="342346" y="184118"/>
                </a:cubicBezTo>
                <a:cubicBezTo>
                  <a:pt x="341299" y="178499"/>
                  <a:pt x="341680" y="172784"/>
                  <a:pt x="343489" y="167354"/>
                </a:cubicBezTo>
                <a:cubicBezTo>
                  <a:pt x="344823" y="163354"/>
                  <a:pt x="347014" y="159639"/>
                  <a:pt x="349872" y="156305"/>
                </a:cubicBezTo>
                <a:cubicBezTo>
                  <a:pt x="351015" y="154972"/>
                  <a:pt x="352348" y="153829"/>
                  <a:pt x="353681" y="152686"/>
                </a:cubicBezTo>
                <a:cubicBezTo>
                  <a:pt x="354063" y="152876"/>
                  <a:pt x="354348" y="152495"/>
                  <a:pt x="354729" y="152210"/>
                </a:cubicBezTo>
                <a:close/>
                <a:moveTo>
                  <a:pt x="378161" y="304419"/>
                </a:moveTo>
                <a:cubicBezTo>
                  <a:pt x="364159" y="304800"/>
                  <a:pt x="350919" y="309372"/>
                  <a:pt x="339775" y="317945"/>
                </a:cubicBezTo>
                <a:cubicBezTo>
                  <a:pt x="331202" y="324517"/>
                  <a:pt x="324535" y="332804"/>
                  <a:pt x="320058" y="342329"/>
                </a:cubicBezTo>
                <a:cubicBezTo>
                  <a:pt x="305199" y="346329"/>
                  <a:pt x="291578" y="345758"/>
                  <a:pt x="268528" y="343757"/>
                </a:cubicBezTo>
                <a:cubicBezTo>
                  <a:pt x="267671" y="339090"/>
                  <a:pt x="266337" y="334423"/>
                  <a:pt x="264527" y="330041"/>
                </a:cubicBezTo>
                <a:cubicBezTo>
                  <a:pt x="297674" y="304895"/>
                  <a:pt x="327487" y="274320"/>
                  <a:pt x="351967" y="241364"/>
                </a:cubicBezTo>
                <a:cubicBezTo>
                  <a:pt x="359301" y="244031"/>
                  <a:pt x="367016" y="245459"/>
                  <a:pt x="375112" y="245459"/>
                </a:cubicBezTo>
                <a:cubicBezTo>
                  <a:pt x="375208" y="245459"/>
                  <a:pt x="375208" y="245459"/>
                  <a:pt x="375303" y="245459"/>
                </a:cubicBezTo>
                <a:cubicBezTo>
                  <a:pt x="380446" y="261842"/>
                  <a:pt x="380256" y="283083"/>
                  <a:pt x="378161" y="304419"/>
                </a:cubicBezTo>
                <a:close/>
                <a:moveTo>
                  <a:pt x="217855" y="290322"/>
                </a:moveTo>
                <a:cubicBezTo>
                  <a:pt x="214616" y="271367"/>
                  <a:pt x="209187" y="253651"/>
                  <a:pt x="202424" y="237839"/>
                </a:cubicBezTo>
                <a:cubicBezTo>
                  <a:pt x="213187" y="227457"/>
                  <a:pt x="220046" y="213931"/>
                  <a:pt x="222046" y="198882"/>
                </a:cubicBezTo>
                <a:cubicBezTo>
                  <a:pt x="222712" y="194215"/>
                  <a:pt x="222808" y="189548"/>
                  <a:pt x="222427" y="184976"/>
                </a:cubicBezTo>
                <a:cubicBezTo>
                  <a:pt x="228618" y="183166"/>
                  <a:pt x="234905" y="181642"/>
                  <a:pt x="241286" y="180499"/>
                </a:cubicBezTo>
                <a:cubicBezTo>
                  <a:pt x="263861" y="176403"/>
                  <a:pt x="286435" y="175546"/>
                  <a:pt x="308342" y="178022"/>
                </a:cubicBezTo>
                <a:cubicBezTo>
                  <a:pt x="308152" y="192881"/>
                  <a:pt x="312819" y="207264"/>
                  <a:pt x="321963" y="219170"/>
                </a:cubicBezTo>
                <a:cubicBezTo>
                  <a:pt x="322725" y="220218"/>
                  <a:pt x="323582" y="221075"/>
                  <a:pt x="324439" y="222028"/>
                </a:cubicBezTo>
                <a:cubicBezTo>
                  <a:pt x="301198" y="252698"/>
                  <a:pt x="273386" y="280702"/>
                  <a:pt x="244239" y="303086"/>
                </a:cubicBezTo>
                <a:cubicBezTo>
                  <a:pt x="236524" y="296894"/>
                  <a:pt x="227570" y="292608"/>
                  <a:pt x="217855" y="290322"/>
                </a:cubicBezTo>
                <a:close/>
                <a:moveTo>
                  <a:pt x="433215" y="330518"/>
                </a:moveTo>
                <a:cubicBezTo>
                  <a:pt x="427119" y="322517"/>
                  <a:pt x="419499" y="316230"/>
                  <a:pt x="410831" y="311753"/>
                </a:cubicBezTo>
                <a:cubicBezTo>
                  <a:pt x="413594" y="286226"/>
                  <a:pt x="414070" y="259652"/>
                  <a:pt x="407307" y="236982"/>
                </a:cubicBezTo>
                <a:cubicBezTo>
                  <a:pt x="410069" y="235458"/>
                  <a:pt x="412832" y="233744"/>
                  <a:pt x="415403" y="231743"/>
                </a:cubicBezTo>
                <a:cubicBezTo>
                  <a:pt x="423214" y="225743"/>
                  <a:pt x="429405" y="218313"/>
                  <a:pt x="433882" y="209836"/>
                </a:cubicBezTo>
                <a:cubicBezTo>
                  <a:pt x="462838" y="218408"/>
                  <a:pt x="480459" y="232696"/>
                  <a:pt x="506367" y="254413"/>
                </a:cubicBezTo>
                <a:cubicBezTo>
                  <a:pt x="507415" y="267081"/>
                  <a:pt x="507415" y="280035"/>
                  <a:pt x="506367" y="292894"/>
                </a:cubicBezTo>
                <a:cubicBezTo>
                  <a:pt x="491698" y="303752"/>
                  <a:pt x="465409" y="322612"/>
                  <a:pt x="437025" y="336233"/>
                </a:cubicBezTo>
                <a:cubicBezTo>
                  <a:pt x="435977" y="334232"/>
                  <a:pt x="434644" y="332327"/>
                  <a:pt x="433215" y="330518"/>
                </a:cubicBezTo>
                <a:close/>
                <a:moveTo>
                  <a:pt x="459409" y="132302"/>
                </a:moveTo>
                <a:cubicBezTo>
                  <a:pt x="476173" y="154210"/>
                  <a:pt x="488650" y="178499"/>
                  <a:pt x="496652" y="204026"/>
                </a:cubicBezTo>
                <a:cubicBezTo>
                  <a:pt x="480650" y="192691"/>
                  <a:pt x="463981" y="183737"/>
                  <a:pt x="441597" y="177356"/>
                </a:cubicBezTo>
                <a:cubicBezTo>
                  <a:pt x="441311" y="163259"/>
                  <a:pt x="436740" y="149638"/>
                  <a:pt x="427976" y="138208"/>
                </a:cubicBezTo>
                <a:cubicBezTo>
                  <a:pt x="423309" y="132112"/>
                  <a:pt x="417690" y="126873"/>
                  <a:pt x="411498" y="122873"/>
                </a:cubicBezTo>
                <a:cubicBezTo>
                  <a:pt x="414451" y="111824"/>
                  <a:pt x="416641" y="100870"/>
                  <a:pt x="417880" y="90202"/>
                </a:cubicBezTo>
                <a:cubicBezTo>
                  <a:pt x="433215" y="102203"/>
                  <a:pt x="447217" y="116300"/>
                  <a:pt x="459409" y="132302"/>
                </a:cubicBezTo>
                <a:close/>
                <a:moveTo>
                  <a:pt x="273672" y="40481"/>
                </a:moveTo>
                <a:cubicBezTo>
                  <a:pt x="313771" y="40481"/>
                  <a:pt x="352062" y="50483"/>
                  <a:pt x="385876" y="69056"/>
                </a:cubicBezTo>
                <a:cubicBezTo>
                  <a:pt x="385971" y="83153"/>
                  <a:pt x="383875" y="97727"/>
                  <a:pt x="380256" y="112395"/>
                </a:cubicBezTo>
                <a:cubicBezTo>
                  <a:pt x="378541" y="112300"/>
                  <a:pt x="376732" y="112109"/>
                  <a:pt x="375017" y="112109"/>
                </a:cubicBezTo>
                <a:lnTo>
                  <a:pt x="375017" y="112109"/>
                </a:lnTo>
                <a:cubicBezTo>
                  <a:pt x="366635" y="112109"/>
                  <a:pt x="358539" y="113824"/>
                  <a:pt x="350919" y="116777"/>
                </a:cubicBezTo>
                <a:cubicBezTo>
                  <a:pt x="326725" y="84296"/>
                  <a:pt x="296722" y="63151"/>
                  <a:pt x="251954" y="41624"/>
                </a:cubicBezTo>
                <a:cubicBezTo>
                  <a:pt x="259193" y="40862"/>
                  <a:pt x="266337" y="40481"/>
                  <a:pt x="273672" y="40481"/>
                </a:cubicBezTo>
                <a:close/>
                <a:moveTo>
                  <a:pt x="132320" y="88297"/>
                </a:moveTo>
                <a:cubicBezTo>
                  <a:pt x="142607" y="80391"/>
                  <a:pt x="153466" y="73438"/>
                  <a:pt x="164706" y="67532"/>
                </a:cubicBezTo>
                <a:cubicBezTo>
                  <a:pt x="158038" y="83725"/>
                  <a:pt x="151275" y="103156"/>
                  <a:pt x="146227" y="124206"/>
                </a:cubicBezTo>
                <a:cubicBezTo>
                  <a:pt x="135083" y="125825"/>
                  <a:pt x="124700" y="130112"/>
                  <a:pt x="115556" y="137065"/>
                </a:cubicBezTo>
                <a:cubicBezTo>
                  <a:pt x="104698" y="145352"/>
                  <a:pt x="96887" y="156401"/>
                  <a:pt x="92696" y="169069"/>
                </a:cubicBezTo>
                <a:cubicBezTo>
                  <a:pt x="84410" y="167926"/>
                  <a:pt x="75742" y="166973"/>
                  <a:pt x="66693" y="166211"/>
                </a:cubicBezTo>
                <a:cubicBezTo>
                  <a:pt x="82314" y="136112"/>
                  <a:pt x="104507" y="109538"/>
                  <a:pt x="132320" y="88297"/>
                </a:cubicBezTo>
                <a:close/>
                <a:moveTo>
                  <a:pt x="42595" y="242792"/>
                </a:moveTo>
                <a:cubicBezTo>
                  <a:pt x="44595" y="227648"/>
                  <a:pt x="48119" y="212789"/>
                  <a:pt x="52882" y="198596"/>
                </a:cubicBezTo>
                <a:cubicBezTo>
                  <a:pt x="66121" y="199358"/>
                  <a:pt x="78790" y="200692"/>
                  <a:pt x="90505" y="202406"/>
                </a:cubicBezTo>
                <a:cubicBezTo>
                  <a:pt x="92411" y="212503"/>
                  <a:pt x="96602" y="222123"/>
                  <a:pt x="102983" y="230505"/>
                </a:cubicBezTo>
                <a:cubicBezTo>
                  <a:pt x="103936" y="231743"/>
                  <a:pt x="104888" y="232791"/>
                  <a:pt x="105936" y="233934"/>
                </a:cubicBezTo>
                <a:cubicBezTo>
                  <a:pt x="87743" y="249746"/>
                  <a:pt x="66979" y="260318"/>
                  <a:pt x="40594" y="270224"/>
                </a:cubicBezTo>
                <a:cubicBezTo>
                  <a:pt x="40690" y="261080"/>
                  <a:pt x="41357" y="251936"/>
                  <a:pt x="42595" y="242792"/>
                </a:cubicBezTo>
                <a:close/>
                <a:moveTo>
                  <a:pt x="134320" y="253079"/>
                </a:moveTo>
                <a:cubicBezTo>
                  <a:pt x="141178" y="255461"/>
                  <a:pt x="148513" y="256699"/>
                  <a:pt x="156037" y="256699"/>
                </a:cubicBezTo>
                <a:cubicBezTo>
                  <a:pt x="161943" y="256699"/>
                  <a:pt x="167753" y="255746"/>
                  <a:pt x="173373" y="254222"/>
                </a:cubicBezTo>
                <a:cubicBezTo>
                  <a:pt x="177945" y="265271"/>
                  <a:pt x="181850" y="277844"/>
                  <a:pt x="184422" y="291370"/>
                </a:cubicBezTo>
                <a:cubicBezTo>
                  <a:pt x="176612" y="293656"/>
                  <a:pt x="169087" y="297180"/>
                  <a:pt x="162419" y="302324"/>
                </a:cubicBezTo>
                <a:cubicBezTo>
                  <a:pt x="148227" y="313087"/>
                  <a:pt x="139178" y="328803"/>
                  <a:pt x="136797" y="346424"/>
                </a:cubicBezTo>
                <a:cubicBezTo>
                  <a:pt x="136416" y="349282"/>
                  <a:pt x="136321" y="352139"/>
                  <a:pt x="136226" y="354901"/>
                </a:cubicBezTo>
                <a:cubicBezTo>
                  <a:pt x="109079" y="359569"/>
                  <a:pt x="82886" y="357569"/>
                  <a:pt x="54025" y="352330"/>
                </a:cubicBezTo>
                <a:cubicBezTo>
                  <a:pt x="48500" y="336995"/>
                  <a:pt x="44690" y="321088"/>
                  <a:pt x="42500" y="304895"/>
                </a:cubicBezTo>
                <a:cubicBezTo>
                  <a:pt x="79742" y="291846"/>
                  <a:pt x="108889" y="277273"/>
                  <a:pt x="134320" y="253079"/>
                </a:cubicBezTo>
                <a:close/>
                <a:moveTo>
                  <a:pt x="88315" y="415385"/>
                </a:moveTo>
                <a:cubicBezTo>
                  <a:pt x="81743" y="406813"/>
                  <a:pt x="75837" y="397764"/>
                  <a:pt x="70598" y="388525"/>
                </a:cubicBezTo>
                <a:cubicBezTo>
                  <a:pt x="82219" y="389954"/>
                  <a:pt x="93649" y="390811"/>
                  <a:pt x="105079" y="390811"/>
                </a:cubicBezTo>
                <a:cubicBezTo>
                  <a:pt x="118128" y="390811"/>
                  <a:pt x="131082" y="389763"/>
                  <a:pt x="144417" y="387287"/>
                </a:cubicBezTo>
                <a:cubicBezTo>
                  <a:pt x="146036" y="390144"/>
                  <a:pt x="147751" y="393001"/>
                  <a:pt x="149751" y="395669"/>
                </a:cubicBezTo>
                <a:cubicBezTo>
                  <a:pt x="153370" y="400431"/>
                  <a:pt x="157657" y="404527"/>
                  <a:pt x="162229" y="408146"/>
                </a:cubicBezTo>
                <a:cubicBezTo>
                  <a:pt x="155752" y="436150"/>
                  <a:pt x="154704" y="458915"/>
                  <a:pt x="155561" y="475107"/>
                </a:cubicBezTo>
                <a:cubicBezTo>
                  <a:pt x="130034" y="460153"/>
                  <a:pt x="107079" y="440055"/>
                  <a:pt x="88315" y="415385"/>
                </a:cubicBezTo>
                <a:close/>
                <a:moveTo>
                  <a:pt x="415403" y="459391"/>
                </a:moveTo>
                <a:cubicBezTo>
                  <a:pt x="390257" y="478631"/>
                  <a:pt x="362063" y="492157"/>
                  <a:pt x="332155" y="499872"/>
                </a:cubicBezTo>
                <a:cubicBezTo>
                  <a:pt x="354253" y="483108"/>
                  <a:pt x="372160" y="461772"/>
                  <a:pt x="384542" y="437293"/>
                </a:cubicBezTo>
                <a:cubicBezTo>
                  <a:pt x="397687" y="436436"/>
                  <a:pt x="410069" y="432054"/>
                  <a:pt x="420642" y="423958"/>
                </a:cubicBezTo>
                <a:cubicBezTo>
                  <a:pt x="434834" y="413195"/>
                  <a:pt x="443883" y="397478"/>
                  <a:pt x="446265" y="379857"/>
                </a:cubicBezTo>
                <a:cubicBezTo>
                  <a:pt x="446741" y="376047"/>
                  <a:pt x="446931" y="372237"/>
                  <a:pt x="446741" y="368522"/>
                </a:cubicBezTo>
                <a:cubicBezTo>
                  <a:pt x="464552" y="360426"/>
                  <a:pt x="481793" y="350234"/>
                  <a:pt x="497699" y="339757"/>
                </a:cubicBezTo>
                <a:cubicBezTo>
                  <a:pt x="483983" y="387096"/>
                  <a:pt x="455503" y="428816"/>
                  <a:pt x="415403" y="459391"/>
                </a:cubicBezTo>
                <a:close/>
              </a:path>
            </a:pathLst>
          </a:custGeom>
          <a:solidFill>
            <a:schemeClr val="tx2"/>
          </a:solidFill>
          <a:ln w="9525" cap="flat">
            <a:noFill/>
            <a:prstDash val="solid"/>
            <a:miter/>
          </a:ln>
        </p:spPr>
        <p:txBody>
          <a:bodyPr rtlCol="0" anchor="ctr"/>
          <a:lstStyle/>
          <a:p>
            <a:endParaRPr lang="en-US"/>
          </a:p>
        </p:txBody>
      </p:sp>
      <p:sp>
        <p:nvSpPr>
          <p:cNvPr id="225" name="TextBox 32">
            <a:extLst>
              <a:ext uri="{FF2B5EF4-FFF2-40B4-BE49-F238E27FC236}">
                <a16:creationId xmlns:a16="http://schemas.microsoft.com/office/drawing/2014/main" id="{8F7EF7BE-F11E-484F-88C4-B4B5EFF84E90}"/>
              </a:ext>
            </a:extLst>
          </p:cNvPr>
          <p:cNvSpPr txBox="1"/>
          <p:nvPr/>
        </p:nvSpPr>
        <p:spPr>
          <a:xfrm>
            <a:off x="8939145" y="4780003"/>
            <a:ext cx="501740" cy="338554"/>
          </a:xfrm>
          <a:prstGeom prst="rect">
            <a:avLst/>
          </a:prstGeom>
          <a:noFill/>
        </p:spPr>
        <p:txBody>
          <a:bodyPr wrap="none" lIns="0" rIns="0" rtlCol="0" anchor="ctr" anchorCtr="0">
            <a:noAutofit/>
          </a:bodyPr>
          <a:lstStyle/>
          <a:p>
            <a:pPr algn="ctr"/>
            <a:r>
              <a:rPr lang="en-US" sz="800"/>
              <a:t>Globe</a:t>
            </a:r>
            <a:br>
              <a:rPr lang="en-US" sz="800"/>
            </a:br>
            <a:r>
              <a:rPr lang="en-US" sz="800"/>
              <a:t>connected</a:t>
            </a:r>
          </a:p>
        </p:txBody>
      </p:sp>
      <p:sp>
        <p:nvSpPr>
          <p:cNvPr id="227" name="Freeform: Shape 185">
            <a:extLst>
              <a:ext uri="{FF2B5EF4-FFF2-40B4-BE49-F238E27FC236}">
                <a16:creationId xmlns:a16="http://schemas.microsoft.com/office/drawing/2014/main" id="{9259ECBE-BA39-994C-955A-F1FD2D6ECE2A}"/>
              </a:ext>
            </a:extLst>
          </p:cNvPr>
          <p:cNvSpPr>
            <a:spLocks noChangeAspect="1"/>
          </p:cNvSpPr>
          <p:nvPr/>
        </p:nvSpPr>
        <p:spPr>
          <a:xfrm>
            <a:off x="3513849" y="4298514"/>
            <a:ext cx="542925" cy="314325"/>
          </a:xfrm>
          <a:custGeom>
            <a:avLst/>
            <a:gdLst>
              <a:gd name="connsiteX0" fmla="*/ 273844 w 542925"/>
              <a:gd name="connsiteY0" fmla="*/ 7144 h 314325"/>
              <a:gd name="connsiteX1" fmla="*/ 7144 w 542925"/>
              <a:gd name="connsiteY1" fmla="*/ 159544 h 314325"/>
              <a:gd name="connsiteX2" fmla="*/ 273844 w 542925"/>
              <a:gd name="connsiteY2" fmla="*/ 311944 h 314325"/>
              <a:gd name="connsiteX3" fmla="*/ 540544 w 542925"/>
              <a:gd name="connsiteY3" fmla="*/ 159544 h 314325"/>
              <a:gd name="connsiteX4" fmla="*/ 273844 w 542925"/>
              <a:gd name="connsiteY4" fmla="*/ 7144 h 314325"/>
              <a:gd name="connsiteX5" fmla="*/ 273844 w 542925"/>
              <a:gd name="connsiteY5" fmla="*/ 273844 h 314325"/>
              <a:gd name="connsiteX6" fmla="*/ 51721 w 542925"/>
              <a:gd name="connsiteY6" fmla="*/ 159544 h 314325"/>
              <a:gd name="connsiteX7" fmla="*/ 273844 w 542925"/>
              <a:gd name="connsiteY7" fmla="*/ 45244 h 314325"/>
              <a:gd name="connsiteX8" fmla="*/ 495967 w 542925"/>
              <a:gd name="connsiteY8" fmla="*/ 159544 h 314325"/>
              <a:gd name="connsiteX9" fmla="*/ 273844 w 542925"/>
              <a:gd name="connsiteY9" fmla="*/ 273844 h 314325"/>
              <a:gd name="connsiteX10" fmla="*/ 273844 w 542925"/>
              <a:gd name="connsiteY10" fmla="*/ 59531 h 314325"/>
              <a:gd name="connsiteX11" fmla="*/ 173831 w 542925"/>
              <a:gd name="connsiteY11" fmla="*/ 159544 h 314325"/>
              <a:gd name="connsiteX12" fmla="*/ 273844 w 542925"/>
              <a:gd name="connsiteY12" fmla="*/ 259556 h 314325"/>
              <a:gd name="connsiteX13" fmla="*/ 373856 w 542925"/>
              <a:gd name="connsiteY13" fmla="*/ 159544 h 314325"/>
              <a:gd name="connsiteX14" fmla="*/ 273844 w 542925"/>
              <a:gd name="connsiteY14" fmla="*/ 59531 h 314325"/>
              <a:gd name="connsiteX15" fmla="*/ 273844 w 542925"/>
              <a:gd name="connsiteY15" fmla="*/ 221456 h 314325"/>
              <a:gd name="connsiteX16" fmla="*/ 211931 w 542925"/>
              <a:gd name="connsiteY16" fmla="*/ 159544 h 314325"/>
              <a:gd name="connsiteX17" fmla="*/ 273844 w 542925"/>
              <a:gd name="connsiteY17" fmla="*/ 97631 h 314325"/>
              <a:gd name="connsiteX18" fmla="*/ 335756 w 542925"/>
              <a:gd name="connsiteY18" fmla="*/ 159544 h 314325"/>
              <a:gd name="connsiteX19" fmla="*/ 273844 w 542925"/>
              <a:gd name="connsiteY19" fmla="*/ 221456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314325">
                <a:moveTo>
                  <a:pt x="273844" y="7144"/>
                </a:moveTo>
                <a:cubicBezTo>
                  <a:pt x="83344" y="7144"/>
                  <a:pt x="7144" y="159544"/>
                  <a:pt x="7144" y="159544"/>
                </a:cubicBezTo>
                <a:cubicBezTo>
                  <a:pt x="7144" y="159544"/>
                  <a:pt x="83344" y="311944"/>
                  <a:pt x="273844" y="311944"/>
                </a:cubicBezTo>
                <a:cubicBezTo>
                  <a:pt x="464344" y="311944"/>
                  <a:pt x="540544" y="159544"/>
                  <a:pt x="540544" y="159544"/>
                </a:cubicBezTo>
                <a:cubicBezTo>
                  <a:pt x="540544" y="159544"/>
                  <a:pt x="464344" y="7144"/>
                  <a:pt x="273844" y="7144"/>
                </a:cubicBezTo>
                <a:close/>
                <a:moveTo>
                  <a:pt x="273844" y="273844"/>
                </a:moveTo>
                <a:cubicBezTo>
                  <a:pt x="144780" y="273844"/>
                  <a:pt x="76200" y="195167"/>
                  <a:pt x="51721" y="159544"/>
                </a:cubicBezTo>
                <a:cubicBezTo>
                  <a:pt x="76295" y="123825"/>
                  <a:pt x="144875" y="45244"/>
                  <a:pt x="273844" y="45244"/>
                </a:cubicBezTo>
                <a:cubicBezTo>
                  <a:pt x="402908" y="45244"/>
                  <a:pt x="471488" y="123920"/>
                  <a:pt x="495967" y="159544"/>
                </a:cubicBezTo>
                <a:cubicBezTo>
                  <a:pt x="471488" y="195263"/>
                  <a:pt x="402812" y="273844"/>
                  <a:pt x="273844" y="273844"/>
                </a:cubicBezTo>
                <a:close/>
                <a:moveTo>
                  <a:pt x="273844" y="59531"/>
                </a:moveTo>
                <a:cubicBezTo>
                  <a:pt x="218599" y="59531"/>
                  <a:pt x="173831" y="104299"/>
                  <a:pt x="173831" y="159544"/>
                </a:cubicBezTo>
                <a:cubicBezTo>
                  <a:pt x="173831" y="214789"/>
                  <a:pt x="218599" y="259556"/>
                  <a:pt x="273844" y="259556"/>
                </a:cubicBezTo>
                <a:cubicBezTo>
                  <a:pt x="329089" y="259556"/>
                  <a:pt x="373856" y="214789"/>
                  <a:pt x="373856" y="159544"/>
                </a:cubicBezTo>
                <a:cubicBezTo>
                  <a:pt x="373856" y="104299"/>
                  <a:pt x="329089" y="59531"/>
                  <a:pt x="273844" y="59531"/>
                </a:cubicBezTo>
                <a:close/>
                <a:moveTo>
                  <a:pt x="273844" y="221456"/>
                </a:moveTo>
                <a:cubicBezTo>
                  <a:pt x="239744" y="221456"/>
                  <a:pt x="211931" y="193643"/>
                  <a:pt x="211931" y="159544"/>
                </a:cubicBezTo>
                <a:cubicBezTo>
                  <a:pt x="211931" y="125444"/>
                  <a:pt x="239744" y="97631"/>
                  <a:pt x="273844" y="97631"/>
                </a:cubicBezTo>
                <a:cubicBezTo>
                  <a:pt x="307943" y="97631"/>
                  <a:pt x="335756" y="125444"/>
                  <a:pt x="335756" y="159544"/>
                </a:cubicBezTo>
                <a:cubicBezTo>
                  <a:pt x="335756" y="193643"/>
                  <a:pt x="308039" y="221456"/>
                  <a:pt x="273844" y="221456"/>
                </a:cubicBezTo>
                <a:close/>
              </a:path>
            </a:pathLst>
          </a:custGeom>
          <a:solidFill>
            <a:schemeClr val="tx2"/>
          </a:solidFill>
          <a:ln w="9525" cap="flat">
            <a:noFill/>
            <a:prstDash val="solid"/>
            <a:miter/>
          </a:ln>
        </p:spPr>
        <p:txBody>
          <a:bodyPr rtlCol="0" anchor="ctr"/>
          <a:lstStyle/>
          <a:p>
            <a:endParaRPr lang="en-US"/>
          </a:p>
        </p:txBody>
      </p:sp>
      <p:sp>
        <p:nvSpPr>
          <p:cNvPr id="228" name="TextBox 33">
            <a:extLst>
              <a:ext uri="{FF2B5EF4-FFF2-40B4-BE49-F238E27FC236}">
                <a16:creationId xmlns:a16="http://schemas.microsoft.com/office/drawing/2014/main" id="{4F3AB0E7-6127-4D40-9DFE-E404B04CDBC2}"/>
              </a:ext>
            </a:extLst>
          </p:cNvPr>
          <p:cNvSpPr txBox="1"/>
          <p:nvPr/>
        </p:nvSpPr>
        <p:spPr>
          <a:xfrm>
            <a:off x="3701154" y="4780004"/>
            <a:ext cx="168315" cy="215444"/>
          </a:xfrm>
          <a:prstGeom prst="rect">
            <a:avLst/>
          </a:prstGeom>
          <a:noFill/>
        </p:spPr>
        <p:txBody>
          <a:bodyPr wrap="none" lIns="0" rIns="0" rtlCol="0" anchor="ctr" anchorCtr="0">
            <a:noAutofit/>
          </a:bodyPr>
          <a:lstStyle/>
          <a:p>
            <a:pPr algn="ctr"/>
            <a:r>
              <a:rPr lang="en-US" sz="800"/>
              <a:t>Eye</a:t>
            </a:r>
          </a:p>
        </p:txBody>
      </p:sp>
      <p:sp>
        <p:nvSpPr>
          <p:cNvPr id="238" name="Freeform: Shape 46">
            <a:extLst>
              <a:ext uri="{FF2B5EF4-FFF2-40B4-BE49-F238E27FC236}">
                <a16:creationId xmlns:a16="http://schemas.microsoft.com/office/drawing/2014/main" id="{F1A7D147-7612-9945-9F45-151D23B50F3B}"/>
              </a:ext>
            </a:extLst>
          </p:cNvPr>
          <p:cNvSpPr>
            <a:spLocks noChangeAspect="1"/>
          </p:cNvSpPr>
          <p:nvPr/>
        </p:nvSpPr>
        <p:spPr>
          <a:xfrm>
            <a:off x="1779711" y="2231518"/>
            <a:ext cx="390525" cy="542925"/>
          </a:xfrm>
          <a:custGeom>
            <a:avLst/>
            <a:gdLst>
              <a:gd name="connsiteX0" fmla="*/ 102394 w 390525"/>
              <a:gd name="connsiteY0" fmla="*/ 140494 h 542925"/>
              <a:gd name="connsiteX1" fmla="*/ 140494 w 390525"/>
              <a:gd name="connsiteY1" fmla="*/ 140494 h 542925"/>
              <a:gd name="connsiteX2" fmla="*/ 140494 w 390525"/>
              <a:gd name="connsiteY2" fmla="*/ 178594 h 542925"/>
              <a:gd name="connsiteX3" fmla="*/ 102394 w 390525"/>
              <a:gd name="connsiteY3" fmla="*/ 178594 h 542925"/>
              <a:gd name="connsiteX4" fmla="*/ 102394 w 390525"/>
              <a:gd name="connsiteY4" fmla="*/ 140494 h 542925"/>
              <a:gd name="connsiteX5" fmla="*/ 178594 w 390525"/>
              <a:gd name="connsiteY5" fmla="*/ 178594 h 542925"/>
              <a:gd name="connsiteX6" fmla="*/ 216694 w 390525"/>
              <a:gd name="connsiteY6" fmla="*/ 178594 h 542925"/>
              <a:gd name="connsiteX7" fmla="*/ 216694 w 390525"/>
              <a:gd name="connsiteY7" fmla="*/ 140494 h 542925"/>
              <a:gd name="connsiteX8" fmla="*/ 178594 w 390525"/>
              <a:gd name="connsiteY8" fmla="*/ 140494 h 542925"/>
              <a:gd name="connsiteX9" fmla="*/ 178594 w 390525"/>
              <a:gd name="connsiteY9" fmla="*/ 178594 h 542925"/>
              <a:gd name="connsiteX10" fmla="*/ 254794 w 390525"/>
              <a:gd name="connsiteY10" fmla="*/ 178594 h 542925"/>
              <a:gd name="connsiteX11" fmla="*/ 292894 w 390525"/>
              <a:gd name="connsiteY11" fmla="*/ 178594 h 542925"/>
              <a:gd name="connsiteX12" fmla="*/ 292894 w 390525"/>
              <a:gd name="connsiteY12" fmla="*/ 140494 h 542925"/>
              <a:gd name="connsiteX13" fmla="*/ 254794 w 390525"/>
              <a:gd name="connsiteY13" fmla="*/ 140494 h 542925"/>
              <a:gd name="connsiteX14" fmla="*/ 254794 w 390525"/>
              <a:gd name="connsiteY14" fmla="*/ 178594 h 542925"/>
              <a:gd name="connsiteX15" fmla="*/ 102394 w 390525"/>
              <a:gd name="connsiteY15" fmla="*/ 254794 h 542925"/>
              <a:gd name="connsiteX16" fmla="*/ 140494 w 390525"/>
              <a:gd name="connsiteY16" fmla="*/ 254794 h 542925"/>
              <a:gd name="connsiteX17" fmla="*/ 140494 w 390525"/>
              <a:gd name="connsiteY17" fmla="*/ 216694 h 542925"/>
              <a:gd name="connsiteX18" fmla="*/ 102394 w 390525"/>
              <a:gd name="connsiteY18" fmla="*/ 216694 h 542925"/>
              <a:gd name="connsiteX19" fmla="*/ 102394 w 390525"/>
              <a:gd name="connsiteY19" fmla="*/ 254794 h 542925"/>
              <a:gd name="connsiteX20" fmla="*/ 178594 w 390525"/>
              <a:gd name="connsiteY20" fmla="*/ 254794 h 542925"/>
              <a:gd name="connsiteX21" fmla="*/ 216694 w 390525"/>
              <a:gd name="connsiteY21" fmla="*/ 254794 h 542925"/>
              <a:gd name="connsiteX22" fmla="*/ 216694 w 390525"/>
              <a:gd name="connsiteY22" fmla="*/ 216694 h 542925"/>
              <a:gd name="connsiteX23" fmla="*/ 178594 w 390525"/>
              <a:gd name="connsiteY23" fmla="*/ 216694 h 542925"/>
              <a:gd name="connsiteX24" fmla="*/ 178594 w 390525"/>
              <a:gd name="connsiteY24" fmla="*/ 254794 h 542925"/>
              <a:gd name="connsiteX25" fmla="*/ 254794 w 390525"/>
              <a:gd name="connsiteY25" fmla="*/ 254794 h 542925"/>
              <a:gd name="connsiteX26" fmla="*/ 292894 w 390525"/>
              <a:gd name="connsiteY26" fmla="*/ 254794 h 542925"/>
              <a:gd name="connsiteX27" fmla="*/ 292894 w 390525"/>
              <a:gd name="connsiteY27" fmla="*/ 216694 h 542925"/>
              <a:gd name="connsiteX28" fmla="*/ 254794 w 390525"/>
              <a:gd name="connsiteY28" fmla="*/ 216694 h 542925"/>
              <a:gd name="connsiteX29" fmla="*/ 254794 w 390525"/>
              <a:gd name="connsiteY29" fmla="*/ 254794 h 542925"/>
              <a:gd name="connsiteX30" fmla="*/ 102394 w 390525"/>
              <a:gd name="connsiteY30" fmla="*/ 330994 h 542925"/>
              <a:gd name="connsiteX31" fmla="*/ 140494 w 390525"/>
              <a:gd name="connsiteY31" fmla="*/ 330994 h 542925"/>
              <a:gd name="connsiteX32" fmla="*/ 140494 w 390525"/>
              <a:gd name="connsiteY32" fmla="*/ 292894 h 542925"/>
              <a:gd name="connsiteX33" fmla="*/ 102394 w 390525"/>
              <a:gd name="connsiteY33" fmla="*/ 292894 h 542925"/>
              <a:gd name="connsiteX34" fmla="*/ 102394 w 390525"/>
              <a:gd name="connsiteY34" fmla="*/ 330994 h 542925"/>
              <a:gd name="connsiteX35" fmla="*/ 178594 w 390525"/>
              <a:gd name="connsiteY35" fmla="*/ 330994 h 542925"/>
              <a:gd name="connsiteX36" fmla="*/ 216694 w 390525"/>
              <a:gd name="connsiteY36" fmla="*/ 330994 h 542925"/>
              <a:gd name="connsiteX37" fmla="*/ 216694 w 390525"/>
              <a:gd name="connsiteY37" fmla="*/ 292894 h 542925"/>
              <a:gd name="connsiteX38" fmla="*/ 178594 w 390525"/>
              <a:gd name="connsiteY38" fmla="*/ 292894 h 542925"/>
              <a:gd name="connsiteX39" fmla="*/ 178594 w 390525"/>
              <a:gd name="connsiteY39" fmla="*/ 330994 h 542925"/>
              <a:gd name="connsiteX40" fmla="*/ 254794 w 390525"/>
              <a:gd name="connsiteY40" fmla="*/ 330994 h 542925"/>
              <a:gd name="connsiteX41" fmla="*/ 292894 w 390525"/>
              <a:gd name="connsiteY41" fmla="*/ 330994 h 542925"/>
              <a:gd name="connsiteX42" fmla="*/ 292894 w 390525"/>
              <a:gd name="connsiteY42" fmla="*/ 292894 h 542925"/>
              <a:gd name="connsiteX43" fmla="*/ 254794 w 390525"/>
              <a:gd name="connsiteY43" fmla="*/ 292894 h 542925"/>
              <a:gd name="connsiteX44" fmla="*/ 254794 w 390525"/>
              <a:gd name="connsiteY44" fmla="*/ 330994 h 542925"/>
              <a:gd name="connsiteX45" fmla="*/ 102394 w 390525"/>
              <a:gd name="connsiteY45" fmla="*/ 407194 h 542925"/>
              <a:gd name="connsiteX46" fmla="*/ 140494 w 390525"/>
              <a:gd name="connsiteY46" fmla="*/ 407194 h 542925"/>
              <a:gd name="connsiteX47" fmla="*/ 140494 w 390525"/>
              <a:gd name="connsiteY47" fmla="*/ 369094 h 542925"/>
              <a:gd name="connsiteX48" fmla="*/ 102394 w 390525"/>
              <a:gd name="connsiteY48" fmla="*/ 369094 h 542925"/>
              <a:gd name="connsiteX49" fmla="*/ 102394 w 390525"/>
              <a:gd name="connsiteY49" fmla="*/ 407194 h 542925"/>
              <a:gd name="connsiteX50" fmla="*/ 178594 w 390525"/>
              <a:gd name="connsiteY50" fmla="*/ 407194 h 542925"/>
              <a:gd name="connsiteX51" fmla="*/ 216694 w 390525"/>
              <a:gd name="connsiteY51" fmla="*/ 407194 h 542925"/>
              <a:gd name="connsiteX52" fmla="*/ 216694 w 390525"/>
              <a:gd name="connsiteY52" fmla="*/ 369094 h 542925"/>
              <a:gd name="connsiteX53" fmla="*/ 178594 w 390525"/>
              <a:gd name="connsiteY53" fmla="*/ 369094 h 542925"/>
              <a:gd name="connsiteX54" fmla="*/ 178594 w 390525"/>
              <a:gd name="connsiteY54" fmla="*/ 407194 h 542925"/>
              <a:gd name="connsiteX55" fmla="*/ 254794 w 390525"/>
              <a:gd name="connsiteY55" fmla="*/ 407194 h 542925"/>
              <a:gd name="connsiteX56" fmla="*/ 292894 w 390525"/>
              <a:gd name="connsiteY56" fmla="*/ 407194 h 542925"/>
              <a:gd name="connsiteX57" fmla="*/ 292894 w 390525"/>
              <a:gd name="connsiteY57" fmla="*/ 369094 h 542925"/>
              <a:gd name="connsiteX58" fmla="*/ 254794 w 390525"/>
              <a:gd name="connsiteY58" fmla="*/ 369094 h 542925"/>
              <a:gd name="connsiteX59" fmla="*/ 254794 w 390525"/>
              <a:gd name="connsiteY59" fmla="*/ 407194 h 542925"/>
              <a:gd name="connsiteX60" fmla="*/ 102394 w 390525"/>
              <a:gd name="connsiteY60" fmla="*/ 483394 h 542925"/>
              <a:gd name="connsiteX61" fmla="*/ 140494 w 390525"/>
              <a:gd name="connsiteY61" fmla="*/ 483394 h 542925"/>
              <a:gd name="connsiteX62" fmla="*/ 140494 w 390525"/>
              <a:gd name="connsiteY62" fmla="*/ 445294 h 542925"/>
              <a:gd name="connsiteX63" fmla="*/ 102394 w 390525"/>
              <a:gd name="connsiteY63" fmla="*/ 445294 h 542925"/>
              <a:gd name="connsiteX64" fmla="*/ 102394 w 390525"/>
              <a:gd name="connsiteY64" fmla="*/ 483394 h 542925"/>
              <a:gd name="connsiteX65" fmla="*/ 178594 w 390525"/>
              <a:gd name="connsiteY65" fmla="*/ 483394 h 542925"/>
              <a:gd name="connsiteX66" fmla="*/ 216694 w 390525"/>
              <a:gd name="connsiteY66" fmla="*/ 483394 h 542925"/>
              <a:gd name="connsiteX67" fmla="*/ 216694 w 390525"/>
              <a:gd name="connsiteY67" fmla="*/ 445294 h 542925"/>
              <a:gd name="connsiteX68" fmla="*/ 178594 w 390525"/>
              <a:gd name="connsiteY68" fmla="*/ 445294 h 542925"/>
              <a:gd name="connsiteX69" fmla="*/ 178594 w 390525"/>
              <a:gd name="connsiteY69" fmla="*/ 483394 h 542925"/>
              <a:gd name="connsiteX70" fmla="*/ 254794 w 390525"/>
              <a:gd name="connsiteY70" fmla="*/ 483394 h 542925"/>
              <a:gd name="connsiteX71" fmla="*/ 292894 w 390525"/>
              <a:gd name="connsiteY71" fmla="*/ 483394 h 542925"/>
              <a:gd name="connsiteX72" fmla="*/ 292894 w 390525"/>
              <a:gd name="connsiteY72" fmla="*/ 445294 h 542925"/>
              <a:gd name="connsiteX73" fmla="*/ 254794 w 390525"/>
              <a:gd name="connsiteY73" fmla="*/ 445294 h 542925"/>
              <a:gd name="connsiteX74" fmla="*/ 254794 w 390525"/>
              <a:gd name="connsiteY74" fmla="*/ 483394 h 542925"/>
              <a:gd name="connsiteX75" fmla="*/ 311944 w 390525"/>
              <a:gd name="connsiteY75" fmla="*/ 45244 h 542925"/>
              <a:gd name="connsiteX76" fmla="*/ 311944 w 390525"/>
              <a:gd name="connsiteY76" fmla="*/ 7144 h 542925"/>
              <a:gd name="connsiteX77" fmla="*/ 273844 w 390525"/>
              <a:gd name="connsiteY77" fmla="*/ 7144 h 542925"/>
              <a:gd name="connsiteX78" fmla="*/ 273844 w 390525"/>
              <a:gd name="connsiteY78" fmla="*/ 45244 h 542925"/>
              <a:gd name="connsiteX79" fmla="*/ 7144 w 390525"/>
              <a:gd name="connsiteY79" fmla="*/ 45244 h 542925"/>
              <a:gd name="connsiteX80" fmla="*/ 7144 w 390525"/>
              <a:gd name="connsiteY80" fmla="*/ 540544 h 542925"/>
              <a:gd name="connsiteX81" fmla="*/ 45244 w 390525"/>
              <a:gd name="connsiteY81" fmla="*/ 540544 h 542925"/>
              <a:gd name="connsiteX82" fmla="*/ 45244 w 390525"/>
              <a:gd name="connsiteY82" fmla="*/ 83344 h 542925"/>
              <a:gd name="connsiteX83" fmla="*/ 350044 w 390525"/>
              <a:gd name="connsiteY83" fmla="*/ 83344 h 542925"/>
              <a:gd name="connsiteX84" fmla="*/ 350044 w 390525"/>
              <a:gd name="connsiteY84" fmla="*/ 540544 h 542925"/>
              <a:gd name="connsiteX85" fmla="*/ 388144 w 390525"/>
              <a:gd name="connsiteY85" fmla="*/ 540544 h 542925"/>
              <a:gd name="connsiteX86" fmla="*/ 388144 w 390525"/>
              <a:gd name="connsiteY86" fmla="*/ 45244 h 542925"/>
              <a:gd name="connsiteX87" fmla="*/ 311944 w 390525"/>
              <a:gd name="connsiteY87" fmla="*/ 452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90525" h="542925">
                <a:moveTo>
                  <a:pt x="102394" y="140494"/>
                </a:moveTo>
                <a:lnTo>
                  <a:pt x="140494" y="140494"/>
                </a:lnTo>
                <a:lnTo>
                  <a:pt x="140494" y="178594"/>
                </a:lnTo>
                <a:lnTo>
                  <a:pt x="102394" y="178594"/>
                </a:lnTo>
                <a:lnTo>
                  <a:pt x="102394" y="140494"/>
                </a:lnTo>
                <a:close/>
                <a:moveTo>
                  <a:pt x="178594" y="178594"/>
                </a:moveTo>
                <a:lnTo>
                  <a:pt x="216694" y="178594"/>
                </a:lnTo>
                <a:lnTo>
                  <a:pt x="216694" y="140494"/>
                </a:lnTo>
                <a:lnTo>
                  <a:pt x="178594" y="140494"/>
                </a:lnTo>
                <a:lnTo>
                  <a:pt x="178594" y="178594"/>
                </a:lnTo>
                <a:close/>
                <a:moveTo>
                  <a:pt x="254794" y="178594"/>
                </a:moveTo>
                <a:lnTo>
                  <a:pt x="292894" y="178594"/>
                </a:lnTo>
                <a:lnTo>
                  <a:pt x="292894" y="140494"/>
                </a:lnTo>
                <a:lnTo>
                  <a:pt x="254794" y="140494"/>
                </a:lnTo>
                <a:lnTo>
                  <a:pt x="254794" y="178594"/>
                </a:lnTo>
                <a:close/>
                <a:moveTo>
                  <a:pt x="102394" y="254794"/>
                </a:moveTo>
                <a:lnTo>
                  <a:pt x="140494" y="254794"/>
                </a:lnTo>
                <a:lnTo>
                  <a:pt x="140494" y="216694"/>
                </a:lnTo>
                <a:lnTo>
                  <a:pt x="102394" y="216694"/>
                </a:lnTo>
                <a:lnTo>
                  <a:pt x="102394" y="254794"/>
                </a:lnTo>
                <a:close/>
                <a:moveTo>
                  <a:pt x="178594" y="254794"/>
                </a:moveTo>
                <a:lnTo>
                  <a:pt x="216694" y="254794"/>
                </a:lnTo>
                <a:lnTo>
                  <a:pt x="216694" y="216694"/>
                </a:lnTo>
                <a:lnTo>
                  <a:pt x="178594" y="216694"/>
                </a:lnTo>
                <a:lnTo>
                  <a:pt x="178594" y="254794"/>
                </a:lnTo>
                <a:close/>
                <a:moveTo>
                  <a:pt x="254794" y="254794"/>
                </a:moveTo>
                <a:lnTo>
                  <a:pt x="292894" y="254794"/>
                </a:lnTo>
                <a:lnTo>
                  <a:pt x="292894" y="216694"/>
                </a:lnTo>
                <a:lnTo>
                  <a:pt x="254794" y="216694"/>
                </a:lnTo>
                <a:lnTo>
                  <a:pt x="254794" y="254794"/>
                </a:lnTo>
                <a:close/>
                <a:moveTo>
                  <a:pt x="102394" y="330994"/>
                </a:moveTo>
                <a:lnTo>
                  <a:pt x="140494" y="330994"/>
                </a:lnTo>
                <a:lnTo>
                  <a:pt x="140494" y="292894"/>
                </a:lnTo>
                <a:lnTo>
                  <a:pt x="102394" y="292894"/>
                </a:lnTo>
                <a:lnTo>
                  <a:pt x="102394" y="330994"/>
                </a:lnTo>
                <a:close/>
                <a:moveTo>
                  <a:pt x="178594" y="330994"/>
                </a:moveTo>
                <a:lnTo>
                  <a:pt x="216694" y="330994"/>
                </a:lnTo>
                <a:lnTo>
                  <a:pt x="216694" y="292894"/>
                </a:lnTo>
                <a:lnTo>
                  <a:pt x="178594" y="292894"/>
                </a:lnTo>
                <a:lnTo>
                  <a:pt x="178594" y="330994"/>
                </a:lnTo>
                <a:close/>
                <a:moveTo>
                  <a:pt x="254794" y="330994"/>
                </a:moveTo>
                <a:lnTo>
                  <a:pt x="292894" y="330994"/>
                </a:lnTo>
                <a:lnTo>
                  <a:pt x="292894" y="292894"/>
                </a:lnTo>
                <a:lnTo>
                  <a:pt x="254794" y="292894"/>
                </a:lnTo>
                <a:lnTo>
                  <a:pt x="254794" y="330994"/>
                </a:lnTo>
                <a:close/>
                <a:moveTo>
                  <a:pt x="102394" y="407194"/>
                </a:moveTo>
                <a:lnTo>
                  <a:pt x="140494" y="407194"/>
                </a:lnTo>
                <a:lnTo>
                  <a:pt x="140494" y="369094"/>
                </a:lnTo>
                <a:lnTo>
                  <a:pt x="102394" y="369094"/>
                </a:lnTo>
                <a:lnTo>
                  <a:pt x="102394" y="407194"/>
                </a:lnTo>
                <a:close/>
                <a:moveTo>
                  <a:pt x="178594" y="407194"/>
                </a:moveTo>
                <a:lnTo>
                  <a:pt x="216694" y="407194"/>
                </a:lnTo>
                <a:lnTo>
                  <a:pt x="216694" y="369094"/>
                </a:lnTo>
                <a:lnTo>
                  <a:pt x="178594" y="369094"/>
                </a:lnTo>
                <a:lnTo>
                  <a:pt x="178594" y="407194"/>
                </a:lnTo>
                <a:close/>
                <a:moveTo>
                  <a:pt x="254794" y="407194"/>
                </a:moveTo>
                <a:lnTo>
                  <a:pt x="292894" y="407194"/>
                </a:lnTo>
                <a:lnTo>
                  <a:pt x="292894" y="369094"/>
                </a:lnTo>
                <a:lnTo>
                  <a:pt x="254794" y="369094"/>
                </a:lnTo>
                <a:lnTo>
                  <a:pt x="254794" y="407194"/>
                </a:lnTo>
                <a:close/>
                <a:moveTo>
                  <a:pt x="102394" y="483394"/>
                </a:moveTo>
                <a:lnTo>
                  <a:pt x="140494" y="483394"/>
                </a:lnTo>
                <a:lnTo>
                  <a:pt x="140494" y="445294"/>
                </a:lnTo>
                <a:lnTo>
                  <a:pt x="102394" y="445294"/>
                </a:lnTo>
                <a:lnTo>
                  <a:pt x="102394" y="483394"/>
                </a:lnTo>
                <a:close/>
                <a:moveTo>
                  <a:pt x="178594" y="483394"/>
                </a:moveTo>
                <a:lnTo>
                  <a:pt x="216694" y="483394"/>
                </a:lnTo>
                <a:lnTo>
                  <a:pt x="216694" y="445294"/>
                </a:lnTo>
                <a:lnTo>
                  <a:pt x="178594" y="445294"/>
                </a:lnTo>
                <a:lnTo>
                  <a:pt x="178594" y="483394"/>
                </a:lnTo>
                <a:close/>
                <a:moveTo>
                  <a:pt x="254794" y="483394"/>
                </a:moveTo>
                <a:lnTo>
                  <a:pt x="292894" y="483394"/>
                </a:lnTo>
                <a:lnTo>
                  <a:pt x="292894" y="445294"/>
                </a:lnTo>
                <a:lnTo>
                  <a:pt x="254794" y="445294"/>
                </a:lnTo>
                <a:lnTo>
                  <a:pt x="254794" y="483394"/>
                </a:lnTo>
                <a:close/>
                <a:moveTo>
                  <a:pt x="311944" y="45244"/>
                </a:moveTo>
                <a:lnTo>
                  <a:pt x="311944" y="7144"/>
                </a:lnTo>
                <a:lnTo>
                  <a:pt x="273844" y="7144"/>
                </a:lnTo>
                <a:lnTo>
                  <a:pt x="273844" y="45244"/>
                </a:lnTo>
                <a:lnTo>
                  <a:pt x="7144" y="45244"/>
                </a:lnTo>
                <a:lnTo>
                  <a:pt x="7144" y="540544"/>
                </a:lnTo>
                <a:lnTo>
                  <a:pt x="45244" y="540544"/>
                </a:lnTo>
                <a:lnTo>
                  <a:pt x="45244" y="83344"/>
                </a:lnTo>
                <a:lnTo>
                  <a:pt x="350044" y="83344"/>
                </a:lnTo>
                <a:lnTo>
                  <a:pt x="350044" y="540544"/>
                </a:lnTo>
                <a:lnTo>
                  <a:pt x="388144" y="540544"/>
                </a:lnTo>
                <a:lnTo>
                  <a:pt x="388144" y="45244"/>
                </a:lnTo>
                <a:lnTo>
                  <a:pt x="311944" y="45244"/>
                </a:lnTo>
                <a:close/>
              </a:path>
            </a:pathLst>
          </a:custGeom>
          <a:solidFill>
            <a:schemeClr val="tx2"/>
          </a:solidFill>
          <a:ln w="9525" cap="flat">
            <a:noFill/>
            <a:prstDash val="solid"/>
            <a:miter/>
          </a:ln>
        </p:spPr>
        <p:txBody>
          <a:bodyPr rtlCol="0" anchor="ctr"/>
          <a:lstStyle/>
          <a:p>
            <a:endParaRPr lang="en-US"/>
          </a:p>
        </p:txBody>
      </p:sp>
      <p:sp>
        <p:nvSpPr>
          <p:cNvPr id="239" name="TextBox 34">
            <a:extLst>
              <a:ext uri="{FF2B5EF4-FFF2-40B4-BE49-F238E27FC236}">
                <a16:creationId xmlns:a16="http://schemas.microsoft.com/office/drawing/2014/main" id="{032C45BF-FD1C-4E4D-89A6-B1A309090CC1}"/>
              </a:ext>
            </a:extLst>
          </p:cNvPr>
          <p:cNvSpPr txBox="1"/>
          <p:nvPr/>
        </p:nvSpPr>
        <p:spPr>
          <a:xfrm>
            <a:off x="1790628" y="2788008"/>
            <a:ext cx="368691" cy="215444"/>
          </a:xfrm>
          <a:prstGeom prst="rect">
            <a:avLst/>
          </a:prstGeom>
          <a:noFill/>
        </p:spPr>
        <p:txBody>
          <a:bodyPr wrap="none" lIns="0" rIns="0" rtlCol="0" anchor="ctr" anchorCtr="0">
            <a:noAutofit/>
          </a:bodyPr>
          <a:lstStyle/>
          <a:p>
            <a:pPr algn="ctr"/>
            <a:r>
              <a:rPr lang="en-US" sz="800"/>
              <a:t>Building</a:t>
            </a:r>
          </a:p>
        </p:txBody>
      </p:sp>
      <p:sp>
        <p:nvSpPr>
          <p:cNvPr id="246" name="Graphic 244">
            <a:extLst>
              <a:ext uri="{FF2B5EF4-FFF2-40B4-BE49-F238E27FC236}">
                <a16:creationId xmlns:a16="http://schemas.microsoft.com/office/drawing/2014/main" id="{BDB27ADC-D9F2-5140-9CE6-F69EE28419D4}"/>
              </a:ext>
            </a:extLst>
          </p:cNvPr>
          <p:cNvSpPr>
            <a:spLocks noChangeAspect="1"/>
          </p:cNvSpPr>
          <p:nvPr/>
        </p:nvSpPr>
        <p:spPr>
          <a:xfrm>
            <a:off x="10806159" y="4197635"/>
            <a:ext cx="423710" cy="516083"/>
          </a:xfrm>
          <a:custGeom>
            <a:avLst/>
            <a:gdLst>
              <a:gd name="connsiteX0" fmla="*/ 228514 w 423710"/>
              <a:gd name="connsiteY0" fmla="*/ 477984 h 516083"/>
              <a:gd name="connsiteX1" fmla="*/ 390439 w 423710"/>
              <a:gd name="connsiteY1" fmla="*/ 477984 h 516083"/>
              <a:gd name="connsiteX2" fmla="*/ 390439 w 423710"/>
              <a:gd name="connsiteY2" fmla="*/ 516084 h 516083"/>
              <a:gd name="connsiteX3" fmla="*/ 28489 w 423710"/>
              <a:gd name="connsiteY3" fmla="*/ 516084 h 516083"/>
              <a:gd name="connsiteX4" fmla="*/ 28489 w 423710"/>
              <a:gd name="connsiteY4" fmla="*/ 477984 h 516083"/>
              <a:gd name="connsiteX5" fmla="*/ 190414 w 423710"/>
              <a:gd name="connsiteY5" fmla="*/ 477984 h 516083"/>
              <a:gd name="connsiteX6" fmla="*/ 190414 w 423710"/>
              <a:gd name="connsiteY6" fmla="*/ 436797 h 516083"/>
              <a:gd name="connsiteX7" fmla="*/ 0 w 423710"/>
              <a:gd name="connsiteY7" fmla="*/ 211445 h 516083"/>
              <a:gd name="connsiteX8" fmla="*/ 141561 w 423710"/>
              <a:gd name="connsiteY8" fmla="*/ 0 h 516083"/>
              <a:gd name="connsiteX9" fmla="*/ 156077 w 423710"/>
              <a:gd name="connsiteY9" fmla="*/ 35223 h 516083"/>
              <a:gd name="connsiteX10" fmla="*/ 38090 w 423710"/>
              <a:gd name="connsiteY10" fmla="*/ 211436 h 516083"/>
              <a:gd name="connsiteX11" fmla="*/ 228590 w 423710"/>
              <a:gd name="connsiteY11" fmla="*/ 401936 h 516083"/>
              <a:gd name="connsiteX12" fmla="*/ 300723 w 423710"/>
              <a:gd name="connsiteY12" fmla="*/ 387810 h 516083"/>
              <a:gd name="connsiteX13" fmla="*/ 315163 w 423710"/>
              <a:gd name="connsiteY13" fmla="*/ 423062 h 516083"/>
              <a:gd name="connsiteX14" fmla="*/ 228590 w 423710"/>
              <a:gd name="connsiteY14" fmla="*/ 440036 h 516083"/>
              <a:gd name="connsiteX15" fmla="*/ 228505 w 423710"/>
              <a:gd name="connsiteY15" fmla="*/ 440036 h 516083"/>
              <a:gd name="connsiteX16" fmla="*/ 228505 w 423710"/>
              <a:gd name="connsiteY16" fmla="*/ 477984 h 516083"/>
              <a:gd name="connsiteX17" fmla="*/ 228600 w 423710"/>
              <a:gd name="connsiteY17" fmla="*/ 58960 h 516083"/>
              <a:gd name="connsiteX18" fmla="*/ 366008 w 423710"/>
              <a:gd name="connsiteY18" fmla="*/ 145771 h 516083"/>
              <a:gd name="connsiteX19" fmla="*/ 388420 w 423710"/>
              <a:gd name="connsiteY19" fmla="*/ 109299 h 516083"/>
              <a:gd name="connsiteX20" fmla="*/ 423710 w 423710"/>
              <a:gd name="connsiteY20" fmla="*/ 123244 h 516083"/>
              <a:gd name="connsiteX21" fmla="*/ 379085 w 423710"/>
              <a:gd name="connsiteY21" fmla="*/ 187957 h 516083"/>
              <a:gd name="connsiteX22" fmla="*/ 381086 w 423710"/>
              <a:gd name="connsiteY22" fmla="*/ 211436 h 516083"/>
              <a:gd name="connsiteX23" fmla="*/ 228600 w 423710"/>
              <a:gd name="connsiteY23" fmla="*/ 363922 h 516083"/>
              <a:gd name="connsiteX24" fmla="*/ 76114 w 423710"/>
              <a:gd name="connsiteY24" fmla="*/ 211445 h 516083"/>
              <a:gd name="connsiteX25" fmla="*/ 228600 w 423710"/>
              <a:gd name="connsiteY25" fmla="*/ 58960 h 516083"/>
              <a:gd name="connsiteX26" fmla="*/ 114386 w 423710"/>
              <a:gd name="connsiteY26" fmla="*/ 211445 h 516083"/>
              <a:gd name="connsiteX27" fmla="*/ 228600 w 423710"/>
              <a:gd name="connsiteY27" fmla="*/ 325669 h 516083"/>
              <a:gd name="connsiteX28" fmla="*/ 342386 w 423710"/>
              <a:gd name="connsiteY28" fmla="*/ 219961 h 516083"/>
              <a:gd name="connsiteX29" fmla="*/ 319964 w 423710"/>
              <a:gd name="connsiteY29" fmla="*/ 235506 h 516083"/>
              <a:gd name="connsiteX30" fmla="*/ 228543 w 423710"/>
              <a:gd name="connsiteY30" fmla="*/ 272634 h 516083"/>
              <a:gd name="connsiteX31" fmla="*/ 251822 w 423710"/>
              <a:gd name="connsiteY31" fmla="*/ 287484 h 516083"/>
              <a:gd name="connsiteX32" fmla="*/ 231324 w 423710"/>
              <a:gd name="connsiteY32" fmla="*/ 319592 h 516083"/>
              <a:gd name="connsiteX33" fmla="*/ 148295 w 423710"/>
              <a:gd name="connsiteY33" fmla="*/ 266614 h 516083"/>
              <a:gd name="connsiteX34" fmla="*/ 201911 w 423710"/>
              <a:gd name="connsiteY34" fmla="*/ 182842 h 516083"/>
              <a:gd name="connsiteX35" fmla="*/ 234001 w 423710"/>
              <a:gd name="connsiteY35" fmla="*/ 203378 h 516083"/>
              <a:gd name="connsiteX36" fmla="*/ 212246 w 423710"/>
              <a:gd name="connsiteY36" fmla="*/ 237363 h 516083"/>
              <a:gd name="connsiteX37" fmla="*/ 299895 w 423710"/>
              <a:gd name="connsiteY37" fmla="*/ 203292 h 516083"/>
              <a:gd name="connsiteX38" fmla="*/ 336918 w 423710"/>
              <a:gd name="connsiteY38" fmla="*/ 175470 h 516083"/>
              <a:gd name="connsiteX39" fmla="*/ 228600 w 423710"/>
              <a:gd name="connsiteY39" fmla="*/ 97231 h 516083"/>
              <a:gd name="connsiteX40" fmla="*/ 114386 w 423710"/>
              <a:gd name="connsiteY40" fmla="*/ 211445 h 51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23710" h="516083">
                <a:moveTo>
                  <a:pt x="228514" y="477984"/>
                </a:moveTo>
                <a:lnTo>
                  <a:pt x="390439" y="477984"/>
                </a:lnTo>
                <a:lnTo>
                  <a:pt x="390439" y="516084"/>
                </a:lnTo>
                <a:lnTo>
                  <a:pt x="28489" y="516084"/>
                </a:lnTo>
                <a:lnTo>
                  <a:pt x="28489" y="477984"/>
                </a:lnTo>
                <a:lnTo>
                  <a:pt x="190414" y="477984"/>
                </a:lnTo>
                <a:lnTo>
                  <a:pt x="190414" y="436797"/>
                </a:lnTo>
                <a:cubicBezTo>
                  <a:pt x="82487" y="418567"/>
                  <a:pt x="0" y="324479"/>
                  <a:pt x="0" y="211445"/>
                </a:cubicBezTo>
                <a:cubicBezTo>
                  <a:pt x="0" y="118434"/>
                  <a:pt x="55569" y="35433"/>
                  <a:pt x="141561" y="0"/>
                </a:cubicBezTo>
                <a:lnTo>
                  <a:pt x="156077" y="35223"/>
                </a:lnTo>
                <a:cubicBezTo>
                  <a:pt x="84401" y="64760"/>
                  <a:pt x="38090" y="133922"/>
                  <a:pt x="38090" y="211436"/>
                </a:cubicBezTo>
                <a:cubicBezTo>
                  <a:pt x="38090" y="316478"/>
                  <a:pt x="123549" y="401936"/>
                  <a:pt x="228590" y="401936"/>
                </a:cubicBezTo>
                <a:cubicBezTo>
                  <a:pt x="253565" y="401936"/>
                  <a:pt x="277835" y="397183"/>
                  <a:pt x="300723" y="387810"/>
                </a:cubicBezTo>
                <a:lnTo>
                  <a:pt x="315163" y="423062"/>
                </a:lnTo>
                <a:cubicBezTo>
                  <a:pt x="287674" y="434330"/>
                  <a:pt x="258556" y="440036"/>
                  <a:pt x="228590" y="440036"/>
                </a:cubicBezTo>
                <a:cubicBezTo>
                  <a:pt x="228562" y="440036"/>
                  <a:pt x="228533" y="440036"/>
                  <a:pt x="228505" y="440036"/>
                </a:cubicBezTo>
                <a:lnTo>
                  <a:pt x="228505" y="477984"/>
                </a:lnTo>
                <a:close/>
                <a:moveTo>
                  <a:pt x="228600" y="58960"/>
                </a:moveTo>
                <a:cubicBezTo>
                  <a:pt x="289141" y="58960"/>
                  <a:pt x="341405" y="94517"/>
                  <a:pt x="366008" y="145771"/>
                </a:cubicBezTo>
                <a:cubicBezTo>
                  <a:pt x="375418" y="134293"/>
                  <a:pt x="383419" y="121949"/>
                  <a:pt x="388420" y="109299"/>
                </a:cubicBezTo>
                <a:lnTo>
                  <a:pt x="423710" y="123244"/>
                </a:lnTo>
                <a:cubicBezTo>
                  <a:pt x="413899" y="148057"/>
                  <a:pt x="396754" y="170040"/>
                  <a:pt x="379085" y="187957"/>
                </a:cubicBezTo>
                <a:cubicBezTo>
                  <a:pt x="380276" y="195634"/>
                  <a:pt x="381086" y="203435"/>
                  <a:pt x="381086" y="211436"/>
                </a:cubicBezTo>
                <a:cubicBezTo>
                  <a:pt x="381086" y="295523"/>
                  <a:pt x="312677" y="363922"/>
                  <a:pt x="228600" y="363922"/>
                </a:cubicBezTo>
                <a:cubicBezTo>
                  <a:pt x="144523" y="363922"/>
                  <a:pt x="76114" y="295532"/>
                  <a:pt x="76114" y="211445"/>
                </a:cubicBezTo>
                <a:cubicBezTo>
                  <a:pt x="76114" y="127368"/>
                  <a:pt x="144523" y="58960"/>
                  <a:pt x="228600" y="58960"/>
                </a:cubicBezTo>
                <a:close/>
                <a:moveTo>
                  <a:pt x="114386" y="211445"/>
                </a:moveTo>
                <a:cubicBezTo>
                  <a:pt x="114386" y="274425"/>
                  <a:pt x="165621" y="325669"/>
                  <a:pt x="228600" y="325669"/>
                </a:cubicBezTo>
                <a:cubicBezTo>
                  <a:pt x="288712" y="325669"/>
                  <a:pt x="338004" y="278959"/>
                  <a:pt x="342386" y="219961"/>
                </a:cubicBezTo>
                <a:cubicBezTo>
                  <a:pt x="332032" y="227752"/>
                  <a:pt x="323745" y="233143"/>
                  <a:pt x="319964" y="235506"/>
                </a:cubicBezTo>
                <a:cubicBezTo>
                  <a:pt x="292132" y="252841"/>
                  <a:pt x="261480" y="265186"/>
                  <a:pt x="228543" y="272634"/>
                </a:cubicBezTo>
                <a:lnTo>
                  <a:pt x="251822" y="287484"/>
                </a:lnTo>
                <a:lnTo>
                  <a:pt x="231324" y="319592"/>
                </a:lnTo>
                <a:lnTo>
                  <a:pt x="148295" y="266614"/>
                </a:lnTo>
                <a:lnTo>
                  <a:pt x="201911" y="182842"/>
                </a:lnTo>
                <a:lnTo>
                  <a:pt x="234001" y="203378"/>
                </a:lnTo>
                <a:lnTo>
                  <a:pt x="212246" y="237363"/>
                </a:lnTo>
                <a:cubicBezTo>
                  <a:pt x="244116" y="231115"/>
                  <a:pt x="273501" y="219742"/>
                  <a:pt x="299895" y="203292"/>
                </a:cubicBezTo>
                <a:cubicBezTo>
                  <a:pt x="309915" y="197053"/>
                  <a:pt x="323345" y="187366"/>
                  <a:pt x="336918" y="175470"/>
                </a:cubicBezTo>
                <a:cubicBezTo>
                  <a:pt x="321802" y="130083"/>
                  <a:pt x="278997" y="97231"/>
                  <a:pt x="228600" y="97231"/>
                </a:cubicBezTo>
                <a:cubicBezTo>
                  <a:pt x="165621" y="97231"/>
                  <a:pt x="114386" y="148466"/>
                  <a:pt x="114386" y="211445"/>
                </a:cubicBezTo>
                <a:close/>
              </a:path>
            </a:pathLst>
          </a:custGeom>
          <a:solidFill>
            <a:schemeClr val="tx2"/>
          </a:solidFill>
          <a:ln w="9525" cap="flat">
            <a:noFill/>
            <a:prstDash val="solid"/>
            <a:miter/>
          </a:ln>
        </p:spPr>
        <p:txBody>
          <a:bodyPr rtlCol="0" anchor="ctr"/>
          <a:lstStyle/>
          <a:p>
            <a:endParaRPr lang="en-US"/>
          </a:p>
        </p:txBody>
      </p:sp>
      <p:sp>
        <p:nvSpPr>
          <p:cNvPr id="247" name="TextBox 35">
            <a:extLst>
              <a:ext uri="{FF2B5EF4-FFF2-40B4-BE49-F238E27FC236}">
                <a16:creationId xmlns:a16="http://schemas.microsoft.com/office/drawing/2014/main" id="{780FE7B0-CE7C-BB4D-809D-502BFD7583B7}"/>
              </a:ext>
            </a:extLst>
          </p:cNvPr>
          <p:cNvSpPr txBox="1"/>
          <p:nvPr/>
        </p:nvSpPr>
        <p:spPr>
          <a:xfrm>
            <a:off x="10874546" y="4780004"/>
            <a:ext cx="286937" cy="338554"/>
          </a:xfrm>
          <a:prstGeom prst="rect">
            <a:avLst/>
          </a:prstGeom>
          <a:noFill/>
        </p:spPr>
        <p:txBody>
          <a:bodyPr wrap="none" lIns="0" rIns="0" rtlCol="0" anchor="ctr" anchorCtr="0">
            <a:noAutofit/>
          </a:bodyPr>
          <a:lstStyle/>
          <a:p>
            <a:pPr algn="ctr"/>
            <a:r>
              <a:rPr lang="en-US" sz="800"/>
              <a:t>Globe</a:t>
            </a:r>
            <a:br>
              <a:rPr lang="en-US" sz="800"/>
            </a:br>
            <a:r>
              <a:rPr lang="en-US" sz="800"/>
              <a:t>rotate</a:t>
            </a:r>
          </a:p>
        </p:txBody>
      </p:sp>
      <p:sp>
        <p:nvSpPr>
          <p:cNvPr id="250" name="Graphic 248">
            <a:extLst>
              <a:ext uri="{FF2B5EF4-FFF2-40B4-BE49-F238E27FC236}">
                <a16:creationId xmlns:a16="http://schemas.microsoft.com/office/drawing/2014/main" id="{36DD6BAF-0F0F-B14B-A535-673DA7C7A8C1}"/>
              </a:ext>
            </a:extLst>
          </p:cNvPr>
          <p:cNvSpPr>
            <a:spLocks noChangeAspect="1"/>
          </p:cNvSpPr>
          <p:nvPr/>
        </p:nvSpPr>
        <p:spPr>
          <a:xfrm>
            <a:off x="9854726" y="4224980"/>
            <a:ext cx="494412" cy="461392"/>
          </a:xfrm>
          <a:custGeom>
            <a:avLst/>
            <a:gdLst>
              <a:gd name="connsiteX0" fmla="*/ 294231 w 494412"/>
              <a:gd name="connsiteY0" fmla="*/ 0 h 461392"/>
              <a:gd name="connsiteX1" fmla="*/ 93868 w 494412"/>
              <a:gd name="connsiteY1" fmla="*/ 204121 h 461392"/>
              <a:gd name="connsiteX2" fmla="*/ 93868 w 494412"/>
              <a:gd name="connsiteY2" fmla="*/ 210884 h 461392"/>
              <a:gd name="connsiteX3" fmla="*/ 26956 w 494412"/>
              <a:gd name="connsiteY3" fmla="*/ 232315 h 461392"/>
              <a:gd name="connsiteX4" fmla="*/ 19194 w 494412"/>
              <a:gd name="connsiteY4" fmla="*/ 344919 h 461392"/>
              <a:gd name="connsiteX5" fmla="*/ 23872 w 494412"/>
              <a:gd name="connsiteY5" fmla="*/ 349949 h 461392"/>
              <a:gd name="connsiteX6" fmla="*/ 126203 w 494412"/>
              <a:gd name="connsiteY6" fmla="*/ 452628 h 461392"/>
              <a:gd name="connsiteX7" fmla="*/ 146575 w 494412"/>
              <a:gd name="connsiteY7" fmla="*/ 461391 h 461392"/>
              <a:gd name="connsiteX8" fmla="*/ 147323 w 494412"/>
              <a:gd name="connsiteY8" fmla="*/ 461391 h 461392"/>
              <a:gd name="connsiteX9" fmla="*/ 167228 w 494412"/>
              <a:gd name="connsiteY9" fmla="*/ 453771 h 461392"/>
              <a:gd name="connsiteX10" fmla="*/ 229748 w 494412"/>
              <a:gd name="connsiteY10" fmla="*/ 397193 h 461392"/>
              <a:gd name="connsiteX11" fmla="*/ 483705 w 494412"/>
              <a:gd name="connsiteY11" fmla="*/ 269698 h 461392"/>
              <a:gd name="connsiteX12" fmla="*/ 358616 w 494412"/>
              <a:gd name="connsiteY12" fmla="*/ 10859 h 461392"/>
              <a:gd name="connsiteX13" fmla="*/ 294231 w 494412"/>
              <a:gd name="connsiteY13" fmla="*/ 0 h 461392"/>
              <a:gd name="connsiteX14" fmla="*/ 265728 w 494412"/>
              <a:gd name="connsiteY14" fmla="*/ 41815 h 461392"/>
              <a:gd name="connsiteX15" fmla="*/ 286474 w 494412"/>
              <a:gd name="connsiteY15" fmla="*/ 37338 h 461392"/>
              <a:gd name="connsiteX16" fmla="*/ 291521 w 494412"/>
              <a:gd name="connsiteY16" fmla="*/ 37338 h 461392"/>
              <a:gd name="connsiteX17" fmla="*/ 297034 w 494412"/>
              <a:gd name="connsiteY17" fmla="*/ 37338 h 461392"/>
              <a:gd name="connsiteX18" fmla="*/ 301987 w 494412"/>
              <a:gd name="connsiteY18" fmla="*/ 37338 h 461392"/>
              <a:gd name="connsiteX19" fmla="*/ 322827 w 494412"/>
              <a:gd name="connsiteY19" fmla="*/ 41815 h 461392"/>
              <a:gd name="connsiteX20" fmla="*/ 342172 w 494412"/>
              <a:gd name="connsiteY20" fmla="*/ 112205 h 461392"/>
              <a:gd name="connsiteX21" fmla="*/ 294231 w 494412"/>
              <a:gd name="connsiteY21" fmla="*/ 110109 h 461392"/>
              <a:gd name="connsiteX22" fmla="*/ 246383 w 494412"/>
              <a:gd name="connsiteY22" fmla="*/ 112205 h 461392"/>
              <a:gd name="connsiteX23" fmla="*/ 265728 w 494412"/>
              <a:gd name="connsiteY23" fmla="*/ 41815 h 461392"/>
              <a:gd name="connsiteX24" fmla="*/ 223487 w 494412"/>
              <a:gd name="connsiteY24" fmla="*/ 53531 h 461392"/>
              <a:gd name="connsiteX25" fmla="*/ 208815 w 494412"/>
              <a:gd name="connsiteY25" fmla="*/ 117062 h 461392"/>
              <a:gd name="connsiteX26" fmla="*/ 146482 w 494412"/>
              <a:gd name="connsiteY26" fmla="*/ 132017 h 461392"/>
              <a:gd name="connsiteX27" fmla="*/ 223487 w 494412"/>
              <a:gd name="connsiteY27" fmla="*/ 53531 h 461392"/>
              <a:gd name="connsiteX28" fmla="*/ 130595 w 494412"/>
              <a:gd name="connsiteY28" fmla="*/ 212312 h 461392"/>
              <a:gd name="connsiteX29" fmla="*/ 130595 w 494412"/>
              <a:gd name="connsiteY29" fmla="*/ 204121 h 461392"/>
              <a:gd name="connsiteX30" fmla="*/ 130595 w 494412"/>
              <a:gd name="connsiteY30" fmla="*/ 195929 h 461392"/>
              <a:gd name="connsiteX31" fmla="*/ 134987 w 494412"/>
              <a:gd name="connsiteY31" fmla="*/ 175069 h 461392"/>
              <a:gd name="connsiteX32" fmla="*/ 204049 w 494412"/>
              <a:gd name="connsiteY32" fmla="*/ 155258 h 461392"/>
              <a:gd name="connsiteX33" fmla="*/ 201993 w 494412"/>
              <a:gd name="connsiteY33" fmla="*/ 204121 h 461392"/>
              <a:gd name="connsiteX34" fmla="*/ 201993 w 494412"/>
              <a:gd name="connsiteY34" fmla="*/ 214979 h 461392"/>
              <a:gd name="connsiteX35" fmla="*/ 158070 w 494412"/>
              <a:gd name="connsiteY35" fmla="*/ 235839 h 461392"/>
              <a:gd name="connsiteX36" fmla="*/ 153584 w 494412"/>
              <a:gd name="connsiteY36" fmla="*/ 239935 h 461392"/>
              <a:gd name="connsiteX37" fmla="*/ 149379 w 494412"/>
              <a:gd name="connsiteY37" fmla="*/ 238125 h 461392"/>
              <a:gd name="connsiteX38" fmla="*/ 146575 w 494412"/>
              <a:gd name="connsiteY38" fmla="*/ 235363 h 461392"/>
              <a:gd name="connsiteX39" fmla="*/ 132557 w 494412"/>
              <a:gd name="connsiteY39" fmla="*/ 224028 h 461392"/>
              <a:gd name="connsiteX40" fmla="*/ 130595 w 494412"/>
              <a:gd name="connsiteY40" fmla="*/ 212312 h 461392"/>
              <a:gd name="connsiteX41" fmla="*/ 147790 w 494412"/>
              <a:gd name="connsiteY41" fmla="*/ 415004 h 461392"/>
              <a:gd name="connsiteX42" fmla="*/ 53403 w 494412"/>
              <a:gd name="connsiteY42" fmla="*/ 319754 h 461392"/>
              <a:gd name="connsiteX43" fmla="*/ 52504 w 494412"/>
              <a:gd name="connsiteY43" fmla="*/ 265881 h 461392"/>
              <a:gd name="connsiteX44" fmla="*/ 54805 w 494412"/>
              <a:gd name="connsiteY44" fmla="*/ 263652 h 461392"/>
              <a:gd name="connsiteX45" fmla="*/ 117511 w 494412"/>
              <a:gd name="connsiteY45" fmla="*/ 265367 h 461392"/>
              <a:gd name="connsiteX46" fmla="*/ 150781 w 494412"/>
              <a:gd name="connsiteY46" fmla="*/ 298895 h 461392"/>
              <a:gd name="connsiteX47" fmla="*/ 185825 w 494412"/>
              <a:gd name="connsiteY47" fmla="*/ 267176 h 461392"/>
              <a:gd name="connsiteX48" fmla="*/ 248439 w 494412"/>
              <a:gd name="connsiteY48" fmla="*/ 268891 h 461392"/>
              <a:gd name="connsiteX49" fmla="*/ 249965 w 494412"/>
              <a:gd name="connsiteY49" fmla="*/ 322076 h 461392"/>
              <a:gd name="connsiteX50" fmla="*/ 246944 w 494412"/>
              <a:gd name="connsiteY50" fmla="*/ 324993 h 461392"/>
              <a:gd name="connsiteX51" fmla="*/ 322827 w 494412"/>
              <a:gd name="connsiteY51" fmla="*/ 366427 h 461392"/>
              <a:gd name="connsiteX52" fmla="*/ 302174 w 494412"/>
              <a:gd name="connsiteY52" fmla="*/ 370904 h 461392"/>
              <a:gd name="connsiteX53" fmla="*/ 295446 w 494412"/>
              <a:gd name="connsiteY53" fmla="*/ 370904 h 461392"/>
              <a:gd name="connsiteX54" fmla="*/ 293203 w 494412"/>
              <a:gd name="connsiteY54" fmla="*/ 370904 h 461392"/>
              <a:gd name="connsiteX55" fmla="*/ 286287 w 494412"/>
              <a:gd name="connsiteY55" fmla="*/ 370904 h 461392"/>
              <a:gd name="connsiteX56" fmla="*/ 265728 w 494412"/>
              <a:gd name="connsiteY56" fmla="*/ 366427 h 461392"/>
              <a:gd name="connsiteX57" fmla="*/ 265260 w 494412"/>
              <a:gd name="connsiteY57" fmla="*/ 365093 h 461392"/>
              <a:gd name="connsiteX58" fmla="*/ 274606 w 494412"/>
              <a:gd name="connsiteY58" fmla="*/ 356711 h 461392"/>
              <a:gd name="connsiteX59" fmla="*/ 301520 w 494412"/>
              <a:gd name="connsiteY59" fmla="*/ 298609 h 461392"/>
              <a:gd name="connsiteX60" fmla="*/ 301520 w 494412"/>
              <a:gd name="connsiteY60" fmla="*/ 297942 h 461392"/>
              <a:gd name="connsiteX61" fmla="*/ 342359 w 494412"/>
              <a:gd name="connsiteY61" fmla="*/ 296037 h 461392"/>
              <a:gd name="connsiteX62" fmla="*/ 322827 w 494412"/>
              <a:gd name="connsiteY62" fmla="*/ 366427 h 461392"/>
              <a:gd name="connsiteX63" fmla="*/ 347499 w 494412"/>
              <a:gd name="connsiteY63" fmla="*/ 258413 h 461392"/>
              <a:gd name="connsiteX64" fmla="*/ 294231 w 494412"/>
              <a:gd name="connsiteY64" fmla="*/ 261176 h 461392"/>
              <a:gd name="connsiteX65" fmla="*/ 293203 w 494412"/>
              <a:gd name="connsiteY65" fmla="*/ 261176 h 461392"/>
              <a:gd name="connsiteX66" fmla="*/ 277503 w 494412"/>
              <a:gd name="connsiteY66" fmla="*/ 239078 h 461392"/>
              <a:gd name="connsiteX67" fmla="*/ 238533 w 494412"/>
              <a:gd name="connsiteY67" fmla="*/ 216884 h 461392"/>
              <a:gd name="connsiteX68" fmla="*/ 238533 w 494412"/>
              <a:gd name="connsiteY68" fmla="*/ 204121 h 461392"/>
              <a:gd name="connsiteX69" fmla="*/ 241336 w 494412"/>
              <a:gd name="connsiteY69" fmla="*/ 149828 h 461392"/>
              <a:gd name="connsiteX70" fmla="*/ 347779 w 494412"/>
              <a:gd name="connsiteY70" fmla="*/ 149828 h 461392"/>
              <a:gd name="connsiteX71" fmla="*/ 350583 w 494412"/>
              <a:gd name="connsiteY71" fmla="*/ 204121 h 461392"/>
              <a:gd name="connsiteX72" fmla="*/ 347499 w 494412"/>
              <a:gd name="connsiteY72" fmla="*/ 258413 h 461392"/>
              <a:gd name="connsiteX73" fmla="*/ 442073 w 494412"/>
              <a:gd name="connsiteY73" fmla="*/ 132017 h 461392"/>
              <a:gd name="connsiteX74" fmla="*/ 379740 w 494412"/>
              <a:gd name="connsiteY74" fmla="*/ 117062 h 461392"/>
              <a:gd name="connsiteX75" fmla="*/ 364881 w 494412"/>
              <a:gd name="connsiteY75" fmla="*/ 53531 h 461392"/>
              <a:gd name="connsiteX76" fmla="*/ 442073 w 494412"/>
              <a:gd name="connsiteY76" fmla="*/ 132017 h 461392"/>
              <a:gd name="connsiteX77" fmla="*/ 364881 w 494412"/>
              <a:gd name="connsiteY77" fmla="*/ 354711 h 461392"/>
              <a:gd name="connsiteX78" fmla="*/ 379553 w 494412"/>
              <a:gd name="connsiteY78" fmla="*/ 291275 h 461392"/>
              <a:gd name="connsiteX79" fmla="*/ 442073 w 494412"/>
              <a:gd name="connsiteY79" fmla="*/ 276225 h 461392"/>
              <a:gd name="connsiteX80" fmla="*/ 364881 w 494412"/>
              <a:gd name="connsiteY80" fmla="*/ 354711 h 461392"/>
              <a:gd name="connsiteX81" fmla="*/ 453287 w 494412"/>
              <a:gd name="connsiteY81" fmla="*/ 233267 h 461392"/>
              <a:gd name="connsiteX82" fmla="*/ 384319 w 494412"/>
              <a:gd name="connsiteY82" fmla="*/ 252984 h 461392"/>
              <a:gd name="connsiteX83" fmla="*/ 386282 w 494412"/>
              <a:gd name="connsiteY83" fmla="*/ 204121 h 461392"/>
              <a:gd name="connsiteX84" fmla="*/ 384506 w 494412"/>
              <a:gd name="connsiteY84" fmla="*/ 155258 h 461392"/>
              <a:gd name="connsiteX85" fmla="*/ 453474 w 494412"/>
              <a:gd name="connsiteY85" fmla="*/ 175069 h 461392"/>
              <a:gd name="connsiteX86" fmla="*/ 458334 w 494412"/>
              <a:gd name="connsiteY86" fmla="*/ 195929 h 461392"/>
              <a:gd name="connsiteX87" fmla="*/ 458334 w 494412"/>
              <a:gd name="connsiteY87" fmla="*/ 204121 h 461392"/>
              <a:gd name="connsiteX88" fmla="*/ 458334 w 494412"/>
              <a:gd name="connsiteY88" fmla="*/ 212312 h 461392"/>
              <a:gd name="connsiteX89" fmla="*/ 453474 w 494412"/>
              <a:gd name="connsiteY89" fmla="*/ 233267 h 461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94412" h="461392">
                <a:moveTo>
                  <a:pt x="294231" y="0"/>
                </a:moveTo>
                <a:cubicBezTo>
                  <a:pt x="183653" y="105"/>
                  <a:pt x="94022" y="91416"/>
                  <a:pt x="93868" y="204121"/>
                </a:cubicBezTo>
                <a:cubicBezTo>
                  <a:pt x="93868" y="206407"/>
                  <a:pt x="93868" y="208598"/>
                  <a:pt x="93868" y="210884"/>
                </a:cubicBezTo>
                <a:cubicBezTo>
                  <a:pt x="69605" y="208177"/>
                  <a:pt x="45339" y="215950"/>
                  <a:pt x="26956" y="232315"/>
                </a:cubicBezTo>
                <a:cubicBezTo>
                  <a:pt x="-5696" y="261225"/>
                  <a:pt x="-9171" y="311640"/>
                  <a:pt x="19194" y="344919"/>
                </a:cubicBezTo>
                <a:cubicBezTo>
                  <a:pt x="20681" y="346663"/>
                  <a:pt x="22242" y="348342"/>
                  <a:pt x="23872" y="349949"/>
                </a:cubicBezTo>
                <a:lnTo>
                  <a:pt x="126203" y="452628"/>
                </a:lnTo>
                <a:cubicBezTo>
                  <a:pt x="131651" y="458087"/>
                  <a:pt x="138937" y="461221"/>
                  <a:pt x="146575" y="461391"/>
                </a:cubicBezTo>
                <a:lnTo>
                  <a:pt x="147323" y="461391"/>
                </a:lnTo>
                <a:cubicBezTo>
                  <a:pt x="154656" y="461459"/>
                  <a:pt x="161752" y="458742"/>
                  <a:pt x="167228" y="453771"/>
                </a:cubicBezTo>
                <a:lnTo>
                  <a:pt x="229748" y="397193"/>
                </a:lnTo>
                <a:cubicBezTo>
                  <a:pt x="334418" y="433463"/>
                  <a:pt x="448119" y="376381"/>
                  <a:pt x="483705" y="269698"/>
                </a:cubicBezTo>
                <a:cubicBezTo>
                  <a:pt x="519290" y="163015"/>
                  <a:pt x="463286" y="47129"/>
                  <a:pt x="358616" y="10859"/>
                </a:cubicBezTo>
                <a:cubicBezTo>
                  <a:pt x="337882" y="3674"/>
                  <a:pt x="316131" y="5"/>
                  <a:pt x="294231" y="0"/>
                </a:cubicBezTo>
                <a:close/>
                <a:moveTo>
                  <a:pt x="265728" y="41815"/>
                </a:moveTo>
                <a:cubicBezTo>
                  <a:pt x="272432" y="39443"/>
                  <a:pt x="279402" y="37939"/>
                  <a:pt x="286474" y="37338"/>
                </a:cubicBezTo>
                <a:lnTo>
                  <a:pt x="291521" y="37338"/>
                </a:lnTo>
                <a:cubicBezTo>
                  <a:pt x="293357" y="37243"/>
                  <a:pt x="295198" y="37243"/>
                  <a:pt x="297034" y="37338"/>
                </a:cubicBezTo>
                <a:cubicBezTo>
                  <a:pt x="298717" y="37338"/>
                  <a:pt x="300305" y="37338"/>
                  <a:pt x="301987" y="37338"/>
                </a:cubicBezTo>
                <a:cubicBezTo>
                  <a:pt x="309090" y="37939"/>
                  <a:pt x="316091" y="39443"/>
                  <a:pt x="322827" y="41815"/>
                </a:cubicBezTo>
                <a:cubicBezTo>
                  <a:pt x="331378" y="64624"/>
                  <a:pt x="337855" y="88187"/>
                  <a:pt x="342172" y="112205"/>
                </a:cubicBezTo>
                <a:cubicBezTo>
                  <a:pt x="326565" y="110871"/>
                  <a:pt x="310585" y="110109"/>
                  <a:pt x="294231" y="110109"/>
                </a:cubicBezTo>
                <a:cubicBezTo>
                  <a:pt x="277877" y="110109"/>
                  <a:pt x="261990" y="110871"/>
                  <a:pt x="246383" y="112205"/>
                </a:cubicBezTo>
                <a:cubicBezTo>
                  <a:pt x="250657" y="88176"/>
                  <a:pt x="257135" y="64610"/>
                  <a:pt x="265728" y="41815"/>
                </a:cubicBezTo>
                <a:close/>
                <a:moveTo>
                  <a:pt x="223487" y="53531"/>
                </a:moveTo>
                <a:cubicBezTo>
                  <a:pt x="217076" y="74313"/>
                  <a:pt x="212173" y="95547"/>
                  <a:pt x="208815" y="117062"/>
                </a:cubicBezTo>
                <a:cubicBezTo>
                  <a:pt x="187706" y="120485"/>
                  <a:pt x="166872" y="125482"/>
                  <a:pt x="146482" y="132017"/>
                </a:cubicBezTo>
                <a:cubicBezTo>
                  <a:pt x="162668" y="97706"/>
                  <a:pt x="189823" y="70027"/>
                  <a:pt x="223487" y="53531"/>
                </a:cubicBezTo>
                <a:close/>
                <a:moveTo>
                  <a:pt x="130595" y="212312"/>
                </a:moveTo>
                <a:cubicBezTo>
                  <a:pt x="130595" y="209645"/>
                  <a:pt x="130595" y="206883"/>
                  <a:pt x="130595" y="204121"/>
                </a:cubicBezTo>
                <a:cubicBezTo>
                  <a:pt x="130595" y="201359"/>
                  <a:pt x="130595" y="198692"/>
                  <a:pt x="130595" y="195929"/>
                </a:cubicBezTo>
                <a:cubicBezTo>
                  <a:pt x="131230" y="188821"/>
                  <a:pt x="132705" y="181817"/>
                  <a:pt x="134987" y="175069"/>
                </a:cubicBezTo>
                <a:cubicBezTo>
                  <a:pt x="157363" y="166322"/>
                  <a:pt x="180481" y="159689"/>
                  <a:pt x="204049" y="155258"/>
                </a:cubicBezTo>
                <a:cubicBezTo>
                  <a:pt x="202740" y="171164"/>
                  <a:pt x="201993" y="187452"/>
                  <a:pt x="201993" y="204121"/>
                </a:cubicBezTo>
                <a:cubicBezTo>
                  <a:pt x="201993" y="207740"/>
                  <a:pt x="201993" y="211360"/>
                  <a:pt x="201993" y="214979"/>
                </a:cubicBezTo>
                <a:cubicBezTo>
                  <a:pt x="185691" y="217491"/>
                  <a:pt x="170443" y="224733"/>
                  <a:pt x="158070" y="235839"/>
                </a:cubicBezTo>
                <a:lnTo>
                  <a:pt x="153584" y="239935"/>
                </a:lnTo>
                <a:lnTo>
                  <a:pt x="149379" y="238125"/>
                </a:lnTo>
                <a:lnTo>
                  <a:pt x="146575" y="235363"/>
                </a:lnTo>
                <a:cubicBezTo>
                  <a:pt x="142316" y="231082"/>
                  <a:pt x="137616" y="227282"/>
                  <a:pt x="132557" y="224028"/>
                </a:cubicBezTo>
                <a:cubicBezTo>
                  <a:pt x="131632" y="220175"/>
                  <a:pt x="130977" y="216259"/>
                  <a:pt x="130595" y="212312"/>
                </a:cubicBezTo>
                <a:close/>
                <a:moveTo>
                  <a:pt x="147790" y="415004"/>
                </a:moveTo>
                <a:lnTo>
                  <a:pt x="53403" y="319754"/>
                </a:lnTo>
                <a:cubicBezTo>
                  <a:pt x="38558" y="305131"/>
                  <a:pt x="38156" y="281010"/>
                  <a:pt x="52504" y="265881"/>
                </a:cubicBezTo>
                <a:cubicBezTo>
                  <a:pt x="53239" y="265105"/>
                  <a:pt x="54007" y="264362"/>
                  <a:pt x="54805" y="263652"/>
                </a:cubicBezTo>
                <a:cubicBezTo>
                  <a:pt x="73033" y="247713"/>
                  <a:pt x="100148" y="248455"/>
                  <a:pt x="117511" y="265367"/>
                </a:cubicBezTo>
                <a:lnTo>
                  <a:pt x="150781" y="298895"/>
                </a:lnTo>
                <a:lnTo>
                  <a:pt x="185825" y="267176"/>
                </a:lnTo>
                <a:cubicBezTo>
                  <a:pt x="204039" y="251295"/>
                  <a:pt x="231088" y="252036"/>
                  <a:pt x="248439" y="268891"/>
                </a:cubicBezTo>
                <a:cubicBezTo>
                  <a:pt x="263270" y="283148"/>
                  <a:pt x="263954" y="306959"/>
                  <a:pt x="249965" y="322076"/>
                </a:cubicBezTo>
                <a:cubicBezTo>
                  <a:pt x="249013" y="323105"/>
                  <a:pt x="248004" y="324080"/>
                  <a:pt x="246944" y="324993"/>
                </a:cubicBezTo>
                <a:close/>
                <a:moveTo>
                  <a:pt x="322827" y="366427"/>
                </a:moveTo>
                <a:cubicBezTo>
                  <a:pt x="316152" y="368789"/>
                  <a:pt x="309214" y="370293"/>
                  <a:pt x="302174" y="370904"/>
                </a:cubicBezTo>
                <a:cubicBezTo>
                  <a:pt x="299931" y="370904"/>
                  <a:pt x="297689" y="370904"/>
                  <a:pt x="295446" y="370904"/>
                </a:cubicBezTo>
                <a:lnTo>
                  <a:pt x="293203" y="370904"/>
                </a:lnTo>
                <a:cubicBezTo>
                  <a:pt x="290866" y="370904"/>
                  <a:pt x="288624" y="370904"/>
                  <a:pt x="286287" y="370904"/>
                </a:cubicBezTo>
                <a:cubicBezTo>
                  <a:pt x="279283" y="370257"/>
                  <a:pt x="272380" y="368754"/>
                  <a:pt x="265728" y="366427"/>
                </a:cubicBezTo>
                <a:cubicBezTo>
                  <a:pt x="265728" y="366427"/>
                  <a:pt x="265728" y="365570"/>
                  <a:pt x="265260" y="365093"/>
                </a:cubicBezTo>
                <a:lnTo>
                  <a:pt x="274606" y="356711"/>
                </a:lnTo>
                <a:cubicBezTo>
                  <a:pt x="291186" y="342056"/>
                  <a:pt x="300954" y="320970"/>
                  <a:pt x="301520" y="298609"/>
                </a:cubicBezTo>
                <a:lnTo>
                  <a:pt x="301520" y="297942"/>
                </a:lnTo>
                <a:cubicBezTo>
                  <a:pt x="315351" y="297942"/>
                  <a:pt x="328995" y="297275"/>
                  <a:pt x="342359" y="296037"/>
                </a:cubicBezTo>
                <a:cubicBezTo>
                  <a:pt x="337993" y="320064"/>
                  <a:pt x="331455" y="343628"/>
                  <a:pt x="322827" y="366427"/>
                </a:cubicBezTo>
                <a:close/>
                <a:moveTo>
                  <a:pt x="347499" y="258413"/>
                </a:moveTo>
                <a:cubicBezTo>
                  <a:pt x="329801" y="260263"/>
                  <a:pt x="312021" y="261185"/>
                  <a:pt x="294231" y="261176"/>
                </a:cubicBezTo>
                <a:lnTo>
                  <a:pt x="293203" y="261176"/>
                </a:lnTo>
                <a:cubicBezTo>
                  <a:pt x="289196" y="252980"/>
                  <a:pt x="283891" y="245515"/>
                  <a:pt x="277503" y="239078"/>
                </a:cubicBezTo>
                <a:cubicBezTo>
                  <a:pt x="266675" y="228286"/>
                  <a:pt x="253225" y="220626"/>
                  <a:pt x="238533" y="216884"/>
                </a:cubicBezTo>
                <a:cubicBezTo>
                  <a:pt x="238533" y="212598"/>
                  <a:pt x="238533" y="208407"/>
                  <a:pt x="238533" y="204121"/>
                </a:cubicBezTo>
                <a:cubicBezTo>
                  <a:pt x="238554" y="185986"/>
                  <a:pt x="239490" y="167865"/>
                  <a:pt x="241336" y="149828"/>
                </a:cubicBezTo>
                <a:cubicBezTo>
                  <a:pt x="276725" y="146145"/>
                  <a:pt x="312391" y="146145"/>
                  <a:pt x="347779" y="149828"/>
                </a:cubicBezTo>
                <a:cubicBezTo>
                  <a:pt x="349626" y="167865"/>
                  <a:pt x="350561" y="185986"/>
                  <a:pt x="350583" y="204121"/>
                </a:cubicBezTo>
                <a:cubicBezTo>
                  <a:pt x="350468" y="222260"/>
                  <a:pt x="349439" y="240381"/>
                  <a:pt x="347499" y="258413"/>
                </a:cubicBezTo>
                <a:close/>
                <a:moveTo>
                  <a:pt x="442073" y="132017"/>
                </a:moveTo>
                <a:cubicBezTo>
                  <a:pt x="421680" y="125493"/>
                  <a:pt x="400847" y="120494"/>
                  <a:pt x="379740" y="117062"/>
                </a:cubicBezTo>
                <a:cubicBezTo>
                  <a:pt x="376277" y="95552"/>
                  <a:pt x="371311" y="74320"/>
                  <a:pt x="364881" y="53531"/>
                </a:cubicBezTo>
                <a:cubicBezTo>
                  <a:pt x="398592" y="70024"/>
                  <a:pt x="425810" y="97697"/>
                  <a:pt x="442073" y="132017"/>
                </a:cubicBezTo>
                <a:close/>
                <a:moveTo>
                  <a:pt x="364881" y="354711"/>
                </a:moveTo>
                <a:cubicBezTo>
                  <a:pt x="371246" y="333948"/>
                  <a:pt x="376150" y="312749"/>
                  <a:pt x="379553" y="291275"/>
                </a:cubicBezTo>
                <a:cubicBezTo>
                  <a:pt x="400717" y="287774"/>
                  <a:pt x="421609" y="282745"/>
                  <a:pt x="442073" y="276225"/>
                </a:cubicBezTo>
                <a:cubicBezTo>
                  <a:pt x="425797" y="310536"/>
                  <a:pt x="398584" y="338205"/>
                  <a:pt x="364881" y="354711"/>
                </a:cubicBezTo>
                <a:close/>
                <a:moveTo>
                  <a:pt x="453287" y="233267"/>
                </a:moveTo>
                <a:cubicBezTo>
                  <a:pt x="430931" y="241952"/>
                  <a:pt x="407846" y="248551"/>
                  <a:pt x="384319" y="252984"/>
                </a:cubicBezTo>
                <a:cubicBezTo>
                  <a:pt x="385628" y="237109"/>
                  <a:pt x="386282" y="220821"/>
                  <a:pt x="386282" y="204121"/>
                </a:cubicBezTo>
                <a:cubicBezTo>
                  <a:pt x="386282" y="187421"/>
                  <a:pt x="385690" y="171133"/>
                  <a:pt x="384506" y="155258"/>
                </a:cubicBezTo>
                <a:cubicBezTo>
                  <a:pt x="408046" y="159677"/>
                  <a:pt x="431135" y="166309"/>
                  <a:pt x="453474" y="175069"/>
                </a:cubicBezTo>
                <a:cubicBezTo>
                  <a:pt x="455959" y="181784"/>
                  <a:pt x="457593" y="188793"/>
                  <a:pt x="458334" y="195929"/>
                </a:cubicBezTo>
                <a:cubicBezTo>
                  <a:pt x="458334" y="198692"/>
                  <a:pt x="458334" y="201359"/>
                  <a:pt x="458334" y="204121"/>
                </a:cubicBezTo>
                <a:cubicBezTo>
                  <a:pt x="458334" y="206883"/>
                  <a:pt x="458334" y="209645"/>
                  <a:pt x="458334" y="212312"/>
                </a:cubicBezTo>
                <a:cubicBezTo>
                  <a:pt x="457594" y="219479"/>
                  <a:pt x="455960" y="226521"/>
                  <a:pt x="453474" y="233267"/>
                </a:cubicBezTo>
                <a:close/>
              </a:path>
            </a:pathLst>
          </a:custGeom>
          <a:solidFill>
            <a:schemeClr val="tx2"/>
          </a:solidFill>
          <a:ln w="9345" cap="flat">
            <a:noFill/>
            <a:prstDash val="solid"/>
            <a:miter/>
          </a:ln>
        </p:spPr>
        <p:txBody>
          <a:bodyPr rtlCol="0" anchor="ctr"/>
          <a:lstStyle/>
          <a:p>
            <a:endParaRPr lang="en-US"/>
          </a:p>
        </p:txBody>
      </p:sp>
      <p:sp>
        <p:nvSpPr>
          <p:cNvPr id="251" name="TextBox 36">
            <a:extLst>
              <a:ext uri="{FF2B5EF4-FFF2-40B4-BE49-F238E27FC236}">
                <a16:creationId xmlns:a16="http://schemas.microsoft.com/office/drawing/2014/main" id="{178E84CB-9D49-0B4C-BE50-53603C9D8324}"/>
              </a:ext>
            </a:extLst>
          </p:cNvPr>
          <p:cNvSpPr txBox="1"/>
          <p:nvPr/>
        </p:nvSpPr>
        <p:spPr>
          <a:xfrm>
            <a:off x="9958464" y="4780004"/>
            <a:ext cx="286937" cy="338554"/>
          </a:xfrm>
          <a:prstGeom prst="rect">
            <a:avLst/>
          </a:prstGeom>
          <a:noFill/>
        </p:spPr>
        <p:txBody>
          <a:bodyPr wrap="none" lIns="0" rIns="0" rtlCol="0" anchor="ctr" anchorCtr="0">
            <a:noAutofit/>
          </a:bodyPr>
          <a:lstStyle/>
          <a:p>
            <a:pPr algn="ctr"/>
            <a:r>
              <a:rPr lang="en-US" sz="800"/>
              <a:t>Globe</a:t>
            </a:r>
            <a:br>
              <a:rPr lang="en-US" sz="800"/>
            </a:br>
            <a:r>
              <a:rPr lang="en-US" sz="800"/>
              <a:t>heart</a:t>
            </a:r>
          </a:p>
        </p:txBody>
      </p:sp>
      <p:sp>
        <p:nvSpPr>
          <p:cNvPr id="261" name="Freeform: Shape 210">
            <a:extLst>
              <a:ext uri="{FF2B5EF4-FFF2-40B4-BE49-F238E27FC236}">
                <a16:creationId xmlns:a16="http://schemas.microsoft.com/office/drawing/2014/main" id="{15B4EA6D-F093-584C-83DC-D7439B77900E}"/>
              </a:ext>
            </a:extLst>
          </p:cNvPr>
          <p:cNvSpPr>
            <a:spLocks noChangeAspect="1"/>
          </p:cNvSpPr>
          <p:nvPr/>
        </p:nvSpPr>
        <p:spPr>
          <a:xfrm>
            <a:off x="6229997" y="4184214"/>
            <a:ext cx="542925" cy="542925"/>
          </a:xfrm>
          <a:custGeom>
            <a:avLst/>
            <a:gdLst>
              <a:gd name="connsiteX0" fmla="*/ 502444 w 542925"/>
              <a:gd name="connsiteY0" fmla="*/ 207169 h 542925"/>
              <a:gd name="connsiteX1" fmla="*/ 472345 w 542925"/>
              <a:gd name="connsiteY1" fmla="*/ 207169 h 542925"/>
              <a:gd name="connsiteX2" fmla="*/ 461391 w 542925"/>
              <a:gd name="connsiteY2" fmla="*/ 180594 h 542925"/>
              <a:gd name="connsiteX3" fmla="*/ 482632 w 542925"/>
              <a:gd name="connsiteY3" fmla="*/ 159353 h 542925"/>
              <a:gd name="connsiteX4" fmla="*/ 509588 w 542925"/>
              <a:gd name="connsiteY4" fmla="*/ 132398 h 542925"/>
              <a:gd name="connsiteX5" fmla="*/ 482632 w 542925"/>
              <a:gd name="connsiteY5" fmla="*/ 105442 h 542925"/>
              <a:gd name="connsiteX6" fmla="*/ 442246 w 542925"/>
              <a:gd name="connsiteY6" fmla="*/ 65056 h 542925"/>
              <a:gd name="connsiteX7" fmla="*/ 415290 w 542925"/>
              <a:gd name="connsiteY7" fmla="*/ 38100 h 542925"/>
              <a:gd name="connsiteX8" fmla="*/ 388334 w 542925"/>
              <a:gd name="connsiteY8" fmla="*/ 65056 h 542925"/>
              <a:gd name="connsiteX9" fmla="*/ 367094 w 542925"/>
              <a:gd name="connsiteY9" fmla="*/ 86297 h 542925"/>
              <a:gd name="connsiteX10" fmla="*/ 340519 w 542925"/>
              <a:gd name="connsiteY10" fmla="*/ 75343 h 542925"/>
              <a:gd name="connsiteX11" fmla="*/ 340519 w 542925"/>
              <a:gd name="connsiteY11" fmla="*/ 45244 h 542925"/>
              <a:gd name="connsiteX12" fmla="*/ 340519 w 542925"/>
              <a:gd name="connsiteY12" fmla="*/ 7144 h 542925"/>
              <a:gd name="connsiteX13" fmla="*/ 302419 w 542925"/>
              <a:gd name="connsiteY13" fmla="*/ 7144 h 542925"/>
              <a:gd name="connsiteX14" fmla="*/ 245269 w 542925"/>
              <a:gd name="connsiteY14" fmla="*/ 7144 h 542925"/>
              <a:gd name="connsiteX15" fmla="*/ 207169 w 542925"/>
              <a:gd name="connsiteY15" fmla="*/ 7144 h 542925"/>
              <a:gd name="connsiteX16" fmla="*/ 207169 w 542925"/>
              <a:gd name="connsiteY16" fmla="*/ 45244 h 542925"/>
              <a:gd name="connsiteX17" fmla="*/ 207169 w 542925"/>
              <a:gd name="connsiteY17" fmla="*/ 75343 h 542925"/>
              <a:gd name="connsiteX18" fmla="*/ 180594 w 542925"/>
              <a:gd name="connsiteY18" fmla="*/ 86297 h 542925"/>
              <a:gd name="connsiteX19" fmla="*/ 159353 w 542925"/>
              <a:gd name="connsiteY19" fmla="*/ 65056 h 542925"/>
              <a:gd name="connsiteX20" fmla="*/ 132398 w 542925"/>
              <a:gd name="connsiteY20" fmla="*/ 38100 h 542925"/>
              <a:gd name="connsiteX21" fmla="*/ 105442 w 542925"/>
              <a:gd name="connsiteY21" fmla="*/ 65056 h 542925"/>
              <a:gd name="connsiteX22" fmla="*/ 65056 w 542925"/>
              <a:gd name="connsiteY22" fmla="*/ 105442 h 542925"/>
              <a:gd name="connsiteX23" fmla="*/ 38100 w 542925"/>
              <a:gd name="connsiteY23" fmla="*/ 132398 h 542925"/>
              <a:gd name="connsiteX24" fmla="*/ 65056 w 542925"/>
              <a:gd name="connsiteY24" fmla="*/ 159353 h 542925"/>
              <a:gd name="connsiteX25" fmla="*/ 86297 w 542925"/>
              <a:gd name="connsiteY25" fmla="*/ 180594 h 542925"/>
              <a:gd name="connsiteX26" fmla="*/ 75343 w 542925"/>
              <a:gd name="connsiteY26" fmla="*/ 207169 h 542925"/>
              <a:gd name="connsiteX27" fmla="*/ 45244 w 542925"/>
              <a:gd name="connsiteY27" fmla="*/ 207169 h 542925"/>
              <a:gd name="connsiteX28" fmla="*/ 7144 w 542925"/>
              <a:gd name="connsiteY28" fmla="*/ 207169 h 542925"/>
              <a:gd name="connsiteX29" fmla="*/ 7144 w 542925"/>
              <a:gd name="connsiteY29" fmla="*/ 245269 h 542925"/>
              <a:gd name="connsiteX30" fmla="*/ 7144 w 542925"/>
              <a:gd name="connsiteY30" fmla="*/ 302419 h 542925"/>
              <a:gd name="connsiteX31" fmla="*/ 7144 w 542925"/>
              <a:gd name="connsiteY31" fmla="*/ 340519 h 542925"/>
              <a:gd name="connsiteX32" fmla="*/ 45244 w 542925"/>
              <a:gd name="connsiteY32" fmla="*/ 340519 h 542925"/>
              <a:gd name="connsiteX33" fmla="*/ 75343 w 542925"/>
              <a:gd name="connsiteY33" fmla="*/ 340519 h 542925"/>
              <a:gd name="connsiteX34" fmla="*/ 86297 w 542925"/>
              <a:gd name="connsiteY34" fmla="*/ 367094 h 542925"/>
              <a:gd name="connsiteX35" fmla="*/ 65056 w 542925"/>
              <a:gd name="connsiteY35" fmla="*/ 388334 h 542925"/>
              <a:gd name="connsiteX36" fmla="*/ 38100 w 542925"/>
              <a:gd name="connsiteY36" fmla="*/ 415290 h 542925"/>
              <a:gd name="connsiteX37" fmla="*/ 65056 w 542925"/>
              <a:gd name="connsiteY37" fmla="*/ 442246 h 542925"/>
              <a:gd name="connsiteX38" fmla="*/ 105442 w 542925"/>
              <a:gd name="connsiteY38" fmla="*/ 482632 h 542925"/>
              <a:gd name="connsiteX39" fmla="*/ 132398 w 542925"/>
              <a:gd name="connsiteY39" fmla="*/ 509588 h 542925"/>
              <a:gd name="connsiteX40" fmla="*/ 159353 w 542925"/>
              <a:gd name="connsiteY40" fmla="*/ 482632 h 542925"/>
              <a:gd name="connsiteX41" fmla="*/ 180594 w 542925"/>
              <a:gd name="connsiteY41" fmla="*/ 461391 h 542925"/>
              <a:gd name="connsiteX42" fmla="*/ 207169 w 542925"/>
              <a:gd name="connsiteY42" fmla="*/ 472345 h 542925"/>
              <a:gd name="connsiteX43" fmla="*/ 207169 w 542925"/>
              <a:gd name="connsiteY43" fmla="*/ 502444 h 542925"/>
              <a:gd name="connsiteX44" fmla="*/ 207169 w 542925"/>
              <a:gd name="connsiteY44" fmla="*/ 540544 h 542925"/>
              <a:gd name="connsiteX45" fmla="*/ 245269 w 542925"/>
              <a:gd name="connsiteY45" fmla="*/ 540544 h 542925"/>
              <a:gd name="connsiteX46" fmla="*/ 302419 w 542925"/>
              <a:gd name="connsiteY46" fmla="*/ 540544 h 542925"/>
              <a:gd name="connsiteX47" fmla="*/ 340519 w 542925"/>
              <a:gd name="connsiteY47" fmla="*/ 540544 h 542925"/>
              <a:gd name="connsiteX48" fmla="*/ 340519 w 542925"/>
              <a:gd name="connsiteY48" fmla="*/ 502444 h 542925"/>
              <a:gd name="connsiteX49" fmla="*/ 340519 w 542925"/>
              <a:gd name="connsiteY49" fmla="*/ 472345 h 542925"/>
              <a:gd name="connsiteX50" fmla="*/ 367094 w 542925"/>
              <a:gd name="connsiteY50" fmla="*/ 461391 h 542925"/>
              <a:gd name="connsiteX51" fmla="*/ 388334 w 542925"/>
              <a:gd name="connsiteY51" fmla="*/ 482632 h 542925"/>
              <a:gd name="connsiteX52" fmla="*/ 415290 w 542925"/>
              <a:gd name="connsiteY52" fmla="*/ 509588 h 542925"/>
              <a:gd name="connsiteX53" fmla="*/ 442246 w 542925"/>
              <a:gd name="connsiteY53" fmla="*/ 482632 h 542925"/>
              <a:gd name="connsiteX54" fmla="*/ 482632 w 542925"/>
              <a:gd name="connsiteY54" fmla="*/ 442246 h 542925"/>
              <a:gd name="connsiteX55" fmla="*/ 509588 w 542925"/>
              <a:gd name="connsiteY55" fmla="*/ 415290 h 542925"/>
              <a:gd name="connsiteX56" fmla="*/ 482632 w 542925"/>
              <a:gd name="connsiteY56" fmla="*/ 388334 h 542925"/>
              <a:gd name="connsiteX57" fmla="*/ 461391 w 542925"/>
              <a:gd name="connsiteY57" fmla="*/ 367094 h 542925"/>
              <a:gd name="connsiteX58" fmla="*/ 472345 w 542925"/>
              <a:gd name="connsiteY58" fmla="*/ 340519 h 542925"/>
              <a:gd name="connsiteX59" fmla="*/ 502444 w 542925"/>
              <a:gd name="connsiteY59" fmla="*/ 340519 h 542925"/>
              <a:gd name="connsiteX60" fmla="*/ 540544 w 542925"/>
              <a:gd name="connsiteY60" fmla="*/ 340519 h 542925"/>
              <a:gd name="connsiteX61" fmla="*/ 540544 w 542925"/>
              <a:gd name="connsiteY61" fmla="*/ 302419 h 542925"/>
              <a:gd name="connsiteX62" fmla="*/ 540544 w 542925"/>
              <a:gd name="connsiteY62" fmla="*/ 245269 h 542925"/>
              <a:gd name="connsiteX63" fmla="*/ 540544 w 542925"/>
              <a:gd name="connsiteY63" fmla="*/ 207169 h 542925"/>
              <a:gd name="connsiteX64" fmla="*/ 502444 w 542925"/>
              <a:gd name="connsiteY64" fmla="*/ 207169 h 542925"/>
              <a:gd name="connsiteX65" fmla="*/ 502444 w 542925"/>
              <a:gd name="connsiteY65" fmla="*/ 302419 h 542925"/>
              <a:gd name="connsiteX66" fmla="*/ 442722 w 542925"/>
              <a:gd name="connsiteY66" fmla="*/ 302419 h 542925"/>
              <a:gd name="connsiteX67" fmla="*/ 413480 w 542925"/>
              <a:gd name="connsiteY67" fmla="*/ 373094 h 542925"/>
              <a:gd name="connsiteX68" fmla="*/ 455676 w 542925"/>
              <a:gd name="connsiteY68" fmla="*/ 415290 h 542925"/>
              <a:gd name="connsiteX69" fmla="*/ 415290 w 542925"/>
              <a:gd name="connsiteY69" fmla="*/ 455676 h 542925"/>
              <a:gd name="connsiteX70" fmla="*/ 373094 w 542925"/>
              <a:gd name="connsiteY70" fmla="*/ 413480 h 542925"/>
              <a:gd name="connsiteX71" fmla="*/ 302419 w 542925"/>
              <a:gd name="connsiteY71" fmla="*/ 442722 h 542925"/>
              <a:gd name="connsiteX72" fmla="*/ 302419 w 542925"/>
              <a:gd name="connsiteY72" fmla="*/ 502444 h 542925"/>
              <a:gd name="connsiteX73" fmla="*/ 245269 w 542925"/>
              <a:gd name="connsiteY73" fmla="*/ 502444 h 542925"/>
              <a:gd name="connsiteX74" fmla="*/ 245269 w 542925"/>
              <a:gd name="connsiteY74" fmla="*/ 442722 h 542925"/>
              <a:gd name="connsiteX75" fmla="*/ 174593 w 542925"/>
              <a:gd name="connsiteY75" fmla="*/ 413480 h 542925"/>
              <a:gd name="connsiteX76" fmla="*/ 132398 w 542925"/>
              <a:gd name="connsiteY76" fmla="*/ 455676 h 542925"/>
              <a:gd name="connsiteX77" fmla="*/ 92012 w 542925"/>
              <a:gd name="connsiteY77" fmla="*/ 415290 h 542925"/>
              <a:gd name="connsiteX78" fmla="*/ 134207 w 542925"/>
              <a:gd name="connsiteY78" fmla="*/ 373094 h 542925"/>
              <a:gd name="connsiteX79" fmla="*/ 104966 w 542925"/>
              <a:gd name="connsiteY79" fmla="*/ 302419 h 542925"/>
              <a:gd name="connsiteX80" fmla="*/ 45244 w 542925"/>
              <a:gd name="connsiteY80" fmla="*/ 302419 h 542925"/>
              <a:gd name="connsiteX81" fmla="*/ 45244 w 542925"/>
              <a:gd name="connsiteY81" fmla="*/ 245269 h 542925"/>
              <a:gd name="connsiteX82" fmla="*/ 104966 w 542925"/>
              <a:gd name="connsiteY82" fmla="*/ 245269 h 542925"/>
              <a:gd name="connsiteX83" fmla="*/ 134207 w 542925"/>
              <a:gd name="connsiteY83" fmla="*/ 174593 h 542925"/>
              <a:gd name="connsiteX84" fmla="*/ 92012 w 542925"/>
              <a:gd name="connsiteY84" fmla="*/ 132398 h 542925"/>
              <a:gd name="connsiteX85" fmla="*/ 132398 w 542925"/>
              <a:gd name="connsiteY85" fmla="*/ 92012 h 542925"/>
              <a:gd name="connsiteX86" fmla="*/ 174593 w 542925"/>
              <a:gd name="connsiteY86" fmla="*/ 134207 h 542925"/>
              <a:gd name="connsiteX87" fmla="*/ 245269 w 542925"/>
              <a:gd name="connsiteY87" fmla="*/ 104966 h 542925"/>
              <a:gd name="connsiteX88" fmla="*/ 245269 w 542925"/>
              <a:gd name="connsiteY88" fmla="*/ 45244 h 542925"/>
              <a:gd name="connsiteX89" fmla="*/ 302419 w 542925"/>
              <a:gd name="connsiteY89" fmla="*/ 45244 h 542925"/>
              <a:gd name="connsiteX90" fmla="*/ 302419 w 542925"/>
              <a:gd name="connsiteY90" fmla="*/ 104966 h 542925"/>
              <a:gd name="connsiteX91" fmla="*/ 373094 w 542925"/>
              <a:gd name="connsiteY91" fmla="*/ 134207 h 542925"/>
              <a:gd name="connsiteX92" fmla="*/ 415290 w 542925"/>
              <a:gd name="connsiteY92" fmla="*/ 92012 h 542925"/>
              <a:gd name="connsiteX93" fmla="*/ 455676 w 542925"/>
              <a:gd name="connsiteY93" fmla="*/ 132398 h 542925"/>
              <a:gd name="connsiteX94" fmla="*/ 413480 w 542925"/>
              <a:gd name="connsiteY94" fmla="*/ 174593 h 542925"/>
              <a:gd name="connsiteX95" fmla="*/ 442722 w 542925"/>
              <a:gd name="connsiteY95" fmla="*/ 245269 h 542925"/>
              <a:gd name="connsiteX96" fmla="*/ 502444 w 542925"/>
              <a:gd name="connsiteY96" fmla="*/ 245269 h 542925"/>
              <a:gd name="connsiteX97" fmla="*/ 502444 w 542925"/>
              <a:gd name="connsiteY97" fmla="*/ 302419 h 542925"/>
              <a:gd name="connsiteX98" fmla="*/ 273844 w 542925"/>
              <a:gd name="connsiteY98" fmla="*/ 150019 h 542925"/>
              <a:gd name="connsiteX99" fmla="*/ 150019 w 542925"/>
              <a:gd name="connsiteY99" fmla="*/ 273844 h 542925"/>
              <a:gd name="connsiteX100" fmla="*/ 273844 w 542925"/>
              <a:gd name="connsiteY100" fmla="*/ 397669 h 542925"/>
              <a:gd name="connsiteX101" fmla="*/ 397669 w 542925"/>
              <a:gd name="connsiteY101" fmla="*/ 273844 h 542925"/>
              <a:gd name="connsiteX102" fmla="*/ 273844 w 542925"/>
              <a:gd name="connsiteY102" fmla="*/ 150019 h 542925"/>
              <a:gd name="connsiteX103" fmla="*/ 273844 w 542925"/>
              <a:gd name="connsiteY103" fmla="*/ 359569 h 542925"/>
              <a:gd name="connsiteX104" fmla="*/ 188119 w 542925"/>
              <a:gd name="connsiteY104" fmla="*/ 273844 h 542925"/>
              <a:gd name="connsiteX105" fmla="*/ 273844 w 542925"/>
              <a:gd name="connsiteY105" fmla="*/ 188119 h 542925"/>
              <a:gd name="connsiteX106" fmla="*/ 359569 w 542925"/>
              <a:gd name="connsiteY106" fmla="*/ 273844 h 542925"/>
              <a:gd name="connsiteX107" fmla="*/ 273844 w 542925"/>
              <a:gd name="connsiteY107" fmla="*/ 359569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42925" h="542925">
                <a:moveTo>
                  <a:pt x="502444" y="207169"/>
                </a:moveTo>
                <a:lnTo>
                  <a:pt x="472345" y="207169"/>
                </a:lnTo>
                <a:cubicBezTo>
                  <a:pt x="469297" y="198025"/>
                  <a:pt x="465677" y="189167"/>
                  <a:pt x="461391" y="180594"/>
                </a:cubicBezTo>
                <a:lnTo>
                  <a:pt x="482632" y="159353"/>
                </a:lnTo>
                <a:lnTo>
                  <a:pt x="509588" y="132398"/>
                </a:lnTo>
                <a:lnTo>
                  <a:pt x="482632" y="105442"/>
                </a:lnTo>
                <a:lnTo>
                  <a:pt x="442246" y="65056"/>
                </a:lnTo>
                <a:lnTo>
                  <a:pt x="415290" y="38100"/>
                </a:lnTo>
                <a:lnTo>
                  <a:pt x="388334" y="65056"/>
                </a:lnTo>
                <a:lnTo>
                  <a:pt x="367094" y="86297"/>
                </a:lnTo>
                <a:cubicBezTo>
                  <a:pt x="358521" y="82010"/>
                  <a:pt x="349663" y="78391"/>
                  <a:pt x="340519" y="75343"/>
                </a:cubicBezTo>
                <a:lnTo>
                  <a:pt x="340519" y="45244"/>
                </a:lnTo>
                <a:lnTo>
                  <a:pt x="340519" y="7144"/>
                </a:lnTo>
                <a:lnTo>
                  <a:pt x="302419" y="7144"/>
                </a:lnTo>
                <a:lnTo>
                  <a:pt x="245269" y="7144"/>
                </a:lnTo>
                <a:lnTo>
                  <a:pt x="207169" y="7144"/>
                </a:lnTo>
                <a:lnTo>
                  <a:pt x="207169" y="45244"/>
                </a:lnTo>
                <a:lnTo>
                  <a:pt x="207169" y="75343"/>
                </a:lnTo>
                <a:cubicBezTo>
                  <a:pt x="198025" y="78391"/>
                  <a:pt x="189167" y="82010"/>
                  <a:pt x="180594" y="86297"/>
                </a:cubicBezTo>
                <a:lnTo>
                  <a:pt x="159353" y="65056"/>
                </a:lnTo>
                <a:lnTo>
                  <a:pt x="132398" y="38100"/>
                </a:lnTo>
                <a:lnTo>
                  <a:pt x="105442" y="65056"/>
                </a:lnTo>
                <a:lnTo>
                  <a:pt x="65056" y="105442"/>
                </a:lnTo>
                <a:lnTo>
                  <a:pt x="38100" y="132398"/>
                </a:lnTo>
                <a:lnTo>
                  <a:pt x="65056" y="159353"/>
                </a:lnTo>
                <a:lnTo>
                  <a:pt x="86297" y="180594"/>
                </a:lnTo>
                <a:cubicBezTo>
                  <a:pt x="82010" y="189167"/>
                  <a:pt x="78391" y="198025"/>
                  <a:pt x="75343" y="207169"/>
                </a:cubicBezTo>
                <a:lnTo>
                  <a:pt x="45244" y="207169"/>
                </a:lnTo>
                <a:lnTo>
                  <a:pt x="7144" y="207169"/>
                </a:lnTo>
                <a:lnTo>
                  <a:pt x="7144" y="245269"/>
                </a:lnTo>
                <a:lnTo>
                  <a:pt x="7144" y="302419"/>
                </a:lnTo>
                <a:lnTo>
                  <a:pt x="7144" y="340519"/>
                </a:lnTo>
                <a:lnTo>
                  <a:pt x="45244" y="340519"/>
                </a:lnTo>
                <a:lnTo>
                  <a:pt x="75343" y="340519"/>
                </a:lnTo>
                <a:cubicBezTo>
                  <a:pt x="78391" y="349663"/>
                  <a:pt x="82010" y="358521"/>
                  <a:pt x="86297" y="367094"/>
                </a:cubicBezTo>
                <a:lnTo>
                  <a:pt x="65056" y="388334"/>
                </a:lnTo>
                <a:lnTo>
                  <a:pt x="38100" y="415290"/>
                </a:lnTo>
                <a:lnTo>
                  <a:pt x="65056" y="442246"/>
                </a:lnTo>
                <a:lnTo>
                  <a:pt x="105442" y="482632"/>
                </a:lnTo>
                <a:lnTo>
                  <a:pt x="132398" y="509588"/>
                </a:lnTo>
                <a:lnTo>
                  <a:pt x="159353" y="482632"/>
                </a:lnTo>
                <a:lnTo>
                  <a:pt x="180594" y="461391"/>
                </a:lnTo>
                <a:cubicBezTo>
                  <a:pt x="189167" y="465677"/>
                  <a:pt x="198025" y="469297"/>
                  <a:pt x="207169" y="472345"/>
                </a:cubicBezTo>
                <a:lnTo>
                  <a:pt x="207169" y="502444"/>
                </a:lnTo>
                <a:lnTo>
                  <a:pt x="207169" y="540544"/>
                </a:lnTo>
                <a:lnTo>
                  <a:pt x="245269" y="540544"/>
                </a:lnTo>
                <a:lnTo>
                  <a:pt x="302419" y="540544"/>
                </a:lnTo>
                <a:lnTo>
                  <a:pt x="340519" y="540544"/>
                </a:lnTo>
                <a:lnTo>
                  <a:pt x="340519" y="502444"/>
                </a:lnTo>
                <a:lnTo>
                  <a:pt x="340519" y="472345"/>
                </a:lnTo>
                <a:cubicBezTo>
                  <a:pt x="349663" y="469297"/>
                  <a:pt x="358521" y="465677"/>
                  <a:pt x="367094" y="461391"/>
                </a:cubicBezTo>
                <a:lnTo>
                  <a:pt x="388334" y="482632"/>
                </a:lnTo>
                <a:lnTo>
                  <a:pt x="415290" y="509588"/>
                </a:lnTo>
                <a:lnTo>
                  <a:pt x="442246" y="482632"/>
                </a:lnTo>
                <a:lnTo>
                  <a:pt x="482632" y="442246"/>
                </a:lnTo>
                <a:lnTo>
                  <a:pt x="509588" y="415290"/>
                </a:lnTo>
                <a:lnTo>
                  <a:pt x="482632" y="388334"/>
                </a:lnTo>
                <a:lnTo>
                  <a:pt x="461391" y="367094"/>
                </a:lnTo>
                <a:cubicBezTo>
                  <a:pt x="465677" y="358521"/>
                  <a:pt x="469297" y="349663"/>
                  <a:pt x="472345" y="340519"/>
                </a:cubicBezTo>
                <a:lnTo>
                  <a:pt x="502444" y="340519"/>
                </a:lnTo>
                <a:lnTo>
                  <a:pt x="540544" y="340519"/>
                </a:lnTo>
                <a:lnTo>
                  <a:pt x="540544" y="302419"/>
                </a:lnTo>
                <a:lnTo>
                  <a:pt x="540544" y="245269"/>
                </a:lnTo>
                <a:lnTo>
                  <a:pt x="540544" y="207169"/>
                </a:lnTo>
                <a:lnTo>
                  <a:pt x="502444" y="207169"/>
                </a:lnTo>
                <a:close/>
                <a:moveTo>
                  <a:pt x="502444" y="302419"/>
                </a:moveTo>
                <a:lnTo>
                  <a:pt x="442722" y="302419"/>
                </a:lnTo>
                <a:cubicBezTo>
                  <a:pt x="438341" y="328422"/>
                  <a:pt x="428149" y="352425"/>
                  <a:pt x="413480" y="373094"/>
                </a:cubicBezTo>
                <a:lnTo>
                  <a:pt x="455676" y="415290"/>
                </a:lnTo>
                <a:lnTo>
                  <a:pt x="415290" y="455676"/>
                </a:lnTo>
                <a:lnTo>
                  <a:pt x="373094" y="413480"/>
                </a:lnTo>
                <a:cubicBezTo>
                  <a:pt x="352425" y="428149"/>
                  <a:pt x="328422" y="438341"/>
                  <a:pt x="302419" y="442722"/>
                </a:cubicBezTo>
                <a:lnTo>
                  <a:pt x="302419" y="502444"/>
                </a:lnTo>
                <a:lnTo>
                  <a:pt x="245269" y="502444"/>
                </a:lnTo>
                <a:lnTo>
                  <a:pt x="245269" y="442722"/>
                </a:lnTo>
                <a:cubicBezTo>
                  <a:pt x="219266" y="438341"/>
                  <a:pt x="195263" y="428149"/>
                  <a:pt x="174593" y="413480"/>
                </a:cubicBezTo>
                <a:lnTo>
                  <a:pt x="132398" y="455676"/>
                </a:lnTo>
                <a:lnTo>
                  <a:pt x="92012" y="415290"/>
                </a:lnTo>
                <a:lnTo>
                  <a:pt x="134207" y="373094"/>
                </a:lnTo>
                <a:cubicBezTo>
                  <a:pt x="119539" y="352425"/>
                  <a:pt x="109347" y="328422"/>
                  <a:pt x="104966" y="302419"/>
                </a:cubicBezTo>
                <a:lnTo>
                  <a:pt x="45244" y="302419"/>
                </a:lnTo>
                <a:lnTo>
                  <a:pt x="45244" y="245269"/>
                </a:lnTo>
                <a:lnTo>
                  <a:pt x="104966" y="245269"/>
                </a:lnTo>
                <a:cubicBezTo>
                  <a:pt x="109347" y="219266"/>
                  <a:pt x="119539" y="195263"/>
                  <a:pt x="134207" y="174593"/>
                </a:cubicBezTo>
                <a:lnTo>
                  <a:pt x="92012" y="132398"/>
                </a:lnTo>
                <a:lnTo>
                  <a:pt x="132398" y="92012"/>
                </a:lnTo>
                <a:lnTo>
                  <a:pt x="174593" y="134207"/>
                </a:lnTo>
                <a:cubicBezTo>
                  <a:pt x="195263" y="119539"/>
                  <a:pt x="219266" y="109347"/>
                  <a:pt x="245269" y="104966"/>
                </a:cubicBezTo>
                <a:lnTo>
                  <a:pt x="245269" y="45244"/>
                </a:lnTo>
                <a:lnTo>
                  <a:pt x="302419" y="45244"/>
                </a:lnTo>
                <a:lnTo>
                  <a:pt x="302419" y="104966"/>
                </a:lnTo>
                <a:cubicBezTo>
                  <a:pt x="328422" y="109347"/>
                  <a:pt x="352425" y="119539"/>
                  <a:pt x="373094" y="134207"/>
                </a:cubicBezTo>
                <a:lnTo>
                  <a:pt x="415290" y="92012"/>
                </a:lnTo>
                <a:lnTo>
                  <a:pt x="455676" y="132398"/>
                </a:lnTo>
                <a:lnTo>
                  <a:pt x="413480" y="174593"/>
                </a:lnTo>
                <a:cubicBezTo>
                  <a:pt x="428149" y="195263"/>
                  <a:pt x="438341" y="219266"/>
                  <a:pt x="442722" y="245269"/>
                </a:cubicBezTo>
                <a:lnTo>
                  <a:pt x="502444" y="245269"/>
                </a:lnTo>
                <a:lnTo>
                  <a:pt x="502444" y="302419"/>
                </a:lnTo>
                <a:close/>
                <a:moveTo>
                  <a:pt x="273844" y="150019"/>
                </a:moveTo>
                <a:cubicBezTo>
                  <a:pt x="205550" y="150019"/>
                  <a:pt x="150019" y="205550"/>
                  <a:pt x="150019" y="273844"/>
                </a:cubicBezTo>
                <a:cubicBezTo>
                  <a:pt x="150019" y="342138"/>
                  <a:pt x="205550" y="397669"/>
                  <a:pt x="273844" y="397669"/>
                </a:cubicBezTo>
                <a:cubicBezTo>
                  <a:pt x="342138" y="397669"/>
                  <a:pt x="397669" y="342138"/>
                  <a:pt x="397669" y="273844"/>
                </a:cubicBezTo>
                <a:cubicBezTo>
                  <a:pt x="397669" y="205550"/>
                  <a:pt x="342138" y="150019"/>
                  <a:pt x="273844" y="150019"/>
                </a:cubicBezTo>
                <a:close/>
                <a:moveTo>
                  <a:pt x="273844" y="359569"/>
                </a:moveTo>
                <a:cubicBezTo>
                  <a:pt x="226505" y="359569"/>
                  <a:pt x="188119" y="321183"/>
                  <a:pt x="188119" y="273844"/>
                </a:cubicBezTo>
                <a:cubicBezTo>
                  <a:pt x="188119" y="226505"/>
                  <a:pt x="226505" y="188119"/>
                  <a:pt x="273844" y="188119"/>
                </a:cubicBezTo>
                <a:cubicBezTo>
                  <a:pt x="321183" y="188119"/>
                  <a:pt x="359569" y="226505"/>
                  <a:pt x="359569" y="273844"/>
                </a:cubicBezTo>
                <a:cubicBezTo>
                  <a:pt x="359569" y="321183"/>
                  <a:pt x="321183" y="359569"/>
                  <a:pt x="273844" y="359569"/>
                </a:cubicBezTo>
                <a:close/>
              </a:path>
            </a:pathLst>
          </a:custGeom>
          <a:solidFill>
            <a:schemeClr val="tx2"/>
          </a:solidFill>
          <a:ln w="9525" cap="flat">
            <a:noFill/>
            <a:prstDash val="solid"/>
            <a:miter/>
          </a:ln>
        </p:spPr>
        <p:txBody>
          <a:bodyPr rtlCol="0" anchor="ctr"/>
          <a:lstStyle/>
          <a:p>
            <a:endParaRPr lang="en-US"/>
          </a:p>
        </p:txBody>
      </p:sp>
      <p:sp>
        <p:nvSpPr>
          <p:cNvPr id="262" name="TextBox 37">
            <a:extLst>
              <a:ext uri="{FF2B5EF4-FFF2-40B4-BE49-F238E27FC236}">
                <a16:creationId xmlns:a16="http://schemas.microsoft.com/office/drawing/2014/main" id="{D595770D-138A-D447-A040-66CA50AC0534}"/>
              </a:ext>
            </a:extLst>
          </p:cNvPr>
          <p:cNvSpPr txBox="1"/>
          <p:nvPr/>
        </p:nvSpPr>
        <p:spPr>
          <a:xfrm>
            <a:off x="6390050" y="4780004"/>
            <a:ext cx="222817" cy="215444"/>
          </a:xfrm>
          <a:prstGeom prst="rect">
            <a:avLst/>
          </a:prstGeom>
          <a:noFill/>
        </p:spPr>
        <p:txBody>
          <a:bodyPr wrap="none" lIns="0" rIns="0" rtlCol="0" anchor="ctr" anchorCtr="0">
            <a:noAutofit/>
          </a:bodyPr>
          <a:lstStyle/>
          <a:p>
            <a:pPr algn="ctr"/>
            <a:r>
              <a:rPr lang="en-US" sz="800"/>
              <a:t>Gear</a:t>
            </a:r>
          </a:p>
        </p:txBody>
      </p:sp>
      <p:sp>
        <p:nvSpPr>
          <p:cNvPr id="269" name="Graphic 267">
            <a:extLst>
              <a:ext uri="{FF2B5EF4-FFF2-40B4-BE49-F238E27FC236}">
                <a16:creationId xmlns:a16="http://schemas.microsoft.com/office/drawing/2014/main" id="{E7DCED3B-AF5A-3844-811C-23BB20B0FA8D}"/>
              </a:ext>
            </a:extLst>
          </p:cNvPr>
          <p:cNvSpPr>
            <a:spLocks noChangeAspect="1"/>
          </p:cNvSpPr>
          <p:nvPr/>
        </p:nvSpPr>
        <p:spPr>
          <a:xfrm>
            <a:off x="5360901" y="3222476"/>
            <a:ext cx="552450" cy="504825"/>
          </a:xfrm>
          <a:custGeom>
            <a:avLst/>
            <a:gdLst>
              <a:gd name="connsiteX0" fmla="*/ 0 w 552450"/>
              <a:gd name="connsiteY0" fmla="*/ 438150 h 504825"/>
              <a:gd name="connsiteX1" fmla="*/ 95250 w 552450"/>
              <a:gd name="connsiteY1" fmla="*/ 438150 h 504825"/>
              <a:gd name="connsiteX2" fmla="*/ 95250 w 552450"/>
              <a:gd name="connsiteY2" fmla="*/ 466725 h 504825"/>
              <a:gd name="connsiteX3" fmla="*/ 57150 w 552450"/>
              <a:gd name="connsiteY3" fmla="*/ 466725 h 504825"/>
              <a:gd name="connsiteX4" fmla="*/ 57150 w 552450"/>
              <a:gd name="connsiteY4" fmla="*/ 504825 h 504825"/>
              <a:gd name="connsiteX5" fmla="*/ 171450 w 552450"/>
              <a:gd name="connsiteY5" fmla="*/ 504825 h 504825"/>
              <a:gd name="connsiteX6" fmla="*/ 171450 w 552450"/>
              <a:gd name="connsiteY6" fmla="*/ 466725 h 504825"/>
              <a:gd name="connsiteX7" fmla="*/ 133350 w 552450"/>
              <a:gd name="connsiteY7" fmla="*/ 466725 h 504825"/>
              <a:gd name="connsiteX8" fmla="*/ 133350 w 552450"/>
              <a:gd name="connsiteY8" fmla="*/ 438150 h 504825"/>
              <a:gd name="connsiteX9" fmla="*/ 228600 w 552450"/>
              <a:gd name="connsiteY9" fmla="*/ 438150 h 504825"/>
              <a:gd name="connsiteX10" fmla="*/ 228600 w 552450"/>
              <a:gd name="connsiteY10" fmla="*/ 285750 h 504825"/>
              <a:gd name="connsiteX11" fmla="*/ 0 w 552450"/>
              <a:gd name="connsiteY11" fmla="*/ 285750 h 504825"/>
              <a:gd name="connsiteX12" fmla="*/ 0 w 552450"/>
              <a:gd name="connsiteY12" fmla="*/ 438150 h 504825"/>
              <a:gd name="connsiteX13" fmla="*/ 38100 w 552450"/>
              <a:gd name="connsiteY13" fmla="*/ 323850 h 504825"/>
              <a:gd name="connsiteX14" fmla="*/ 190500 w 552450"/>
              <a:gd name="connsiteY14" fmla="*/ 323850 h 504825"/>
              <a:gd name="connsiteX15" fmla="*/ 190500 w 552450"/>
              <a:gd name="connsiteY15" fmla="*/ 400050 h 504825"/>
              <a:gd name="connsiteX16" fmla="*/ 38100 w 552450"/>
              <a:gd name="connsiteY16" fmla="*/ 400050 h 504825"/>
              <a:gd name="connsiteX17" fmla="*/ 38100 w 552450"/>
              <a:gd name="connsiteY17" fmla="*/ 323850 h 504825"/>
              <a:gd name="connsiteX18" fmla="*/ 552450 w 552450"/>
              <a:gd name="connsiteY18" fmla="*/ 152400 h 504825"/>
              <a:gd name="connsiteX19" fmla="*/ 552450 w 552450"/>
              <a:gd name="connsiteY19" fmla="*/ 0 h 504825"/>
              <a:gd name="connsiteX20" fmla="*/ 323850 w 552450"/>
              <a:gd name="connsiteY20" fmla="*/ 0 h 504825"/>
              <a:gd name="connsiteX21" fmla="*/ 323850 w 552450"/>
              <a:gd name="connsiteY21" fmla="*/ 152400 h 504825"/>
              <a:gd name="connsiteX22" fmla="*/ 419100 w 552450"/>
              <a:gd name="connsiteY22" fmla="*/ 152400 h 504825"/>
              <a:gd name="connsiteX23" fmla="*/ 419100 w 552450"/>
              <a:gd name="connsiteY23" fmla="*/ 180975 h 504825"/>
              <a:gd name="connsiteX24" fmla="*/ 381000 w 552450"/>
              <a:gd name="connsiteY24" fmla="*/ 180975 h 504825"/>
              <a:gd name="connsiteX25" fmla="*/ 381000 w 552450"/>
              <a:gd name="connsiteY25" fmla="*/ 219075 h 504825"/>
              <a:gd name="connsiteX26" fmla="*/ 495300 w 552450"/>
              <a:gd name="connsiteY26" fmla="*/ 219075 h 504825"/>
              <a:gd name="connsiteX27" fmla="*/ 495300 w 552450"/>
              <a:gd name="connsiteY27" fmla="*/ 180975 h 504825"/>
              <a:gd name="connsiteX28" fmla="*/ 457200 w 552450"/>
              <a:gd name="connsiteY28" fmla="*/ 180975 h 504825"/>
              <a:gd name="connsiteX29" fmla="*/ 457200 w 552450"/>
              <a:gd name="connsiteY29" fmla="*/ 152400 h 504825"/>
              <a:gd name="connsiteX30" fmla="*/ 552450 w 552450"/>
              <a:gd name="connsiteY30" fmla="*/ 152400 h 504825"/>
              <a:gd name="connsiteX31" fmla="*/ 361950 w 552450"/>
              <a:gd name="connsiteY31" fmla="*/ 38100 h 504825"/>
              <a:gd name="connsiteX32" fmla="*/ 514350 w 552450"/>
              <a:gd name="connsiteY32" fmla="*/ 38100 h 504825"/>
              <a:gd name="connsiteX33" fmla="*/ 514350 w 552450"/>
              <a:gd name="connsiteY33" fmla="*/ 114300 h 504825"/>
              <a:gd name="connsiteX34" fmla="*/ 361950 w 552450"/>
              <a:gd name="connsiteY34" fmla="*/ 114300 h 504825"/>
              <a:gd name="connsiteX35" fmla="*/ 361950 w 552450"/>
              <a:gd name="connsiteY35" fmla="*/ 38100 h 504825"/>
              <a:gd name="connsiteX36" fmla="*/ 133350 w 552450"/>
              <a:gd name="connsiteY36" fmla="*/ 95250 h 504825"/>
              <a:gd name="connsiteX37" fmla="*/ 95250 w 552450"/>
              <a:gd name="connsiteY37" fmla="*/ 95250 h 504825"/>
              <a:gd name="connsiteX38" fmla="*/ 95250 w 552450"/>
              <a:gd name="connsiteY38" fmla="*/ 57150 h 504825"/>
              <a:gd name="connsiteX39" fmla="*/ 133350 w 552450"/>
              <a:gd name="connsiteY39" fmla="*/ 57150 h 504825"/>
              <a:gd name="connsiteX40" fmla="*/ 133350 w 552450"/>
              <a:gd name="connsiteY40" fmla="*/ 95250 h 504825"/>
              <a:gd name="connsiteX41" fmla="*/ 133350 w 552450"/>
              <a:gd name="connsiteY41" fmla="*/ 171450 h 504825"/>
              <a:gd name="connsiteX42" fmla="*/ 95250 w 552450"/>
              <a:gd name="connsiteY42" fmla="*/ 171450 h 504825"/>
              <a:gd name="connsiteX43" fmla="*/ 95250 w 552450"/>
              <a:gd name="connsiteY43" fmla="*/ 133350 h 504825"/>
              <a:gd name="connsiteX44" fmla="*/ 133350 w 552450"/>
              <a:gd name="connsiteY44" fmla="*/ 133350 h 504825"/>
              <a:gd name="connsiteX45" fmla="*/ 133350 w 552450"/>
              <a:gd name="connsiteY45" fmla="*/ 171450 h 504825"/>
              <a:gd name="connsiteX46" fmla="*/ 133350 w 552450"/>
              <a:gd name="connsiteY46" fmla="*/ 247650 h 504825"/>
              <a:gd name="connsiteX47" fmla="*/ 95250 w 552450"/>
              <a:gd name="connsiteY47" fmla="*/ 247650 h 504825"/>
              <a:gd name="connsiteX48" fmla="*/ 95250 w 552450"/>
              <a:gd name="connsiteY48" fmla="*/ 209550 h 504825"/>
              <a:gd name="connsiteX49" fmla="*/ 133350 w 552450"/>
              <a:gd name="connsiteY49" fmla="*/ 209550 h 504825"/>
              <a:gd name="connsiteX50" fmla="*/ 133350 w 552450"/>
              <a:gd name="connsiteY50" fmla="*/ 247650 h 504825"/>
              <a:gd name="connsiteX51" fmla="*/ 209550 w 552450"/>
              <a:gd name="connsiteY51" fmla="*/ 95250 h 504825"/>
              <a:gd name="connsiteX52" fmla="*/ 171450 w 552450"/>
              <a:gd name="connsiteY52" fmla="*/ 95250 h 504825"/>
              <a:gd name="connsiteX53" fmla="*/ 171450 w 552450"/>
              <a:gd name="connsiteY53" fmla="*/ 57150 h 504825"/>
              <a:gd name="connsiteX54" fmla="*/ 209550 w 552450"/>
              <a:gd name="connsiteY54" fmla="*/ 57150 h 504825"/>
              <a:gd name="connsiteX55" fmla="*/ 209550 w 552450"/>
              <a:gd name="connsiteY55" fmla="*/ 95250 h 504825"/>
              <a:gd name="connsiteX56" fmla="*/ 285750 w 552450"/>
              <a:gd name="connsiteY56" fmla="*/ 95250 h 504825"/>
              <a:gd name="connsiteX57" fmla="*/ 247650 w 552450"/>
              <a:gd name="connsiteY57" fmla="*/ 95250 h 504825"/>
              <a:gd name="connsiteX58" fmla="*/ 247650 w 552450"/>
              <a:gd name="connsiteY58" fmla="*/ 57150 h 504825"/>
              <a:gd name="connsiteX59" fmla="*/ 285750 w 552450"/>
              <a:gd name="connsiteY59" fmla="*/ 57150 h 504825"/>
              <a:gd name="connsiteX60" fmla="*/ 285750 w 552450"/>
              <a:gd name="connsiteY60" fmla="*/ 95250 h 504825"/>
              <a:gd name="connsiteX61" fmla="*/ 419100 w 552450"/>
              <a:gd name="connsiteY61" fmla="*/ 333375 h 504825"/>
              <a:gd name="connsiteX62" fmla="*/ 457200 w 552450"/>
              <a:gd name="connsiteY62" fmla="*/ 333375 h 504825"/>
              <a:gd name="connsiteX63" fmla="*/ 457200 w 552450"/>
              <a:gd name="connsiteY63" fmla="*/ 371475 h 504825"/>
              <a:gd name="connsiteX64" fmla="*/ 419100 w 552450"/>
              <a:gd name="connsiteY64" fmla="*/ 371475 h 504825"/>
              <a:gd name="connsiteX65" fmla="*/ 419100 w 552450"/>
              <a:gd name="connsiteY65" fmla="*/ 333375 h 504825"/>
              <a:gd name="connsiteX66" fmla="*/ 419100 w 552450"/>
              <a:gd name="connsiteY66" fmla="*/ 257175 h 504825"/>
              <a:gd name="connsiteX67" fmla="*/ 457200 w 552450"/>
              <a:gd name="connsiteY67" fmla="*/ 257175 h 504825"/>
              <a:gd name="connsiteX68" fmla="*/ 457200 w 552450"/>
              <a:gd name="connsiteY68" fmla="*/ 295275 h 504825"/>
              <a:gd name="connsiteX69" fmla="*/ 419100 w 552450"/>
              <a:gd name="connsiteY69" fmla="*/ 295275 h 504825"/>
              <a:gd name="connsiteX70" fmla="*/ 419100 w 552450"/>
              <a:gd name="connsiteY70" fmla="*/ 257175 h 504825"/>
              <a:gd name="connsiteX71" fmla="*/ 342900 w 552450"/>
              <a:gd name="connsiteY71" fmla="*/ 333375 h 504825"/>
              <a:gd name="connsiteX72" fmla="*/ 381000 w 552450"/>
              <a:gd name="connsiteY72" fmla="*/ 333375 h 504825"/>
              <a:gd name="connsiteX73" fmla="*/ 381000 w 552450"/>
              <a:gd name="connsiteY73" fmla="*/ 371475 h 504825"/>
              <a:gd name="connsiteX74" fmla="*/ 342900 w 552450"/>
              <a:gd name="connsiteY74" fmla="*/ 371475 h 504825"/>
              <a:gd name="connsiteX75" fmla="*/ 342900 w 552450"/>
              <a:gd name="connsiteY75" fmla="*/ 333375 h 504825"/>
              <a:gd name="connsiteX76" fmla="*/ 266700 w 552450"/>
              <a:gd name="connsiteY76" fmla="*/ 333375 h 504825"/>
              <a:gd name="connsiteX77" fmla="*/ 304800 w 552450"/>
              <a:gd name="connsiteY77" fmla="*/ 333375 h 504825"/>
              <a:gd name="connsiteX78" fmla="*/ 304800 w 552450"/>
              <a:gd name="connsiteY78" fmla="*/ 371475 h 504825"/>
              <a:gd name="connsiteX79" fmla="*/ 266700 w 552450"/>
              <a:gd name="connsiteY79" fmla="*/ 371475 h 504825"/>
              <a:gd name="connsiteX80" fmla="*/ 266700 w 552450"/>
              <a:gd name="connsiteY80" fmla="*/ 333375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52450" h="504825">
                <a:moveTo>
                  <a:pt x="0" y="438150"/>
                </a:moveTo>
                <a:lnTo>
                  <a:pt x="95250" y="438150"/>
                </a:lnTo>
                <a:lnTo>
                  <a:pt x="95250" y="466725"/>
                </a:lnTo>
                <a:lnTo>
                  <a:pt x="57150" y="466725"/>
                </a:lnTo>
                <a:lnTo>
                  <a:pt x="57150" y="504825"/>
                </a:lnTo>
                <a:lnTo>
                  <a:pt x="171450" y="504825"/>
                </a:lnTo>
                <a:lnTo>
                  <a:pt x="171450" y="466725"/>
                </a:lnTo>
                <a:lnTo>
                  <a:pt x="133350" y="466725"/>
                </a:lnTo>
                <a:lnTo>
                  <a:pt x="133350" y="438150"/>
                </a:lnTo>
                <a:lnTo>
                  <a:pt x="228600" y="438150"/>
                </a:lnTo>
                <a:lnTo>
                  <a:pt x="228600" y="285750"/>
                </a:lnTo>
                <a:lnTo>
                  <a:pt x="0" y="285750"/>
                </a:lnTo>
                <a:lnTo>
                  <a:pt x="0" y="438150"/>
                </a:lnTo>
                <a:close/>
                <a:moveTo>
                  <a:pt x="38100" y="323850"/>
                </a:moveTo>
                <a:lnTo>
                  <a:pt x="190500" y="323850"/>
                </a:lnTo>
                <a:lnTo>
                  <a:pt x="190500" y="400050"/>
                </a:lnTo>
                <a:lnTo>
                  <a:pt x="38100" y="400050"/>
                </a:lnTo>
                <a:lnTo>
                  <a:pt x="38100" y="323850"/>
                </a:lnTo>
                <a:close/>
                <a:moveTo>
                  <a:pt x="552450" y="152400"/>
                </a:moveTo>
                <a:lnTo>
                  <a:pt x="552450" y="0"/>
                </a:lnTo>
                <a:lnTo>
                  <a:pt x="323850" y="0"/>
                </a:lnTo>
                <a:lnTo>
                  <a:pt x="323850" y="152400"/>
                </a:lnTo>
                <a:lnTo>
                  <a:pt x="419100" y="152400"/>
                </a:lnTo>
                <a:lnTo>
                  <a:pt x="419100" y="180975"/>
                </a:lnTo>
                <a:lnTo>
                  <a:pt x="381000" y="180975"/>
                </a:lnTo>
                <a:lnTo>
                  <a:pt x="381000" y="219075"/>
                </a:lnTo>
                <a:lnTo>
                  <a:pt x="495300" y="219075"/>
                </a:lnTo>
                <a:lnTo>
                  <a:pt x="495300" y="180975"/>
                </a:lnTo>
                <a:lnTo>
                  <a:pt x="457200" y="180975"/>
                </a:lnTo>
                <a:lnTo>
                  <a:pt x="457200" y="152400"/>
                </a:lnTo>
                <a:lnTo>
                  <a:pt x="552450" y="152400"/>
                </a:lnTo>
                <a:close/>
                <a:moveTo>
                  <a:pt x="361950" y="38100"/>
                </a:moveTo>
                <a:lnTo>
                  <a:pt x="514350" y="38100"/>
                </a:lnTo>
                <a:lnTo>
                  <a:pt x="514350" y="114300"/>
                </a:lnTo>
                <a:lnTo>
                  <a:pt x="361950" y="114300"/>
                </a:lnTo>
                <a:lnTo>
                  <a:pt x="361950" y="38100"/>
                </a:lnTo>
                <a:close/>
                <a:moveTo>
                  <a:pt x="133350" y="95250"/>
                </a:moveTo>
                <a:lnTo>
                  <a:pt x="95250" y="95250"/>
                </a:lnTo>
                <a:lnTo>
                  <a:pt x="95250" y="57150"/>
                </a:lnTo>
                <a:lnTo>
                  <a:pt x="133350" y="57150"/>
                </a:lnTo>
                <a:lnTo>
                  <a:pt x="133350" y="95250"/>
                </a:lnTo>
                <a:close/>
                <a:moveTo>
                  <a:pt x="133350" y="171450"/>
                </a:moveTo>
                <a:lnTo>
                  <a:pt x="95250" y="171450"/>
                </a:lnTo>
                <a:lnTo>
                  <a:pt x="95250" y="133350"/>
                </a:lnTo>
                <a:lnTo>
                  <a:pt x="133350" y="133350"/>
                </a:lnTo>
                <a:lnTo>
                  <a:pt x="133350" y="171450"/>
                </a:lnTo>
                <a:close/>
                <a:moveTo>
                  <a:pt x="133350" y="247650"/>
                </a:moveTo>
                <a:lnTo>
                  <a:pt x="95250" y="247650"/>
                </a:lnTo>
                <a:lnTo>
                  <a:pt x="95250" y="209550"/>
                </a:lnTo>
                <a:lnTo>
                  <a:pt x="133350" y="209550"/>
                </a:lnTo>
                <a:lnTo>
                  <a:pt x="133350" y="247650"/>
                </a:lnTo>
                <a:close/>
                <a:moveTo>
                  <a:pt x="209550" y="95250"/>
                </a:moveTo>
                <a:lnTo>
                  <a:pt x="171450" y="95250"/>
                </a:lnTo>
                <a:lnTo>
                  <a:pt x="171450" y="57150"/>
                </a:lnTo>
                <a:lnTo>
                  <a:pt x="209550" y="57150"/>
                </a:lnTo>
                <a:lnTo>
                  <a:pt x="209550" y="95250"/>
                </a:lnTo>
                <a:close/>
                <a:moveTo>
                  <a:pt x="285750" y="95250"/>
                </a:moveTo>
                <a:lnTo>
                  <a:pt x="247650" y="95250"/>
                </a:lnTo>
                <a:lnTo>
                  <a:pt x="247650" y="57150"/>
                </a:lnTo>
                <a:lnTo>
                  <a:pt x="285750" y="57150"/>
                </a:lnTo>
                <a:lnTo>
                  <a:pt x="285750" y="95250"/>
                </a:lnTo>
                <a:close/>
                <a:moveTo>
                  <a:pt x="419100" y="333375"/>
                </a:moveTo>
                <a:lnTo>
                  <a:pt x="457200" y="333375"/>
                </a:lnTo>
                <a:lnTo>
                  <a:pt x="457200" y="371475"/>
                </a:lnTo>
                <a:lnTo>
                  <a:pt x="419100" y="371475"/>
                </a:lnTo>
                <a:lnTo>
                  <a:pt x="419100" y="333375"/>
                </a:lnTo>
                <a:close/>
                <a:moveTo>
                  <a:pt x="419100" y="257175"/>
                </a:moveTo>
                <a:lnTo>
                  <a:pt x="457200" y="257175"/>
                </a:lnTo>
                <a:lnTo>
                  <a:pt x="457200" y="295275"/>
                </a:lnTo>
                <a:lnTo>
                  <a:pt x="419100" y="295275"/>
                </a:lnTo>
                <a:lnTo>
                  <a:pt x="419100" y="257175"/>
                </a:lnTo>
                <a:close/>
                <a:moveTo>
                  <a:pt x="342900" y="333375"/>
                </a:moveTo>
                <a:lnTo>
                  <a:pt x="381000" y="333375"/>
                </a:lnTo>
                <a:lnTo>
                  <a:pt x="381000" y="371475"/>
                </a:lnTo>
                <a:lnTo>
                  <a:pt x="342900" y="371475"/>
                </a:lnTo>
                <a:lnTo>
                  <a:pt x="342900" y="333375"/>
                </a:lnTo>
                <a:close/>
                <a:moveTo>
                  <a:pt x="266700" y="333375"/>
                </a:moveTo>
                <a:lnTo>
                  <a:pt x="304800" y="333375"/>
                </a:lnTo>
                <a:lnTo>
                  <a:pt x="304800" y="371475"/>
                </a:lnTo>
                <a:lnTo>
                  <a:pt x="266700" y="371475"/>
                </a:lnTo>
                <a:lnTo>
                  <a:pt x="266700" y="333375"/>
                </a:lnTo>
                <a:close/>
              </a:path>
            </a:pathLst>
          </a:custGeom>
          <a:solidFill>
            <a:schemeClr val="tx2"/>
          </a:solidFill>
          <a:ln w="9525" cap="flat">
            <a:noFill/>
            <a:prstDash val="solid"/>
            <a:miter/>
          </a:ln>
        </p:spPr>
        <p:txBody>
          <a:bodyPr rtlCol="0" anchor="ctr"/>
          <a:lstStyle/>
          <a:p>
            <a:endParaRPr lang="en-US"/>
          </a:p>
        </p:txBody>
      </p:sp>
      <p:sp>
        <p:nvSpPr>
          <p:cNvPr id="270" name="TextBox 38">
            <a:extLst>
              <a:ext uri="{FF2B5EF4-FFF2-40B4-BE49-F238E27FC236}">
                <a16:creationId xmlns:a16="http://schemas.microsoft.com/office/drawing/2014/main" id="{7AD6AB26-A31D-344B-95EA-88365003584A}"/>
              </a:ext>
            </a:extLst>
          </p:cNvPr>
          <p:cNvSpPr txBox="1"/>
          <p:nvPr/>
        </p:nvSpPr>
        <p:spPr>
          <a:xfrm>
            <a:off x="5378241" y="3774532"/>
            <a:ext cx="517770" cy="338554"/>
          </a:xfrm>
          <a:prstGeom prst="rect">
            <a:avLst/>
          </a:prstGeom>
          <a:noFill/>
        </p:spPr>
        <p:txBody>
          <a:bodyPr wrap="none" lIns="0" rIns="0" rtlCol="0" anchor="ctr" anchorCtr="0">
            <a:noAutofit/>
          </a:bodyPr>
          <a:lstStyle/>
          <a:p>
            <a:pPr algn="ctr"/>
            <a:r>
              <a:rPr lang="en-US" sz="800" dirty="0"/>
              <a:t>Computers</a:t>
            </a:r>
          </a:p>
          <a:p>
            <a:pPr algn="ctr"/>
            <a:r>
              <a:rPr lang="en-US" sz="800" dirty="0"/>
              <a:t>network</a:t>
            </a:r>
          </a:p>
        </p:txBody>
      </p:sp>
      <p:sp>
        <p:nvSpPr>
          <p:cNvPr id="282" name="Freeform: Shape 201">
            <a:extLst>
              <a:ext uri="{FF2B5EF4-FFF2-40B4-BE49-F238E27FC236}">
                <a16:creationId xmlns:a16="http://schemas.microsoft.com/office/drawing/2014/main" id="{3994830A-7EF7-3546-B98E-811310746AEF}"/>
              </a:ext>
            </a:extLst>
          </p:cNvPr>
          <p:cNvSpPr>
            <a:spLocks noChangeAspect="1"/>
          </p:cNvSpPr>
          <p:nvPr/>
        </p:nvSpPr>
        <p:spPr>
          <a:xfrm>
            <a:off x="5460914" y="4188976"/>
            <a:ext cx="352425" cy="533400"/>
          </a:xfrm>
          <a:custGeom>
            <a:avLst/>
            <a:gdLst>
              <a:gd name="connsiteX0" fmla="*/ 350044 w 352425"/>
              <a:gd name="connsiteY0" fmla="*/ 178594 h 533400"/>
              <a:gd name="connsiteX1" fmla="*/ 350044 w 352425"/>
              <a:gd name="connsiteY1" fmla="*/ 235744 h 533400"/>
              <a:gd name="connsiteX2" fmla="*/ 235744 w 352425"/>
              <a:gd name="connsiteY2" fmla="*/ 321469 h 533400"/>
              <a:gd name="connsiteX3" fmla="*/ 235744 w 352425"/>
              <a:gd name="connsiteY3" fmla="*/ 388144 h 533400"/>
              <a:gd name="connsiteX4" fmla="*/ 197644 w 352425"/>
              <a:gd name="connsiteY4" fmla="*/ 388144 h 533400"/>
              <a:gd name="connsiteX5" fmla="*/ 197644 w 352425"/>
              <a:gd name="connsiteY5" fmla="*/ 302419 h 533400"/>
              <a:gd name="connsiteX6" fmla="*/ 311944 w 352425"/>
              <a:gd name="connsiteY6" fmla="*/ 216694 h 533400"/>
              <a:gd name="connsiteX7" fmla="*/ 45244 w 352425"/>
              <a:gd name="connsiteY7" fmla="*/ 216694 h 533400"/>
              <a:gd name="connsiteX8" fmla="*/ 159544 w 352425"/>
              <a:gd name="connsiteY8" fmla="*/ 302419 h 533400"/>
              <a:gd name="connsiteX9" fmla="*/ 159544 w 352425"/>
              <a:gd name="connsiteY9" fmla="*/ 388144 h 533400"/>
              <a:gd name="connsiteX10" fmla="*/ 121444 w 352425"/>
              <a:gd name="connsiteY10" fmla="*/ 388144 h 533400"/>
              <a:gd name="connsiteX11" fmla="*/ 121444 w 352425"/>
              <a:gd name="connsiteY11" fmla="*/ 321469 h 533400"/>
              <a:gd name="connsiteX12" fmla="*/ 7144 w 352425"/>
              <a:gd name="connsiteY12" fmla="*/ 235744 h 533400"/>
              <a:gd name="connsiteX13" fmla="*/ 7144 w 352425"/>
              <a:gd name="connsiteY13" fmla="*/ 178594 h 533400"/>
              <a:gd name="connsiteX14" fmla="*/ 45244 w 352425"/>
              <a:gd name="connsiteY14" fmla="*/ 178594 h 533400"/>
              <a:gd name="connsiteX15" fmla="*/ 45244 w 352425"/>
              <a:gd name="connsiteY15" fmla="*/ 150019 h 533400"/>
              <a:gd name="connsiteX16" fmla="*/ 45244 w 352425"/>
              <a:gd name="connsiteY16" fmla="*/ 111919 h 533400"/>
              <a:gd name="connsiteX17" fmla="*/ 83344 w 352425"/>
              <a:gd name="connsiteY17" fmla="*/ 111919 h 533400"/>
              <a:gd name="connsiteX18" fmla="*/ 83344 w 352425"/>
              <a:gd name="connsiteY18" fmla="*/ 150019 h 533400"/>
              <a:gd name="connsiteX19" fmla="*/ 83344 w 352425"/>
              <a:gd name="connsiteY19" fmla="*/ 178594 h 533400"/>
              <a:gd name="connsiteX20" fmla="*/ 197644 w 352425"/>
              <a:gd name="connsiteY20" fmla="*/ 178594 h 533400"/>
              <a:gd name="connsiteX21" fmla="*/ 197644 w 352425"/>
              <a:gd name="connsiteY21" fmla="*/ 159544 h 533400"/>
              <a:gd name="connsiteX22" fmla="*/ 235744 w 352425"/>
              <a:gd name="connsiteY22" fmla="*/ 159544 h 533400"/>
              <a:gd name="connsiteX23" fmla="*/ 235744 w 352425"/>
              <a:gd name="connsiteY23" fmla="*/ 178594 h 533400"/>
              <a:gd name="connsiteX24" fmla="*/ 273844 w 352425"/>
              <a:gd name="connsiteY24" fmla="*/ 178594 h 533400"/>
              <a:gd name="connsiteX25" fmla="*/ 273844 w 352425"/>
              <a:gd name="connsiteY25" fmla="*/ 140494 h 533400"/>
              <a:gd name="connsiteX26" fmla="*/ 311944 w 352425"/>
              <a:gd name="connsiteY26" fmla="*/ 140494 h 533400"/>
              <a:gd name="connsiteX27" fmla="*/ 311944 w 352425"/>
              <a:gd name="connsiteY27" fmla="*/ 178594 h 533400"/>
              <a:gd name="connsiteX28" fmla="*/ 350044 w 352425"/>
              <a:gd name="connsiteY28" fmla="*/ 178594 h 533400"/>
              <a:gd name="connsiteX29" fmla="*/ 227076 w 352425"/>
              <a:gd name="connsiteY29" fmla="*/ 438055 h 533400"/>
              <a:gd name="connsiteX30" fmla="*/ 197644 w 352425"/>
              <a:gd name="connsiteY30" fmla="*/ 447580 h 533400"/>
              <a:gd name="connsiteX31" fmla="*/ 197644 w 352425"/>
              <a:gd name="connsiteY31" fmla="*/ 416624 h 533400"/>
              <a:gd name="connsiteX32" fmla="*/ 159544 w 352425"/>
              <a:gd name="connsiteY32" fmla="*/ 416624 h 533400"/>
              <a:gd name="connsiteX33" fmla="*/ 159544 w 352425"/>
              <a:gd name="connsiteY33" fmla="*/ 447580 h 533400"/>
              <a:gd name="connsiteX34" fmla="*/ 130112 w 352425"/>
              <a:gd name="connsiteY34" fmla="*/ 438055 h 533400"/>
              <a:gd name="connsiteX35" fmla="*/ 118301 w 352425"/>
              <a:gd name="connsiteY35" fmla="*/ 474250 h 533400"/>
              <a:gd name="connsiteX36" fmla="*/ 147733 w 352425"/>
              <a:gd name="connsiteY36" fmla="*/ 483775 h 533400"/>
              <a:gd name="connsiteX37" fmla="*/ 129540 w 352425"/>
              <a:gd name="connsiteY37" fmla="*/ 508826 h 533400"/>
              <a:gd name="connsiteX38" fmla="*/ 160401 w 352425"/>
              <a:gd name="connsiteY38" fmla="*/ 531209 h 533400"/>
              <a:gd name="connsiteX39" fmla="*/ 178594 w 352425"/>
              <a:gd name="connsiteY39" fmla="*/ 506159 h 533400"/>
              <a:gd name="connsiteX40" fmla="*/ 196787 w 352425"/>
              <a:gd name="connsiteY40" fmla="*/ 531209 h 533400"/>
              <a:gd name="connsiteX41" fmla="*/ 227647 w 352425"/>
              <a:gd name="connsiteY41" fmla="*/ 508826 h 533400"/>
              <a:gd name="connsiteX42" fmla="*/ 209455 w 352425"/>
              <a:gd name="connsiteY42" fmla="*/ 483775 h 533400"/>
              <a:gd name="connsiteX43" fmla="*/ 238887 w 352425"/>
              <a:gd name="connsiteY43" fmla="*/ 474250 h 533400"/>
              <a:gd name="connsiteX44" fmla="*/ 227076 w 352425"/>
              <a:gd name="connsiteY44" fmla="*/ 438055 h 533400"/>
              <a:gd name="connsiteX45" fmla="*/ 83344 w 352425"/>
              <a:gd name="connsiteY45" fmla="*/ 35719 h 533400"/>
              <a:gd name="connsiteX46" fmla="*/ 45244 w 352425"/>
              <a:gd name="connsiteY46" fmla="*/ 35719 h 533400"/>
              <a:gd name="connsiteX47" fmla="*/ 45244 w 352425"/>
              <a:gd name="connsiteY47" fmla="*/ 73819 h 533400"/>
              <a:gd name="connsiteX48" fmla="*/ 83344 w 352425"/>
              <a:gd name="connsiteY48" fmla="*/ 73819 h 533400"/>
              <a:gd name="connsiteX49" fmla="*/ 83344 w 352425"/>
              <a:gd name="connsiteY49" fmla="*/ 35719 h 533400"/>
              <a:gd name="connsiteX50" fmla="*/ 159544 w 352425"/>
              <a:gd name="connsiteY50" fmla="*/ 83344 h 533400"/>
              <a:gd name="connsiteX51" fmla="*/ 121444 w 352425"/>
              <a:gd name="connsiteY51" fmla="*/ 83344 h 533400"/>
              <a:gd name="connsiteX52" fmla="*/ 121444 w 352425"/>
              <a:gd name="connsiteY52" fmla="*/ 140494 h 533400"/>
              <a:gd name="connsiteX53" fmla="*/ 159544 w 352425"/>
              <a:gd name="connsiteY53" fmla="*/ 140494 h 533400"/>
              <a:gd name="connsiteX54" fmla="*/ 159544 w 352425"/>
              <a:gd name="connsiteY54" fmla="*/ 83344 h 533400"/>
              <a:gd name="connsiteX55" fmla="*/ 235744 w 352425"/>
              <a:gd name="connsiteY55" fmla="*/ 83344 h 533400"/>
              <a:gd name="connsiteX56" fmla="*/ 197644 w 352425"/>
              <a:gd name="connsiteY56" fmla="*/ 83344 h 533400"/>
              <a:gd name="connsiteX57" fmla="*/ 197644 w 352425"/>
              <a:gd name="connsiteY57" fmla="*/ 121444 h 533400"/>
              <a:gd name="connsiteX58" fmla="*/ 235744 w 352425"/>
              <a:gd name="connsiteY58" fmla="*/ 121444 h 533400"/>
              <a:gd name="connsiteX59" fmla="*/ 235744 w 352425"/>
              <a:gd name="connsiteY59" fmla="*/ 83344 h 533400"/>
              <a:gd name="connsiteX60" fmla="*/ 159544 w 352425"/>
              <a:gd name="connsiteY60" fmla="*/ 7144 h 533400"/>
              <a:gd name="connsiteX61" fmla="*/ 121444 w 352425"/>
              <a:gd name="connsiteY61" fmla="*/ 7144 h 533400"/>
              <a:gd name="connsiteX62" fmla="*/ 121444 w 352425"/>
              <a:gd name="connsiteY62" fmla="*/ 45244 h 533400"/>
              <a:gd name="connsiteX63" fmla="*/ 159544 w 352425"/>
              <a:gd name="connsiteY63" fmla="*/ 45244 h 533400"/>
              <a:gd name="connsiteX64" fmla="*/ 159544 w 352425"/>
              <a:gd name="connsiteY64" fmla="*/ 7144 h 533400"/>
              <a:gd name="connsiteX65" fmla="*/ 235744 w 352425"/>
              <a:gd name="connsiteY65" fmla="*/ 7144 h 533400"/>
              <a:gd name="connsiteX66" fmla="*/ 197644 w 352425"/>
              <a:gd name="connsiteY66" fmla="*/ 7144 h 533400"/>
              <a:gd name="connsiteX67" fmla="*/ 197644 w 352425"/>
              <a:gd name="connsiteY67" fmla="*/ 45244 h 533400"/>
              <a:gd name="connsiteX68" fmla="*/ 235744 w 352425"/>
              <a:gd name="connsiteY68" fmla="*/ 45244 h 533400"/>
              <a:gd name="connsiteX69" fmla="*/ 235744 w 352425"/>
              <a:gd name="connsiteY69" fmla="*/ 7144 h 533400"/>
              <a:gd name="connsiteX70" fmla="*/ 311944 w 352425"/>
              <a:gd name="connsiteY70" fmla="*/ 64294 h 533400"/>
              <a:gd name="connsiteX71" fmla="*/ 311944 w 352425"/>
              <a:gd name="connsiteY71" fmla="*/ 26194 h 533400"/>
              <a:gd name="connsiteX72" fmla="*/ 273844 w 352425"/>
              <a:gd name="connsiteY72" fmla="*/ 26194 h 533400"/>
              <a:gd name="connsiteX73" fmla="*/ 273844 w 352425"/>
              <a:gd name="connsiteY73" fmla="*/ 64294 h 533400"/>
              <a:gd name="connsiteX74" fmla="*/ 273844 w 352425"/>
              <a:gd name="connsiteY74" fmla="*/ 102394 h 533400"/>
              <a:gd name="connsiteX75" fmla="*/ 311944 w 352425"/>
              <a:gd name="connsiteY75" fmla="*/ 102394 h 533400"/>
              <a:gd name="connsiteX76" fmla="*/ 311944 w 352425"/>
              <a:gd name="connsiteY76" fmla="*/ 64294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52425" h="533400">
                <a:moveTo>
                  <a:pt x="350044" y="178594"/>
                </a:moveTo>
                <a:lnTo>
                  <a:pt x="350044" y="235744"/>
                </a:lnTo>
                <a:lnTo>
                  <a:pt x="235744" y="321469"/>
                </a:lnTo>
                <a:lnTo>
                  <a:pt x="235744" y="388144"/>
                </a:lnTo>
                <a:lnTo>
                  <a:pt x="197644" y="388144"/>
                </a:lnTo>
                <a:lnTo>
                  <a:pt x="197644" y="302419"/>
                </a:lnTo>
                <a:lnTo>
                  <a:pt x="311944" y="216694"/>
                </a:lnTo>
                <a:lnTo>
                  <a:pt x="45244" y="216694"/>
                </a:lnTo>
                <a:lnTo>
                  <a:pt x="159544" y="302419"/>
                </a:lnTo>
                <a:lnTo>
                  <a:pt x="159544" y="388144"/>
                </a:lnTo>
                <a:lnTo>
                  <a:pt x="121444" y="388144"/>
                </a:lnTo>
                <a:lnTo>
                  <a:pt x="121444" y="321469"/>
                </a:lnTo>
                <a:lnTo>
                  <a:pt x="7144" y="235744"/>
                </a:lnTo>
                <a:lnTo>
                  <a:pt x="7144" y="178594"/>
                </a:lnTo>
                <a:lnTo>
                  <a:pt x="45244" y="178594"/>
                </a:lnTo>
                <a:lnTo>
                  <a:pt x="45244" y="150019"/>
                </a:lnTo>
                <a:lnTo>
                  <a:pt x="45244" y="111919"/>
                </a:lnTo>
                <a:lnTo>
                  <a:pt x="83344" y="111919"/>
                </a:lnTo>
                <a:lnTo>
                  <a:pt x="83344" y="150019"/>
                </a:lnTo>
                <a:lnTo>
                  <a:pt x="83344" y="178594"/>
                </a:lnTo>
                <a:lnTo>
                  <a:pt x="197644" y="178594"/>
                </a:lnTo>
                <a:lnTo>
                  <a:pt x="197644" y="159544"/>
                </a:lnTo>
                <a:lnTo>
                  <a:pt x="235744" y="159544"/>
                </a:lnTo>
                <a:lnTo>
                  <a:pt x="235744" y="178594"/>
                </a:lnTo>
                <a:lnTo>
                  <a:pt x="273844" y="178594"/>
                </a:lnTo>
                <a:lnTo>
                  <a:pt x="273844" y="140494"/>
                </a:lnTo>
                <a:lnTo>
                  <a:pt x="311944" y="140494"/>
                </a:lnTo>
                <a:lnTo>
                  <a:pt x="311944" y="178594"/>
                </a:lnTo>
                <a:lnTo>
                  <a:pt x="350044" y="178594"/>
                </a:lnTo>
                <a:close/>
                <a:moveTo>
                  <a:pt x="227076" y="438055"/>
                </a:moveTo>
                <a:lnTo>
                  <a:pt x="197644" y="447580"/>
                </a:lnTo>
                <a:lnTo>
                  <a:pt x="197644" y="416624"/>
                </a:lnTo>
                <a:lnTo>
                  <a:pt x="159544" y="416624"/>
                </a:lnTo>
                <a:lnTo>
                  <a:pt x="159544" y="447580"/>
                </a:lnTo>
                <a:lnTo>
                  <a:pt x="130112" y="438055"/>
                </a:lnTo>
                <a:lnTo>
                  <a:pt x="118301" y="474250"/>
                </a:lnTo>
                <a:lnTo>
                  <a:pt x="147733" y="483775"/>
                </a:lnTo>
                <a:lnTo>
                  <a:pt x="129540" y="508826"/>
                </a:lnTo>
                <a:lnTo>
                  <a:pt x="160401" y="531209"/>
                </a:lnTo>
                <a:lnTo>
                  <a:pt x="178594" y="506159"/>
                </a:lnTo>
                <a:lnTo>
                  <a:pt x="196787" y="531209"/>
                </a:lnTo>
                <a:lnTo>
                  <a:pt x="227647" y="508826"/>
                </a:lnTo>
                <a:lnTo>
                  <a:pt x="209455" y="483775"/>
                </a:lnTo>
                <a:lnTo>
                  <a:pt x="238887" y="474250"/>
                </a:lnTo>
                <a:lnTo>
                  <a:pt x="227076" y="438055"/>
                </a:lnTo>
                <a:close/>
                <a:moveTo>
                  <a:pt x="83344" y="35719"/>
                </a:moveTo>
                <a:lnTo>
                  <a:pt x="45244" y="35719"/>
                </a:lnTo>
                <a:lnTo>
                  <a:pt x="45244" y="73819"/>
                </a:lnTo>
                <a:lnTo>
                  <a:pt x="83344" y="73819"/>
                </a:lnTo>
                <a:lnTo>
                  <a:pt x="83344" y="35719"/>
                </a:lnTo>
                <a:close/>
                <a:moveTo>
                  <a:pt x="159544" y="83344"/>
                </a:moveTo>
                <a:lnTo>
                  <a:pt x="121444" y="83344"/>
                </a:lnTo>
                <a:lnTo>
                  <a:pt x="121444" y="140494"/>
                </a:lnTo>
                <a:lnTo>
                  <a:pt x="159544" y="140494"/>
                </a:lnTo>
                <a:lnTo>
                  <a:pt x="159544" y="83344"/>
                </a:lnTo>
                <a:close/>
                <a:moveTo>
                  <a:pt x="235744" y="83344"/>
                </a:moveTo>
                <a:lnTo>
                  <a:pt x="197644" y="83344"/>
                </a:lnTo>
                <a:lnTo>
                  <a:pt x="197644" y="121444"/>
                </a:lnTo>
                <a:lnTo>
                  <a:pt x="235744" y="121444"/>
                </a:lnTo>
                <a:lnTo>
                  <a:pt x="235744" y="83344"/>
                </a:lnTo>
                <a:close/>
                <a:moveTo>
                  <a:pt x="159544" y="7144"/>
                </a:moveTo>
                <a:lnTo>
                  <a:pt x="121444" y="7144"/>
                </a:lnTo>
                <a:lnTo>
                  <a:pt x="121444" y="45244"/>
                </a:lnTo>
                <a:lnTo>
                  <a:pt x="159544" y="45244"/>
                </a:lnTo>
                <a:lnTo>
                  <a:pt x="159544" y="7144"/>
                </a:lnTo>
                <a:close/>
                <a:moveTo>
                  <a:pt x="235744" y="7144"/>
                </a:moveTo>
                <a:lnTo>
                  <a:pt x="197644" y="7144"/>
                </a:lnTo>
                <a:lnTo>
                  <a:pt x="197644" y="45244"/>
                </a:lnTo>
                <a:lnTo>
                  <a:pt x="235744" y="45244"/>
                </a:lnTo>
                <a:lnTo>
                  <a:pt x="235744" y="7144"/>
                </a:lnTo>
                <a:close/>
                <a:moveTo>
                  <a:pt x="311944" y="64294"/>
                </a:moveTo>
                <a:lnTo>
                  <a:pt x="311944" y="26194"/>
                </a:lnTo>
                <a:lnTo>
                  <a:pt x="273844" y="26194"/>
                </a:lnTo>
                <a:lnTo>
                  <a:pt x="273844" y="64294"/>
                </a:lnTo>
                <a:lnTo>
                  <a:pt x="273844" y="102394"/>
                </a:lnTo>
                <a:lnTo>
                  <a:pt x="311944" y="102394"/>
                </a:lnTo>
                <a:lnTo>
                  <a:pt x="311944" y="64294"/>
                </a:lnTo>
                <a:close/>
              </a:path>
            </a:pathLst>
          </a:custGeom>
          <a:solidFill>
            <a:schemeClr val="tx2"/>
          </a:solidFill>
          <a:ln w="9525" cap="flat">
            <a:noFill/>
            <a:prstDash val="solid"/>
            <a:miter/>
          </a:ln>
        </p:spPr>
        <p:txBody>
          <a:bodyPr rtlCol="0" anchor="ctr"/>
          <a:lstStyle/>
          <a:p>
            <a:endParaRPr lang="en-US"/>
          </a:p>
        </p:txBody>
      </p:sp>
      <p:sp>
        <p:nvSpPr>
          <p:cNvPr id="283" name="TextBox 39">
            <a:extLst>
              <a:ext uri="{FF2B5EF4-FFF2-40B4-BE49-F238E27FC236}">
                <a16:creationId xmlns:a16="http://schemas.microsoft.com/office/drawing/2014/main" id="{DBE2B266-CE7F-0F4F-9C65-0F8CDB0A0C7C}"/>
              </a:ext>
            </a:extLst>
          </p:cNvPr>
          <p:cNvSpPr txBox="1"/>
          <p:nvPr/>
        </p:nvSpPr>
        <p:spPr>
          <a:xfrm>
            <a:off x="5388660" y="4780004"/>
            <a:ext cx="496931" cy="215444"/>
          </a:xfrm>
          <a:prstGeom prst="rect">
            <a:avLst/>
          </a:prstGeom>
          <a:noFill/>
        </p:spPr>
        <p:txBody>
          <a:bodyPr wrap="none" lIns="0" rIns="0" rtlCol="0" anchor="ctr" anchorCtr="0">
            <a:noAutofit/>
          </a:bodyPr>
          <a:lstStyle/>
          <a:p>
            <a:pPr algn="ctr"/>
            <a:r>
              <a:rPr lang="en-US" sz="800"/>
              <a:t>Funnel star</a:t>
            </a:r>
          </a:p>
        </p:txBody>
      </p:sp>
      <p:sp>
        <p:nvSpPr>
          <p:cNvPr id="6" name="Graphic 294">
            <a:extLst>
              <a:ext uri="{FF2B5EF4-FFF2-40B4-BE49-F238E27FC236}">
                <a16:creationId xmlns:a16="http://schemas.microsoft.com/office/drawing/2014/main" id="{457C937E-D1FB-1945-A595-F9B741743875}"/>
              </a:ext>
            </a:extLst>
          </p:cNvPr>
          <p:cNvSpPr>
            <a:spLocks noChangeAspect="1"/>
          </p:cNvSpPr>
          <p:nvPr/>
        </p:nvSpPr>
        <p:spPr>
          <a:xfrm>
            <a:off x="5408526" y="1366893"/>
            <a:ext cx="446036" cy="407936"/>
          </a:xfrm>
          <a:custGeom>
            <a:avLst/>
            <a:gdLst>
              <a:gd name="connsiteX0" fmla="*/ 446037 w 446036"/>
              <a:gd name="connsiteY0" fmla="*/ 203968 h 407936"/>
              <a:gd name="connsiteX1" fmla="*/ 242068 w 446036"/>
              <a:gd name="connsiteY1" fmla="*/ 407937 h 407936"/>
              <a:gd name="connsiteX2" fmla="*/ 215132 w 446036"/>
              <a:gd name="connsiteY2" fmla="*/ 381000 h 407936"/>
              <a:gd name="connsiteX3" fmla="*/ 373113 w 446036"/>
              <a:gd name="connsiteY3" fmla="*/ 223018 h 407936"/>
              <a:gd name="connsiteX4" fmla="*/ 0 w 446036"/>
              <a:gd name="connsiteY4" fmla="*/ 223018 h 407936"/>
              <a:gd name="connsiteX5" fmla="*/ 0 w 446036"/>
              <a:gd name="connsiteY5" fmla="*/ 184918 h 407936"/>
              <a:gd name="connsiteX6" fmla="*/ 373113 w 446036"/>
              <a:gd name="connsiteY6" fmla="*/ 184918 h 407936"/>
              <a:gd name="connsiteX7" fmla="*/ 215132 w 446036"/>
              <a:gd name="connsiteY7" fmla="*/ 26937 h 407936"/>
              <a:gd name="connsiteX8" fmla="*/ 242068 w 446036"/>
              <a:gd name="connsiteY8" fmla="*/ 0 h 407936"/>
              <a:gd name="connsiteX9" fmla="*/ 446037 w 446036"/>
              <a:gd name="connsiteY9" fmla="*/ 203968 h 40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6036" h="407936">
                <a:moveTo>
                  <a:pt x="446037" y="203968"/>
                </a:moveTo>
                <a:lnTo>
                  <a:pt x="242068" y="407937"/>
                </a:lnTo>
                <a:lnTo>
                  <a:pt x="215132" y="381000"/>
                </a:lnTo>
                <a:lnTo>
                  <a:pt x="373113" y="223018"/>
                </a:lnTo>
                <a:lnTo>
                  <a:pt x="0" y="223018"/>
                </a:lnTo>
                <a:lnTo>
                  <a:pt x="0" y="184918"/>
                </a:lnTo>
                <a:lnTo>
                  <a:pt x="373113" y="184918"/>
                </a:lnTo>
                <a:lnTo>
                  <a:pt x="215132" y="26937"/>
                </a:lnTo>
                <a:lnTo>
                  <a:pt x="242068" y="0"/>
                </a:lnTo>
                <a:lnTo>
                  <a:pt x="446037" y="203968"/>
                </a:lnTo>
                <a:close/>
              </a:path>
            </a:pathLst>
          </a:custGeom>
          <a:solidFill>
            <a:schemeClr val="tx2"/>
          </a:solidFill>
          <a:ln w="9525" cap="flat">
            <a:noFill/>
            <a:prstDash val="solid"/>
            <a:miter/>
          </a:ln>
        </p:spPr>
        <p:txBody>
          <a:bodyPr rtlCol="0" anchor="ctr"/>
          <a:lstStyle/>
          <a:p>
            <a:endParaRPr lang="en-US"/>
          </a:p>
        </p:txBody>
      </p:sp>
      <p:sp>
        <p:nvSpPr>
          <p:cNvPr id="302" name="TextBox 40">
            <a:extLst>
              <a:ext uri="{FF2B5EF4-FFF2-40B4-BE49-F238E27FC236}">
                <a16:creationId xmlns:a16="http://schemas.microsoft.com/office/drawing/2014/main" id="{32D19EBB-0599-964D-90B6-8EBE9E1E63D1}"/>
              </a:ext>
            </a:extLst>
          </p:cNvPr>
          <p:cNvSpPr txBox="1"/>
          <p:nvPr/>
        </p:nvSpPr>
        <p:spPr>
          <a:xfrm>
            <a:off x="5383851" y="1867665"/>
            <a:ext cx="506549" cy="215444"/>
          </a:xfrm>
          <a:prstGeom prst="rect">
            <a:avLst/>
          </a:prstGeom>
          <a:noFill/>
        </p:spPr>
        <p:txBody>
          <a:bodyPr wrap="none" lIns="0" rIns="0" rtlCol="0" anchor="ctr" anchorCtr="0">
            <a:noAutofit/>
          </a:bodyPr>
          <a:lstStyle/>
          <a:p>
            <a:pPr algn="ctr"/>
            <a:r>
              <a:rPr lang="en-US" sz="800"/>
              <a:t>Arrow right</a:t>
            </a:r>
          </a:p>
        </p:txBody>
      </p:sp>
      <p:sp>
        <p:nvSpPr>
          <p:cNvPr id="7" name="Graphic 296">
            <a:extLst>
              <a:ext uri="{FF2B5EF4-FFF2-40B4-BE49-F238E27FC236}">
                <a16:creationId xmlns:a16="http://schemas.microsoft.com/office/drawing/2014/main" id="{5CE3645F-04EE-1B4C-9532-FD34A9E9439F}"/>
              </a:ext>
            </a:extLst>
          </p:cNvPr>
          <p:cNvSpPr>
            <a:spLocks noChangeAspect="1"/>
          </p:cNvSpPr>
          <p:nvPr/>
        </p:nvSpPr>
        <p:spPr>
          <a:xfrm>
            <a:off x="4476797" y="1368590"/>
            <a:ext cx="446036" cy="407936"/>
          </a:xfrm>
          <a:custGeom>
            <a:avLst/>
            <a:gdLst>
              <a:gd name="connsiteX0" fmla="*/ 446037 w 446036"/>
              <a:gd name="connsiteY0" fmla="*/ 223018 h 407936"/>
              <a:gd name="connsiteX1" fmla="*/ 72923 w 446036"/>
              <a:gd name="connsiteY1" fmla="*/ 223018 h 407936"/>
              <a:gd name="connsiteX2" fmla="*/ 230905 w 446036"/>
              <a:gd name="connsiteY2" fmla="*/ 381000 h 407936"/>
              <a:gd name="connsiteX3" fmla="*/ 203968 w 446036"/>
              <a:gd name="connsiteY3" fmla="*/ 407937 h 407936"/>
              <a:gd name="connsiteX4" fmla="*/ 0 w 446036"/>
              <a:gd name="connsiteY4" fmla="*/ 203968 h 407936"/>
              <a:gd name="connsiteX5" fmla="*/ 203968 w 446036"/>
              <a:gd name="connsiteY5" fmla="*/ 0 h 407936"/>
              <a:gd name="connsiteX6" fmla="*/ 230905 w 446036"/>
              <a:gd name="connsiteY6" fmla="*/ 26937 h 407936"/>
              <a:gd name="connsiteX7" fmla="*/ 72923 w 446036"/>
              <a:gd name="connsiteY7" fmla="*/ 184918 h 407936"/>
              <a:gd name="connsiteX8" fmla="*/ 446037 w 446036"/>
              <a:gd name="connsiteY8" fmla="*/ 184918 h 407936"/>
              <a:gd name="connsiteX9" fmla="*/ 446037 w 446036"/>
              <a:gd name="connsiteY9" fmla="*/ 223018 h 40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6036" h="407936">
                <a:moveTo>
                  <a:pt x="446037" y="223018"/>
                </a:moveTo>
                <a:lnTo>
                  <a:pt x="72923" y="223018"/>
                </a:lnTo>
                <a:lnTo>
                  <a:pt x="230905" y="381000"/>
                </a:lnTo>
                <a:lnTo>
                  <a:pt x="203968" y="407937"/>
                </a:lnTo>
                <a:lnTo>
                  <a:pt x="0" y="203968"/>
                </a:lnTo>
                <a:lnTo>
                  <a:pt x="203968" y="0"/>
                </a:lnTo>
                <a:lnTo>
                  <a:pt x="230905" y="26937"/>
                </a:lnTo>
                <a:lnTo>
                  <a:pt x="72923" y="184918"/>
                </a:lnTo>
                <a:lnTo>
                  <a:pt x="446037" y="184918"/>
                </a:lnTo>
                <a:lnTo>
                  <a:pt x="446037" y="223018"/>
                </a:lnTo>
                <a:close/>
              </a:path>
            </a:pathLst>
          </a:custGeom>
          <a:solidFill>
            <a:schemeClr val="tx2"/>
          </a:solidFill>
          <a:ln w="9525" cap="flat">
            <a:noFill/>
            <a:prstDash val="solid"/>
            <a:miter/>
          </a:ln>
        </p:spPr>
        <p:txBody>
          <a:bodyPr rtlCol="0" anchor="ctr"/>
          <a:lstStyle/>
          <a:p>
            <a:endParaRPr lang="en-US"/>
          </a:p>
        </p:txBody>
      </p:sp>
      <p:sp>
        <p:nvSpPr>
          <p:cNvPr id="303" name="TextBox 41">
            <a:extLst>
              <a:ext uri="{FF2B5EF4-FFF2-40B4-BE49-F238E27FC236}">
                <a16:creationId xmlns:a16="http://schemas.microsoft.com/office/drawing/2014/main" id="{CD1F48AE-368A-3041-85A1-B26193427377}"/>
              </a:ext>
            </a:extLst>
          </p:cNvPr>
          <p:cNvSpPr txBox="1"/>
          <p:nvPr/>
        </p:nvSpPr>
        <p:spPr>
          <a:xfrm>
            <a:off x="4469012" y="1867665"/>
            <a:ext cx="450444" cy="215444"/>
          </a:xfrm>
          <a:prstGeom prst="rect">
            <a:avLst/>
          </a:prstGeom>
          <a:noFill/>
        </p:spPr>
        <p:txBody>
          <a:bodyPr wrap="none" lIns="0" rIns="0" rtlCol="0" anchor="ctr" anchorCtr="0">
            <a:noAutofit/>
          </a:bodyPr>
          <a:lstStyle/>
          <a:p>
            <a:pPr algn="ctr"/>
            <a:r>
              <a:rPr lang="en-US" sz="800"/>
              <a:t>Arrow left</a:t>
            </a:r>
          </a:p>
        </p:txBody>
      </p:sp>
      <p:sp>
        <p:nvSpPr>
          <p:cNvPr id="8" name="Graphic 300">
            <a:extLst>
              <a:ext uri="{FF2B5EF4-FFF2-40B4-BE49-F238E27FC236}">
                <a16:creationId xmlns:a16="http://schemas.microsoft.com/office/drawing/2014/main" id="{E24B7712-C5D7-714B-983B-14FB248A241F}"/>
              </a:ext>
            </a:extLst>
          </p:cNvPr>
          <p:cNvSpPr>
            <a:spLocks noChangeAspect="1"/>
          </p:cNvSpPr>
          <p:nvPr/>
        </p:nvSpPr>
        <p:spPr>
          <a:xfrm>
            <a:off x="3581342" y="1342262"/>
            <a:ext cx="407936" cy="446036"/>
          </a:xfrm>
          <a:custGeom>
            <a:avLst/>
            <a:gdLst>
              <a:gd name="connsiteX0" fmla="*/ 407937 w 407936"/>
              <a:gd name="connsiteY0" fmla="*/ 242068 h 446036"/>
              <a:gd name="connsiteX1" fmla="*/ 203968 w 407936"/>
              <a:gd name="connsiteY1" fmla="*/ 446037 h 446036"/>
              <a:gd name="connsiteX2" fmla="*/ 0 w 407936"/>
              <a:gd name="connsiteY2" fmla="*/ 242068 h 446036"/>
              <a:gd name="connsiteX3" fmla="*/ 26937 w 407936"/>
              <a:gd name="connsiteY3" fmla="*/ 215132 h 446036"/>
              <a:gd name="connsiteX4" fmla="*/ 184918 w 407936"/>
              <a:gd name="connsiteY4" fmla="*/ 373113 h 446036"/>
              <a:gd name="connsiteX5" fmla="*/ 184918 w 407936"/>
              <a:gd name="connsiteY5" fmla="*/ 0 h 446036"/>
              <a:gd name="connsiteX6" fmla="*/ 223018 w 407936"/>
              <a:gd name="connsiteY6" fmla="*/ 0 h 446036"/>
              <a:gd name="connsiteX7" fmla="*/ 223018 w 407936"/>
              <a:gd name="connsiteY7" fmla="*/ 373113 h 446036"/>
              <a:gd name="connsiteX8" fmla="*/ 381000 w 407936"/>
              <a:gd name="connsiteY8" fmla="*/ 215132 h 446036"/>
              <a:gd name="connsiteX9" fmla="*/ 407937 w 407936"/>
              <a:gd name="connsiteY9" fmla="*/ 242068 h 446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936" h="446036">
                <a:moveTo>
                  <a:pt x="407937" y="242068"/>
                </a:moveTo>
                <a:lnTo>
                  <a:pt x="203968" y="446037"/>
                </a:lnTo>
                <a:lnTo>
                  <a:pt x="0" y="242068"/>
                </a:lnTo>
                <a:lnTo>
                  <a:pt x="26937" y="215132"/>
                </a:lnTo>
                <a:lnTo>
                  <a:pt x="184918" y="373113"/>
                </a:lnTo>
                <a:lnTo>
                  <a:pt x="184918" y="0"/>
                </a:lnTo>
                <a:lnTo>
                  <a:pt x="223018" y="0"/>
                </a:lnTo>
                <a:lnTo>
                  <a:pt x="223018" y="373113"/>
                </a:lnTo>
                <a:lnTo>
                  <a:pt x="381000" y="215132"/>
                </a:lnTo>
                <a:lnTo>
                  <a:pt x="407937" y="242068"/>
                </a:lnTo>
                <a:close/>
              </a:path>
            </a:pathLst>
          </a:custGeom>
          <a:solidFill>
            <a:schemeClr val="tx2"/>
          </a:solidFill>
          <a:ln w="9525" cap="flat">
            <a:noFill/>
            <a:prstDash val="solid"/>
            <a:miter/>
          </a:ln>
        </p:spPr>
        <p:txBody>
          <a:bodyPr rtlCol="0" anchor="ctr"/>
          <a:lstStyle/>
          <a:p>
            <a:endParaRPr lang="en-US"/>
          </a:p>
        </p:txBody>
      </p:sp>
      <p:sp>
        <p:nvSpPr>
          <p:cNvPr id="304" name="TextBox 42">
            <a:extLst>
              <a:ext uri="{FF2B5EF4-FFF2-40B4-BE49-F238E27FC236}">
                <a16:creationId xmlns:a16="http://schemas.microsoft.com/office/drawing/2014/main" id="{EB084EF3-31B0-7949-BF1E-820E2AB1A9C4}"/>
              </a:ext>
            </a:extLst>
          </p:cNvPr>
          <p:cNvSpPr txBox="1"/>
          <p:nvPr/>
        </p:nvSpPr>
        <p:spPr>
          <a:xfrm>
            <a:off x="3486562" y="1867665"/>
            <a:ext cx="556243" cy="215444"/>
          </a:xfrm>
          <a:prstGeom prst="rect">
            <a:avLst/>
          </a:prstGeom>
          <a:noFill/>
        </p:spPr>
        <p:txBody>
          <a:bodyPr wrap="none" lIns="0" rIns="0" rtlCol="0" anchor="ctr" anchorCtr="0">
            <a:noAutofit/>
          </a:bodyPr>
          <a:lstStyle/>
          <a:p>
            <a:pPr algn="ctr"/>
            <a:r>
              <a:rPr lang="en-US" sz="800"/>
              <a:t>Arrow down</a:t>
            </a:r>
          </a:p>
        </p:txBody>
      </p:sp>
      <p:sp>
        <p:nvSpPr>
          <p:cNvPr id="9" name="Graphic 298">
            <a:extLst>
              <a:ext uri="{FF2B5EF4-FFF2-40B4-BE49-F238E27FC236}">
                <a16:creationId xmlns:a16="http://schemas.microsoft.com/office/drawing/2014/main" id="{3CE76F5D-6946-7F42-B3CA-4E0B83209FB0}"/>
              </a:ext>
            </a:extLst>
          </p:cNvPr>
          <p:cNvSpPr>
            <a:spLocks noChangeAspect="1"/>
          </p:cNvSpPr>
          <p:nvPr/>
        </p:nvSpPr>
        <p:spPr>
          <a:xfrm>
            <a:off x="6297490" y="1353415"/>
            <a:ext cx="407936" cy="446046"/>
          </a:xfrm>
          <a:custGeom>
            <a:avLst/>
            <a:gdLst>
              <a:gd name="connsiteX0" fmla="*/ 381000 w 407936"/>
              <a:gd name="connsiteY0" fmla="*/ 230915 h 446046"/>
              <a:gd name="connsiteX1" fmla="*/ 223018 w 407936"/>
              <a:gd name="connsiteY1" fmla="*/ 72942 h 446046"/>
              <a:gd name="connsiteX2" fmla="*/ 223018 w 407936"/>
              <a:gd name="connsiteY2" fmla="*/ 446046 h 446046"/>
              <a:gd name="connsiteX3" fmla="*/ 184918 w 407936"/>
              <a:gd name="connsiteY3" fmla="*/ 446046 h 446046"/>
              <a:gd name="connsiteX4" fmla="*/ 184918 w 407936"/>
              <a:gd name="connsiteY4" fmla="*/ 72942 h 446046"/>
              <a:gd name="connsiteX5" fmla="*/ 26937 w 407936"/>
              <a:gd name="connsiteY5" fmla="*/ 230915 h 446046"/>
              <a:gd name="connsiteX6" fmla="*/ 0 w 407936"/>
              <a:gd name="connsiteY6" fmla="*/ 203978 h 446046"/>
              <a:gd name="connsiteX7" fmla="*/ 203968 w 407936"/>
              <a:gd name="connsiteY7" fmla="*/ 0 h 446046"/>
              <a:gd name="connsiteX8" fmla="*/ 407937 w 407936"/>
              <a:gd name="connsiteY8" fmla="*/ 203978 h 446046"/>
              <a:gd name="connsiteX9" fmla="*/ 381000 w 407936"/>
              <a:gd name="connsiteY9" fmla="*/ 230915 h 44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936" h="446046">
                <a:moveTo>
                  <a:pt x="381000" y="230915"/>
                </a:moveTo>
                <a:lnTo>
                  <a:pt x="223018" y="72942"/>
                </a:lnTo>
                <a:lnTo>
                  <a:pt x="223018" y="446046"/>
                </a:lnTo>
                <a:lnTo>
                  <a:pt x="184918" y="446046"/>
                </a:lnTo>
                <a:lnTo>
                  <a:pt x="184918" y="72942"/>
                </a:lnTo>
                <a:lnTo>
                  <a:pt x="26937" y="230915"/>
                </a:lnTo>
                <a:lnTo>
                  <a:pt x="0" y="203978"/>
                </a:lnTo>
                <a:lnTo>
                  <a:pt x="203968" y="0"/>
                </a:lnTo>
                <a:lnTo>
                  <a:pt x="407937" y="203978"/>
                </a:lnTo>
                <a:lnTo>
                  <a:pt x="381000" y="230915"/>
                </a:lnTo>
                <a:close/>
              </a:path>
            </a:pathLst>
          </a:custGeom>
          <a:solidFill>
            <a:schemeClr val="tx2"/>
          </a:solidFill>
          <a:ln w="9525" cap="flat">
            <a:noFill/>
            <a:prstDash val="solid"/>
            <a:miter/>
          </a:ln>
        </p:spPr>
        <p:txBody>
          <a:bodyPr rtlCol="0" anchor="ctr"/>
          <a:lstStyle/>
          <a:p>
            <a:endParaRPr lang="en-US"/>
          </a:p>
        </p:txBody>
      </p:sp>
      <p:sp>
        <p:nvSpPr>
          <p:cNvPr id="305" name="TextBox 43">
            <a:extLst>
              <a:ext uri="{FF2B5EF4-FFF2-40B4-BE49-F238E27FC236}">
                <a16:creationId xmlns:a16="http://schemas.microsoft.com/office/drawing/2014/main" id="{B7D6CE32-9749-8844-8FBA-64B5F9F9C53E}"/>
              </a:ext>
            </a:extLst>
          </p:cNvPr>
          <p:cNvSpPr txBox="1"/>
          <p:nvPr/>
        </p:nvSpPr>
        <p:spPr>
          <a:xfrm>
            <a:off x="6293870" y="1867665"/>
            <a:ext cx="415178" cy="215444"/>
          </a:xfrm>
          <a:prstGeom prst="rect">
            <a:avLst/>
          </a:prstGeom>
          <a:noFill/>
        </p:spPr>
        <p:txBody>
          <a:bodyPr wrap="none" lIns="0" rIns="0" rtlCol="0" anchor="ctr" anchorCtr="0">
            <a:noAutofit/>
          </a:bodyPr>
          <a:lstStyle/>
          <a:p>
            <a:pPr algn="ctr"/>
            <a:r>
              <a:rPr lang="en-US" sz="800"/>
              <a:t>Arrow up</a:t>
            </a:r>
          </a:p>
        </p:txBody>
      </p:sp>
      <p:sp>
        <p:nvSpPr>
          <p:cNvPr id="316" name="Freeform: Shape 177">
            <a:extLst>
              <a:ext uri="{FF2B5EF4-FFF2-40B4-BE49-F238E27FC236}">
                <a16:creationId xmlns:a16="http://schemas.microsoft.com/office/drawing/2014/main" id="{707CA44E-7AD4-5C44-811A-B448A3800C01}"/>
              </a:ext>
            </a:extLst>
          </p:cNvPr>
          <p:cNvSpPr>
            <a:spLocks noChangeAspect="1"/>
          </p:cNvSpPr>
          <p:nvPr/>
        </p:nvSpPr>
        <p:spPr>
          <a:xfrm>
            <a:off x="1655886" y="4184214"/>
            <a:ext cx="638175" cy="542925"/>
          </a:xfrm>
          <a:custGeom>
            <a:avLst/>
            <a:gdLst>
              <a:gd name="connsiteX0" fmla="*/ 245459 w 638175"/>
              <a:gd name="connsiteY0" fmla="*/ 406792 h 542925"/>
              <a:gd name="connsiteX1" fmla="*/ 320135 w 638175"/>
              <a:gd name="connsiteY1" fmla="*/ 426509 h 542925"/>
              <a:gd name="connsiteX2" fmla="*/ 360807 w 638175"/>
              <a:gd name="connsiteY2" fmla="*/ 420985 h 542925"/>
              <a:gd name="connsiteX3" fmla="*/ 360902 w 638175"/>
              <a:gd name="connsiteY3" fmla="*/ 420985 h 542925"/>
              <a:gd name="connsiteX4" fmla="*/ 360902 w 638175"/>
              <a:gd name="connsiteY4" fmla="*/ 420985 h 542925"/>
              <a:gd name="connsiteX5" fmla="*/ 361283 w 638175"/>
              <a:gd name="connsiteY5" fmla="*/ 420889 h 542925"/>
              <a:gd name="connsiteX6" fmla="*/ 453104 w 638175"/>
              <a:gd name="connsiteY6" fmla="*/ 348976 h 542925"/>
              <a:gd name="connsiteX7" fmla="*/ 467201 w 638175"/>
              <a:gd name="connsiteY7" fmla="*/ 233152 h 542925"/>
              <a:gd name="connsiteX8" fmla="*/ 395288 w 638175"/>
              <a:gd name="connsiteY8" fmla="*/ 141331 h 542925"/>
              <a:gd name="connsiteX9" fmla="*/ 280130 w 638175"/>
              <a:gd name="connsiteY9" fmla="*/ 127138 h 542925"/>
              <a:gd name="connsiteX10" fmla="*/ 279940 w 638175"/>
              <a:gd name="connsiteY10" fmla="*/ 127138 h 542925"/>
              <a:gd name="connsiteX11" fmla="*/ 279845 w 638175"/>
              <a:gd name="connsiteY11" fmla="*/ 127138 h 542925"/>
              <a:gd name="connsiteX12" fmla="*/ 279464 w 638175"/>
              <a:gd name="connsiteY12" fmla="*/ 127234 h 542925"/>
              <a:gd name="connsiteX13" fmla="*/ 187643 w 638175"/>
              <a:gd name="connsiteY13" fmla="*/ 199147 h 542925"/>
              <a:gd name="connsiteX14" fmla="*/ 173546 w 638175"/>
              <a:gd name="connsiteY14" fmla="*/ 314971 h 542925"/>
              <a:gd name="connsiteX15" fmla="*/ 245459 w 638175"/>
              <a:gd name="connsiteY15" fmla="*/ 406792 h 542925"/>
              <a:gd name="connsiteX16" fmla="*/ 216979 w 638175"/>
              <a:gd name="connsiteY16" fmla="*/ 322591 h 542925"/>
              <a:gd name="connsiteX17" fmla="*/ 258890 w 638175"/>
              <a:gd name="connsiteY17" fmla="*/ 310971 h 542925"/>
              <a:gd name="connsiteX18" fmla="*/ 302133 w 638175"/>
              <a:gd name="connsiteY18" fmla="*/ 386885 h 542925"/>
              <a:gd name="connsiteX19" fmla="*/ 264224 w 638175"/>
              <a:gd name="connsiteY19" fmla="*/ 373645 h 542925"/>
              <a:gd name="connsiteX20" fmla="*/ 216979 w 638175"/>
              <a:gd name="connsiteY20" fmla="*/ 322591 h 542925"/>
              <a:gd name="connsiteX21" fmla="*/ 291465 w 638175"/>
              <a:gd name="connsiteY21" fmla="*/ 168096 h 542925"/>
              <a:gd name="connsiteX22" fmla="*/ 345091 w 638175"/>
              <a:gd name="connsiteY22" fmla="*/ 247439 h 542925"/>
              <a:gd name="connsiteX23" fmla="*/ 285655 w 638175"/>
              <a:gd name="connsiteY23" fmla="*/ 264013 h 542925"/>
              <a:gd name="connsiteX24" fmla="*/ 291465 w 638175"/>
              <a:gd name="connsiteY24" fmla="*/ 168096 h 542925"/>
              <a:gd name="connsiteX25" fmla="*/ 349187 w 638175"/>
              <a:gd name="connsiteY25" fmla="*/ 380027 h 542925"/>
              <a:gd name="connsiteX26" fmla="*/ 295561 w 638175"/>
              <a:gd name="connsiteY26" fmla="*/ 300684 h 542925"/>
              <a:gd name="connsiteX27" fmla="*/ 354997 w 638175"/>
              <a:gd name="connsiteY27" fmla="*/ 284110 h 542925"/>
              <a:gd name="connsiteX28" fmla="*/ 349187 w 638175"/>
              <a:gd name="connsiteY28" fmla="*/ 380027 h 542925"/>
              <a:gd name="connsiteX29" fmla="*/ 419862 w 638175"/>
              <a:gd name="connsiteY29" fmla="*/ 330211 h 542925"/>
              <a:gd name="connsiteX30" fmla="*/ 393097 w 638175"/>
              <a:gd name="connsiteY30" fmla="*/ 362120 h 542925"/>
              <a:gd name="connsiteX31" fmla="*/ 391763 w 638175"/>
              <a:gd name="connsiteY31" fmla="*/ 273919 h 542925"/>
              <a:gd name="connsiteX32" fmla="*/ 433959 w 638175"/>
              <a:gd name="connsiteY32" fmla="*/ 262203 h 542925"/>
              <a:gd name="connsiteX33" fmla="*/ 419862 w 638175"/>
              <a:gd name="connsiteY33" fmla="*/ 330211 h 542925"/>
              <a:gd name="connsiteX34" fmla="*/ 423672 w 638175"/>
              <a:gd name="connsiteY34" fmla="*/ 225532 h 542925"/>
              <a:gd name="connsiteX35" fmla="*/ 381762 w 638175"/>
              <a:gd name="connsiteY35" fmla="*/ 237152 h 542925"/>
              <a:gd name="connsiteX36" fmla="*/ 338614 w 638175"/>
              <a:gd name="connsiteY36" fmla="*/ 161333 h 542925"/>
              <a:gd name="connsiteX37" fmla="*/ 376428 w 638175"/>
              <a:gd name="connsiteY37" fmla="*/ 174478 h 542925"/>
              <a:gd name="connsiteX38" fmla="*/ 423672 w 638175"/>
              <a:gd name="connsiteY38" fmla="*/ 225532 h 542925"/>
              <a:gd name="connsiteX39" fmla="*/ 220790 w 638175"/>
              <a:gd name="connsiteY39" fmla="*/ 217912 h 542925"/>
              <a:gd name="connsiteX40" fmla="*/ 247555 w 638175"/>
              <a:gd name="connsiteY40" fmla="*/ 186003 h 542925"/>
              <a:gd name="connsiteX41" fmla="*/ 248888 w 638175"/>
              <a:gd name="connsiteY41" fmla="*/ 274204 h 542925"/>
              <a:gd name="connsiteX42" fmla="*/ 206693 w 638175"/>
              <a:gd name="connsiteY42" fmla="*/ 285920 h 542925"/>
              <a:gd name="connsiteX43" fmla="*/ 220790 w 638175"/>
              <a:gd name="connsiteY43" fmla="*/ 217912 h 542925"/>
              <a:gd name="connsiteX44" fmla="*/ 633603 w 638175"/>
              <a:gd name="connsiteY44" fmla="*/ 191242 h 542925"/>
              <a:gd name="connsiteX45" fmla="*/ 575310 w 638175"/>
              <a:gd name="connsiteY45" fmla="*/ 282586 h 542925"/>
              <a:gd name="connsiteX46" fmla="*/ 483966 w 638175"/>
              <a:gd name="connsiteY46" fmla="*/ 224293 h 542925"/>
              <a:gd name="connsiteX47" fmla="*/ 504444 w 638175"/>
              <a:gd name="connsiteY47" fmla="*/ 192194 h 542925"/>
              <a:gd name="connsiteX48" fmla="*/ 541401 w 638175"/>
              <a:gd name="connsiteY48" fmla="*/ 215721 h 542925"/>
              <a:gd name="connsiteX49" fmla="*/ 389477 w 638175"/>
              <a:gd name="connsiteY49" fmla="*/ 56082 h 542925"/>
              <a:gd name="connsiteX50" fmla="*/ 215170 w 638175"/>
              <a:gd name="connsiteY50" fmla="*/ 71036 h 542925"/>
              <a:gd name="connsiteX51" fmla="*/ 102489 w 638175"/>
              <a:gd name="connsiteY51" fmla="*/ 204862 h 542925"/>
              <a:gd name="connsiteX52" fmla="*/ 66199 w 638175"/>
              <a:gd name="connsiteY52" fmla="*/ 193337 h 542925"/>
              <a:gd name="connsiteX53" fmla="*/ 197644 w 638175"/>
              <a:gd name="connsiteY53" fmla="*/ 37222 h 542925"/>
              <a:gd name="connsiteX54" fmla="*/ 401003 w 638175"/>
              <a:gd name="connsiteY54" fmla="*/ 19792 h 542925"/>
              <a:gd name="connsiteX55" fmla="*/ 578453 w 638175"/>
              <a:gd name="connsiteY55" fmla="*/ 206863 h 542925"/>
              <a:gd name="connsiteX56" fmla="*/ 601504 w 638175"/>
              <a:gd name="connsiteY56" fmla="*/ 170668 h 542925"/>
              <a:gd name="connsiteX57" fmla="*/ 633603 w 638175"/>
              <a:gd name="connsiteY57" fmla="*/ 191242 h 542925"/>
              <a:gd name="connsiteX58" fmla="*/ 538258 w 638175"/>
              <a:gd name="connsiteY58" fmla="*/ 343165 h 542925"/>
              <a:gd name="connsiteX59" fmla="*/ 574548 w 638175"/>
              <a:gd name="connsiteY59" fmla="*/ 354691 h 542925"/>
              <a:gd name="connsiteX60" fmla="*/ 320135 w 638175"/>
              <a:gd name="connsiteY60" fmla="*/ 540809 h 542925"/>
              <a:gd name="connsiteX61" fmla="*/ 239744 w 638175"/>
              <a:gd name="connsiteY61" fmla="*/ 528331 h 542925"/>
              <a:gd name="connsiteX62" fmla="*/ 62294 w 638175"/>
              <a:gd name="connsiteY62" fmla="*/ 341260 h 542925"/>
              <a:gd name="connsiteX63" fmla="*/ 39243 w 638175"/>
              <a:gd name="connsiteY63" fmla="*/ 377455 h 542925"/>
              <a:gd name="connsiteX64" fmla="*/ 7144 w 638175"/>
              <a:gd name="connsiteY64" fmla="*/ 356977 h 542925"/>
              <a:gd name="connsiteX65" fmla="*/ 65437 w 638175"/>
              <a:gd name="connsiteY65" fmla="*/ 265632 h 542925"/>
              <a:gd name="connsiteX66" fmla="*/ 156782 w 638175"/>
              <a:gd name="connsiteY66" fmla="*/ 323925 h 542925"/>
              <a:gd name="connsiteX67" fmla="*/ 136303 w 638175"/>
              <a:gd name="connsiteY67" fmla="*/ 356024 h 542925"/>
              <a:gd name="connsiteX68" fmla="*/ 99441 w 638175"/>
              <a:gd name="connsiteY68" fmla="*/ 332497 h 542925"/>
              <a:gd name="connsiteX69" fmla="*/ 251365 w 638175"/>
              <a:gd name="connsiteY69" fmla="*/ 492136 h 542925"/>
              <a:gd name="connsiteX70" fmla="*/ 538258 w 638175"/>
              <a:gd name="connsiteY70" fmla="*/ 343165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38175" h="542925">
                <a:moveTo>
                  <a:pt x="245459" y="406792"/>
                </a:moveTo>
                <a:cubicBezTo>
                  <a:pt x="268605" y="419842"/>
                  <a:pt x="294227" y="426509"/>
                  <a:pt x="320135" y="426509"/>
                </a:cubicBezTo>
                <a:cubicBezTo>
                  <a:pt x="333661" y="426509"/>
                  <a:pt x="347377" y="424699"/>
                  <a:pt x="360807" y="420985"/>
                </a:cubicBezTo>
                <a:cubicBezTo>
                  <a:pt x="360807" y="420985"/>
                  <a:pt x="360807" y="420985"/>
                  <a:pt x="360902" y="420985"/>
                </a:cubicBezTo>
                <a:cubicBezTo>
                  <a:pt x="360902" y="420985"/>
                  <a:pt x="360902" y="420985"/>
                  <a:pt x="360902" y="420985"/>
                </a:cubicBezTo>
                <a:cubicBezTo>
                  <a:pt x="360998" y="420985"/>
                  <a:pt x="361188" y="420889"/>
                  <a:pt x="361283" y="420889"/>
                </a:cubicBezTo>
                <a:cubicBezTo>
                  <a:pt x="400526" y="409936"/>
                  <a:pt x="433102" y="384409"/>
                  <a:pt x="453104" y="348976"/>
                </a:cubicBezTo>
                <a:cubicBezTo>
                  <a:pt x="473107" y="313543"/>
                  <a:pt x="478155" y="272395"/>
                  <a:pt x="467201" y="233152"/>
                </a:cubicBezTo>
                <a:cubicBezTo>
                  <a:pt x="456248" y="193909"/>
                  <a:pt x="430721" y="161333"/>
                  <a:pt x="395288" y="141331"/>
                </a:cubicBezTo>
                <a:cubicBezTo>
                  <a:pt x="360045" y="121423"/>
                  <a:pt x="319088" y="116375"/>
                  <a:pt x="280130" y="127138"/>
                </a:cubicBezTo>
                <a:cubicBezTo>
                  <a:pt x="280035" y="127138"/>
                  <a:pt x="280035" y="127138"/>
                  <a:pt x="279940" y="127138"/>
                </a:cubicBezTo>
                <a:cubicBezTo>
                  <a:pt x="279940" y="127138"/>
                  <a:pt x="279940" y="127138"/>
                  <a:pt x="279845" y="127138"/>
                </a:cubicBezTo>
                <a:cubicBezTo>
                  <a:pt x="279750" y="127138"/>
                  <a:pt x="279654" y="127138"/>
                  <a:pt x="279464" y="127234"/>
                </a:cubicBezTo>
                <a:cubicBezTo>
                  <a:pt x="240221" y="138187"/>
                  <a:pt x="207645" y="163714"/>
                  <a:pt x="187643" y="199147"/>
                </a:cubicBezTo>
                <a:cubicBezTo>
                  <a:pt x="167640" y="234580"/>
                  <a:pt x="162592" y="275728"/>
                  <a:pt x="173546" y="314971"/>
                </a:cubicBezTo>
                <a:cubicBezTo>
                  <a:pt x="184500" y="354214"/>
                  <a:pt x="209931" y="386790"/>
                  <a:pt x="245459" y="406792"/>
                </a:cubicBezTo>
                <a:close/>
                <a:moveTo>
                  <a:pt x="216979" y="322591"/>
                </a:moveTo>
                <a:lnTo>
                  <a:pt x="258890" y="310971"/>
                </a:lnTo>
                <a:cubicBezTo>
                  <a:pt x="269653" y="340975"/>
                  <a:pt x="285655" y="367359"/>
                  <a:pt x="302133" y="386885"/>
                </a:cubicBezTo>
                <a:cubicBezTo>
                  <a:pt x="288989" y="384790"/>
                  <a:pt x="276225" y="380408"/>
                  <a:pt x="264224" y="373645"/>
                </a:cubicBezTo>
                <a:cubicBezTo>
                  <a:pt x="243173" y="361739"/>
                  <a:pt x="226981" y="344023"/>
                  <a:pt x="216979" y="322591"/>
                </a:cubicBezTo>
                <a:close/>
                <a:moveTo>
                  <a:pt x="291465" y="168096"/>
                </a:moveTo>
                <a:cubicBezTo>
                  <a:pt x="304705" y="178288"/>
                  <a:pt x="329756" y="206291"/>
                  <a:pt x="345091" y="247439"/>
                </a:cubicBezTo>
                <a:lnTo>
                  <a:pt x="285655" y="264013"/>
                </a:lnTo>
                <a:cubicBezTo>
                  <a:pt x="277940" y="220674"/>
                  <a:pt x="285179" y="183622"/>
                  <a:pt x="291465" y="168096"/>
                </a:cubicBezTo>
                <a:close/>
                <a:moveTo>
                  <a:pt x="349187" y="380027"/>
                </a:moveTo>
                <a:cubicBezTo>
                  <a:pt x="335947" y="369835"/>
                  <a:pt x="310896" y="341832"/>
                  <a:pt x="295561" y="300684"/>
                </a:cubicBezTo>
                <a:lnTo>
                  <a:pt x="354997" y="284110"/>
                </a:lnTo>
                <a:cubicBezTo>
                  <a:pt x="362712" y="327449"/>
                  <a:pt x="355473" y="364501"/>
                  <a:pt x="349187" y="380027"/>
                </a:cubicBezTo>
                <a:close/>
                <a:moveTo>
                  <a:pt x="419862" y="330211"/>
                </a:moveTo>
                <a:cubicBezTo>
                  <a:pt x="412814" y="342594"/>
                  <a:pt x="403765" y="353357"/>
                  <a:pt x="393097" y="362120"/>
                </a:cubicBezTo>
                <a:cubicBezTo>
                  <a:pt x="397478" y="335831"/>
                  <a:pt x="397383" y="304113"/>
                  <a:pt x="391763" y="273919"/>
                </a:cubicBezTo>
                <a:lnTo>
                  <a:pt x="433959" y="262203"/>
                </a:lnTo>
                <a:cubicBezTo>
                  <a:pt x="436436" y="285730"/>
                  <a:pt x="431673" y="309256"/>
                  <a:pt x="419862" y="330211"/>
                </a:cubicBezTo>
                <a:close/>
                <a:moveTo>
                  <a:pt x="423672" y="225532"/>
                </a:moveTo>
                <a:lnTo>
                  <a:pt x="381762" y="237152"/>
                </a:lnTo>
                <a:cubicBezTo>
                  <a:pt x="370999" y="207148"/>
                  <a:pt x="354997" y="180859"/>
                  <a:pt x="338614" y="161333"/>
                </a:cubicBezTo>
                <a:cubicBezTo>
                  <a:pt x="351758" y="163524"/>
                  <a:pt x="364522" y="167810"/>
                  <a:pt x="376428" y="174478"/>
                </a:cubicBezTo>
                <a:cubicBezTo>
                  <a:pt x="397478" y="186384"/>
                  <a:pt x="413766" y="204100"/>
                  <a:pt x="423672" y="225532"/>
                </a:cubicBezTo>
                <a:close/>
                <a:moveTo>
                  <a:pt x="220790" y="217912"/>
                </a:moveTo>
                <a:cubicBezTo>
                  <a:pt x="227838" y="205529"/>
                  <a:pt x="236887" y="194766"/>
                  <a:pt x="247555" y="186003"/>
                </a:cubicBezTo>
                <a:cubicBezTo>
                  <a:pt x="243173" y="212292"/>
                  <a:pt x="243269" y="244010"/>
                  <a:pt x="248888" y="274204"/>
                </a:cubicBezTo>
                <a:lnTo>
                  <a:pt x="206693" y="285920"/>
                </a:lnTo>
                <a:cubicBezTo>
                  <a:pt x="204216" y="262393"/>
                  <a:pt x="208979" y="238867"/>
                  <a:pt x="220790" y="217912"/>
                </a:cubicBezTo>
                <a:close/>
                <a:moveTo>
                  <a:pt x="633603" y="191242"/>
                </a:moveTo>
                <a:lnTo>
                  <a:pt x="575310" y="282586"/>
                </a:lnTo>
                <a:lnTo>
                  <a:pt x="483966" y="224293"/>
                </a:lnTo>
                <a:lnTo>
                  <a:pt x="504444" y="192194"/>
                </a:lnTo>
                <a:lnTo>
                  <a:pt x="541401" y="215721"/>
                </a:lnTo>
                <a:cubicBezTo>
                  <a:pt x="521780" y="140664"/>
                  <a:pt x="465582" y="80180"/>
                  <a:pt x="389477" y="56082"/>
                </a:cubicBezTo>
                <a:cubicBezTo>
                  <a:pt x="331280" y="37603"/>
                  <a:pt x="269367" y="42937"/>
                  <a:pt x="215170" y="71036"/>
                </a:cubicBezTo>
                <a:cubicBezTo>
                  <a:pt x="160973" y="99135"/>
                  <a:pt x="120968" y="146665"/>
                  <a:pt x="102489" y="204862"/>
                </a:cubicBezTo>
                <a:lnTo>
                  <a:pt x="66199" y="193337"/>
                </a:lnTo>
                <a:cubicBezTo>
                  <a:pt x="87725" y="125424"/>
                  <a:pt x="134398" y="69988"/>
                  <a:pt x="197644" y="37222"/>
                </a:cubicBezTo>
                <a:cubicBezTo>
                  <a:pt x="260890" y="4456"/>
                  <a:pt x="333089" y="-1830"/>
                  <a:pt x="401003" y="19792"/>
                </a:cubicBezTo>
                <a:cubicBezTo>
                  <a:pt x="490061" y="47986"/>
                  <a:pt x="555784" y="118947"/>
                  <a:pt x="578453" y="206863"/>
                </a:cubicBezTo>
                <a:lnTo>
                  <a:pt x="601504" y="170668"/>
                </a:lnTo>
                <a:lnTo>
                  <a:pt x="633603" y="191242"/>
                </a:lnTo>
                <a:close/>
                <a:moveTo>
                  <a:pt x="538258" y="343165"/>
                </a:moveTo>
                <a:lnTo>
                  <a:pt x="574548" y="354691"/>
                </a:lnTo>
                <a:cubicBezTo>
                  <a:pt x="538544" y="468133"/>
                  <a:pt x="433292" y="540809"/>
                  <a:pt x="320135" y="540809"/>
                </a:cubicBezTo>
                <a:cubicBezTo>
                  <a:pt x="293466" y="540809"/>
                  <a:pt x="266414" y="536809"/>
                  <a:pt x="239744" y="528331"/>
                </a:cubicBezTo>
                <a:cubicBezTo>
                  <a:pt x="150971" y="500137"/>
                  <a:pt x="85058" y="429176"/>
                  <a:pt x="62294" y="341260"/>
                </a:cubicBezTo>
                <a:lnTo>
                  <a:pt x="39243" y="377455"/>
                </a:lnTo>
                <a:lnTo>
                  <a:pt x="7144" y="356977"/>
                </a:lnTo>
                <a:lnTo>
                  <a:pt x="65437" y="265632"/>
                </a:lnTo>
                <a:lnTo>
                  <a:pt x="156782" y="323925"/>
                </a:lnTo>
                <a:lnTo>
                  <a:pt x="136303" y="356024"/>
                </a:lnTo>
                <a:lnTo>
                  <a:pt x="99441" y="332497"/>
                </a:lnTo>
                <a:cubicBezTo>
                  <a:pt x="119063" y="407459"/>
                  <a:pt x="175451" y="468038"/>
                  <a:pt x="251365" y="492136"/>
                </a:cubicBezTo>
                <a:cubicBezTo>
                  <a:pt x="371380" y="530046"/>
                  <a:pt x="500158" y="463276"/>
                  <a:pt x="538258" y="343165"/>
                </a:cubicBezTo>
                <a:close/>
              </a:path>
            </a:pathLst>
          </a:custGeom>
          <a:solidFill>
            <a:schemeClr val="tx2"/>
          </a:solidFill>
          <a:ln w="9525" cap="flat">
            <a:noFill/>
            <a:prstDash val="solid"/>
            <a:miter/>
          </a:ln>
        </p:spPr>
        <p:txBody>
          <a:bodyPr rtlCol="0" anchor="ctr"/>
          <a:lstStyle/>
          <a:p>
            <a:endParaRPr lang="en-US"/>
          </a:p>
        </p:txBody>
      </p:sp>
      <p:sp>
        <p:nvSpPr>
          <p:cNvPr id="317" name="TextBox 44">
            <a:extLst>
              <a:ext uri="{FF2B5EF4-FFF2-40B4-BE49-F238E27FC236}">
                <a16:creationId xmlns:a16="http://schemas.microsoft.com/office/drawing/2014/main" id="{E14AB81B-33D3-B04E-AA36-DF7B04D55F92}"/>
              </a:ext>
            </a:extLst>
          </p:cNvPr>
          <p:cNvSpPr txBox="1"/>
          <p:nvPr/>
        </p:nvSpPr>
        <p:spPr>
          <a:xfrm>
            <a:off x="1685631" y="4780004"/>
            <a:ext cx="578685" cy="338554"/>
          </a:xfrm>
          <a:prstGeom prst="rect">
            <a:avLst/>
          </a:prstGeom>
          <a:noFill/>
        </p:spPr>
        <p:txBody>
          <a:bodyPr wrap="none" lIns="0" rIns="0" rtlCol="0" anchor="ctr" anchorCtr="0">
            <a:noAutofit/>
          </a:bodyPr>
          <a:lstStyle/>
          <a:p>
            <a:pPr algn="ctr"/>
            <a:r>
              <a:rPr lang="en-US" sz="800"/>
              <a:t>Dynamic</a:t>
            </a:r>
            <a:br>
              <a:rPr lang="en-US" sz="800"/>
            </a:br>
            <a:r>
              <a:rPr lang="en-US" sz="800"/>
              <a:t>environment</a:t>
            </a:r>
          </a:p>
        </p:txBody>
      </p:sp>
      <p:sp>
        <p:nvSpPr>
          <p:cNvPr id="325" name="Freeform: Shape 246">
            <a:extLst>
              <a:ext uri="{FF2B5EF4-FFF2-40B4-BE49-F238E27FC236}">
                <a16:creationId xmlns:a16="http://schemas.microsoft.com/office/drawing/2014/main" id="{EA93CF0E-2560-444D-A2D4-4D1FEA215B2B}"/>
              </a:ext>
            </a:extLst>
          </p:cNvPr>
          <p:cNvSpPr>
            <a:spLocks noChangeAspect="1"/>
          </p:cNvSpPr>
          <p:nvPr/>
        </p:nvSpPr>
        <p:spPr>
          <a:xfrm>
            <a:off x="8030469" y="1304162"/>
            <a:ext cx="495300" cy="533400"/>
          </a:xfrm>
          <a:custGeom>
            <a:avLst/>
            <a:gdLst>
              <a:gd name="connsiteX0" fmla="*/ 478250 w 495300"/>
              <a:gd name="connsiteY0" fmla="*/ 402622 h 533400"/>
              <a:gd name="connsiteX1" fmla="*/ 452057 w 495300"/>
              <a:gd name="connsiteY1" fmla="*/ 376428 h 533400"/>
              <a:gd name="connsiteX2" fmla="*/ 452057 w 495300"/>
              <a:gd name="connsiteY2" fmla="*/ 302990 h 533400"/>
              <a:gd name="connsiteX3" fmla="*/ 297275 w 495300"/>
              <a:gd name="connsiteY3" fmla="*/ 148209 h 533400"/>
              <a:gd name="connsiteX4" fmla="*/ 142494 w 495300"/>
              <a:gd name="connsiteY4" fmla="*/ 302990 h 533400"/>
              <a:gd name="connsiteX5" fmla="*/ 142494 w 495300"/>
              <a:gd name="connsiteY5" fmla="*/ 376428 h 533400"/>
              <a:gd name="connsiteX6" fmla="*/ 116300 w 495300"/>
              <a:gd name="connsiteY6" fmla="*/ 402622 h 533400"/>
              <a:gd name="connsiteX7" fmla="*/ 97250 w 495300"/>
              <a:gd name="connsiteY7" fmla="*/ 402622 h 533400"/>
              <a:gd name="connsiteX8" fmla="*/ 97250 w 495300"/>
              <a:gd name="connsiteY8" fmla="*/ 487775 h 533400"/>
              <a:gd name="connsiteX9" fmla="*/ 497300 w 495300"/>
              <a:gd name="connsiteY9" fmla="*/ 487775 h 533400"/>
              <a:gd name="connsiteX10" fmla="*/ 497300 w 495300"/>
              <a:gd name="connsiteY10" fmla="*/ 402622 h 533400"/>
              <a:gd name="connsiteX11" fmla="*/ 478250 w 495300"/>
              <a:gd name="connsiteY11" fmla="*/ 402622 h 533400"/>
              <a:gd name="connsiteX12" fmla="*/ 459200 w 495300"/>
              <a:gd name="connsiteY12" fmla="*/ 449675 h 533400"/>
              <a:gd name="connsiteX13" fmla="*/ 135350 w 495300"/>
              <a:gd name="connsiteY13" fmla="*/ 449675 h 533400"/>
              <a:gd name="connsiteX14" fmla="*/ 135350 w 495300"/>
              <a:gd name="connsiteY14" fmla="*/ 437864 h 533400"/>
              <a:gd name="connsiteX15" fmla="*/ 180594 w 495300"/>
              <a:gd name="connsiteY15" fmla="*/ 376428 h 533400"/>
              <a:gd name="connsiteX16" fmla="*/ 180594 w 495300"/>
              <a:gd name="connsiteY16" fmla="*/ 302990 h 533400"/>
              <a:gd name="connsiteX17" fmla="*/ 297275 w 495300"/>
              <a:gd name="connsiteY17" fmla="*/ 186309 h 533400"/>
              <a:gd name="connsiteX18" fmla="*/ 413957 w 495300"/>
              <a:gd name="connsiteY18" fmla="*/ 302990 h 533400"/>
              <a:gd name="connsiteX19" fmla="*/ 413957 w 495300"/>
              <a:gd name="connsiteY19" fmla="*/ 376428 h 533400"/>
              <a:gd name="connsiteX20" fmla="*/ 459200 w 495300"/>
              <a:gd name="connsiteY20" fmla="*/ 437864 h 533400"/>
              <a:gd name="connsiteX21" fmla="*/ 459200 w 495300"/>
              <a:gd name="connsiteY21" fmla="*/ 449675 h 533400"/>
              <a:gd name="connsiteX22" fmla="*/ 251555 w 495300"/>
              <a:gd name="connsiteY22" fmla="*/ 487775 h 533400"/>
              <a:gd name="connsiteX23" fmla="*/ 342995 w 495300"/>
              <a:gd name="connsiteY23" fmla="*/ 487775 h 533400"/>
              <a:gd name="connsiteX24" fmla="*/ 297275 w 495300"/>
              <a:gd name="connsiteY24" fmla="*/ 533495 h 533400"/>
              <a:gd name="connsiteX25" fmla="*/ 251555 w 495300"/>
              <a:gd name="connsiteY25" fmla="*/ 487775 h 533400"/>
              <a:gd name="connsiteX26" fmla="*/ 227171 w 495300"/>
              <a:gd name="connsiteY26" fmla="*/ 108966 h 533400"/>
              <a:gd name="connsiteX27" fmla="*/ 202502 w 495300"/>
              <a:gd name="connsiteY27" fmla="*/ 16955 h 533400"/>
              <a:gd name="connsiteX28" fmla="*/ 239268 w 495300"/>
              <a:gd name="connsiteY28" fmla="*/ 7144 h 533400"/>
              <a:gd name="connsiteX29" fmla="*/ 263938 w 495300"/>
              <a:gd name="connsiteY29" fmla="*/ 99155 h 533400"/>
              <a:gd name="connsiteX30" fmla="*/ 227171 w 495300"/>
              <a:gd name="connsiteY30" fmla="*/ 108966 h 533400"/>
              <a:gd name="connsiteX31" fmla="*/ 142399 w 495300"/>
              <a:gd name="connsiteY31" fmla="*/ 169355 h 533400"/>
              <a:gd name="connsiteX32" fmla="*/ 75057 w 495300"/>
              <a:gd name="connsiteY32" fmla="*/ 102013 h 533400"/>
              <a:gd name="connsiteX33" fmla="*/ 102013 w 495300"/>
              <a:gd name="connsiteY33" fmla="*/ 75057 h 533400"/>
              <a:gd name="connsiteX34" fmla="*/ 169355 w 495300"/>
              <a:gd name="connsiteY34" fmla="*/ 142399 h 533400"/>
              <a:gd name="connsiteX35" fmla="*/ 142399 w 495300"/>
              <a:gd name="connsiteY35" fmla="*/ 169355 h 533400"/>
              <a:gd name="connsiteX36" fmla="*/ 99155 w 495300"/>
              <a:gd name="connsiteY36" fmla="*/ 263938 h 533400"/>
              <a:gd name="connsiteX37" fmla="*/ 7144 w 495300"/>
              <a:gd name="connsiteY37" fmla="*/ 239268 h 533400"/>
              <a:gd name="connsiteX38" fmla="*/ 17050 w 495300"/>
              <a:gd name="connsiteY38" fmla="*/ 202502 h 533400"/>
              <a:gd name="connsiteX39" fmla="*/ 109061 w 495300"/>
              <a:gd name="connsiteY39" fmla="*/ 227171 h 533400"/>
              <a:gd name="connsiteX40" fmla="*/ 99155 w 495300"/>
              <a:gd name="connsiteY40" fmla="*/ 263938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95300" h="533400">
                <a:moveTo>
                  <a:pt x="478250" y="402622"/>
                </a:moveTo>
                <a:cubicBezTo>
                  <a:pt x="463772" y="402622"/>
                  <a:pt x="452057" y="390906"/>
                  <a:pt x="452057" y="376428"/>
                </a:cubicBezTo>
                <a:lnTo>
                  <a:pt x="452057" y="302990"/>
                </a:lnTo>
                <a:cubicBezTo>
                  <a:pt x="452057" y="217646"/>
                  <a:pt x="382619" y="148209"/>
                  <a:pt x="297275" y="148209"/>
                </a:cubicBezTo>
                <a:cubicBezTo>
                  <a:pt x="211931" y="148209"/>
                  <a:pt x="142494" y="217646"/>
                  <a:pt x="142494" y="302990"/>
                </a:cubicBezTo>
                <a:lnTo>
                  <a:pt x="142494" y="376428"/>
                </a:lnTo>
                <a:cubicBezTo>
                  <a:pt x="142494" y="390906"/>
                  <a:pt x="130778" y="402622"/>
                  <a:pt x="116300" y="402622"/>
                </a:cubicBezTo>
                <a:lnTo>
                  <a:pt x="97250" y="402622"/>
                </a:lnTo>
                <a:lnTo>
                  <a:pt x="97250" y="487775"/>
                </a:lnTo>
                <a:lnTo>
                  <a:pt x="497300" y="487775"/>
                </a:lnTo>
                <a:lnTo>
                  <a:pt x="497300" y="402622"/>
                </a:lnTo>
                <a:lnTo>
                  <a:pt x="478250" y="402622"/>
                </a:lnTo>
                <a:close/>
                <a:moveTo>
                  <a:pt x="459200" y="449675"/>
                </a:moveTo>
                <a:lnTo>
                  <a:pt x="135350" y="449675"/>
                </a:lnTo>
                <a:lnTo>
                  <a:pt x="135350" y="437864"/>
                </a:lnTo>
                <a:cubicBezTo>
                  <a:pt x="161544" y="429768"/>
                  <a:pt x="180594" y="405289"/>
                  <a:pt x="180594" y="376428"/>
                </a:cubicBezTo>
                <a:lnTo>
                  <a:pt x="180594" y="302990"/>
                </a:lnTo>
                <a:cubicBezTo>
                  <a:pt x="180594" y="238697"/>
                  <a:pt x="232982" y="186309"/>
                  <a:pt x="297275" y="186309"/>
                </a:cubicBezTo>
                <a:cubicBezTo>
                  <a:pt x="361569" y="186309"/>
                  <a:pt x="413957" y="238697"/>
                  <a:pt x="413957" y="302990"/>
                </a:cubicBezTo>
                <a:lnTo>
                  <a:pt x="413957" y="376428"/>
                </a:lnTo>
                <a:cubicBezTo>
                  <a:pt x="413957" y="405289"/>
                  <a:pt x="433007" y="429673"/>
                  <a:pt x="459200" y="437864"/>
                </a:cubicBezTo>
                <a:lnTo>
                  <a:pt x="459200" y="449675"/>
                </a:lnTo>
                <a:close/>
                <a:moveTo>
                  <a:pt x="251555" y="487775"/>
                </a:moveTo>
                <a:lnTo>
                  <a:pt x="342995" y="487775"/>
                </a:lnTo>
                <a:cubicBezTo>
                  <a:pt x="342995" y="513017"/>
                  <a:pt x="322517" y="533495"/>
                  <a:pt x="297275" y="533495"/>
                </a:cubicBezTo>
                <a:cubicBezTo>
                  <a:pt x="272034" y="533495"/>
                  <a:pt x="251555" y="513017"/>
                  <a:pt x="251555" y="487775"/>
                </a:cubicBezTo>
                <a:close/>
                <a:moveTo>
                  <a:pt x="227171" y="108966"/>
                </a:moveTo>
                <a:lnTo>
                  <a:pt x="202502" y="16955"/>
                </a:lnTo>
                <a:lnTo>
                  <a:pt x="239268" y="7144"/>
                </a:lnTo>
                <a:lnTo>
                  <a:pt x="263938" y="99155"/>
                </a:lnTo>
                <a:lnTo>
                  <a:pt x="227171" y="108966"/>
                </a:lnTo>
                <a:close/>
                <a:moveTo>
                  <a:pt x="142399" y="169355"/>
                </a:moveTo>
                <a:lnTo>
                  <a:pt x="75057" y="102013"/>
                </a:lnTo>
                <a:lnTo>
                  <a:pt x="102013" y="75057"/>
                </a:lnTo>
                <a:lnTo>
                  <a:pt x="169355" y="142399"/>
                </a:lnTo>
                <a:lnTo>
                  <a:pt x="142399" y="169355"/>
                </a:lnTo>
                <a:close/>
                <a:moveTo>
                  <a:pt x="99155" y="263938"/>
                </a:moveTo>
                <a:lnTo>
                  <a:pt x="7144" y="239268"/>
                </a:lnTo>
                <a:lnTo>
                  <a:pt x="17050" y="202502"/>
                </a:lnTo>
                <a:lnTo>
                  <a:pt x="109061" y="227171"/>
                </a:lnTo>
                <a:lnTo>
                  <a:pt x="99155" y="263938"/>
                </a:lnTo>
                <a:close/>
              </a:path>
            </a:pathLst>
          </a:custGeom>
          <a:solidFill>
            <a:schemeClr val="tx2"/>
          </a:solidFill>
          <a:ln w="9525" cap="flat">
            <a:noFill/>
            <a:prstDash val="solid"/>
            <a:miter/>
          </a:ln>
        </p:spPr>
        <p:txBody>
          <a:bodyPr rtlCol="0" anchor="ctr"/>
          <a:lstStyle/>
          <a:p>
            <a:endParaRPr lang="en-US"/>
          </a:p>
        </p:txBody>
      </p:sp>
      <p:sp>
        <p:nvSpPr>
          <p:cNvPr id="326" name="TextBox 45">
            <a:extLst>
              <a:ext uri="{FF2B5EF4-FFF2-40B4-BE49-F238E27FC236}">
                <a16:creationId xmlns:a16="http://schemas.microsoft.com/office/drawing/2014/main" id="{93002620-A222-BB44-9DBE-2957C27D68A8}"/>
              </a:ext>
            </a:extLst>
          </p:cNvPr>
          <p:cNvSpPr txBox="1"/>
          <p:nvPr/>
        </p:nvSpPr>
        <p:spPr>
          <a:xfrm>
            <a:off x="8193961" y="1867665"/>
            <a:ext cx="168315" cy="215444"/>
          </a:xfrm>
          <a:prstGeom prst="rect">
            <a:avLst/>
          </a:prstGeom>
          <a:noFill/>
        </p:spPr>
        <p:txBody>
          <a:bodyPr wrap="none" lIns="0" rIns="0" rtlCol="0" anchor="ctr" anchorCtr="0">
            <a:noAutofit/>
          </a:bodyPr>
          <a:lstStyle/>
          <a:p>
            <a:pPr algn="ctr"/>
            <a:r>
              <a:rPr lang="en-US" sz="800"/>
              <a:t>Bell</a:t>
            </a:r>
          </a:p>
        </p:txBody>
      </p:sp>
      <p:sp>
        <p:nvSpPr>
          <p:cNvPr id="334" name="Freeform: Shape 252">
            <a:extLst>
              <a:ext uri="{FF2B5EF4-FFF2-40B4-BE49-F238E27FC236}">
                <a16:creationId xmlns:a16="http://schemas.microsoft.com/office/drawing/2014/main" id="{2C4418F1-849B-C546-B473-7B1223DBEC7E}"/>
              </a:ext>
            </a:extLst>
          </p:cNvPr>
          <p:cNvSpPr>
            <a:spLocks noChangeAspect="1"/>
          </p:cNvSpPr>
          <p:nvPr/>
        </p:nvSpPr>
        <p:spPr>
          <a:xfrm>
            <a:off x="8894740" y="1299400"/>
            <a:ext cx="590550" cy="542925"/>
          </a:xfrm>
          <a:custGeom>
            <a:avLst/>
            <a:gdLst>
              <a:gd name="connsiteX0" fmla="*/ 518541 w 590550"/>
              <a:gd name="connsiteY0" fmla="*/ 209264 h 542925"/>
              <a:gd name="connsiteX1" fmla="*/ 491585 w 590550"/>
              <a:gd name="connsiteY1" fmla="*/ 236220 h 542925"/>
              <a:gd name="connsiteX2" fmla="*/ 510159 w 590550"/>
              <a:gd name="connsiteY2" fmla="*/ 254794 h 542925"/>
              <a:gd name="connsiteX3" fmla="*/ 311944 w 590550"/>
              <a:gd name="connsiteY3" fmla="*/ 254794 h 542925"/>
              <a:gd name="connsiteX4" fmla="*/ 311944 w 590550"/>
              <a:gd name="connsiteY4" fmla="*/ 231172 h 542925"/>
              <a:gd name="connsiteX5" fmla="*/ 407194 w 590550"/>
              <a:gd name="connsiteY5" fmla="*/ 135922 h 542925"/>
              <a:gd name="connsiteX6" fmla="*/ 407194 w 590550"/>
              <a:gd name="connsiteY6" fmla="*/ 169069 h 542925"/>
              <a:gd name="connsiteX7" fmla="*/ 445294 w 590550"/>
              <a:gd name="connsiteY7" fmla="*/ 169069 h 542925"/>
              <a:gd name="connsiteX8" fmla="*/ 445294 w 590550"/>
              <a:gd name="connsiteY8" fmla="*/ 73819 h 542925"/>
              <a:gd name="connsiteX9" fmla="*/ 350044 w 590550"/>
              <a:gd name="connsiteY9" fmla="*/ 73819 h 542925"/>
              <a:gd name="connsiteX10" fmla="*/ 350044 w 590550"/>
              <a:gd name="connsiteY10" fmla="*/ 111919 h 542925"/>
              <a:gd name="connsiteX11" fmla="*/ 377380 w 590550"/>
              <a:gd name="connsiteY11" fmla="*/ 111919 h 542925"/>
              <a:gd name="connsiteX12" fmla="*/ 311944 w 590550"/>
              <a:gd name="connsiteY12" fmla="*/ 177356 h 542925"/>
              <a:gd name="connsiteX13" fmla="*/ 311944 w 590550"/>
              <a:gd name="connsiteY13" fmla="*/ 7144 h 542925"/>
              <a:gd name="connsiteX14" fmla="*/ 273844 w 590550"/>
              <a:gd name="connsiteY14" fmla="*/ 7144 h 542925"/>
              <a:gd name="connsiteX15" fmla="*/ 245269 w 590550"/>
              <a:gd name="connsiteY15" fmla="*/ 7144 h 542925"/>
              <a:gd name="connsiteX16" fmla="*/ 207169 w 590550"/>
              <a:gd name="connsiteY16" fmla="*/ 7144 h 542925"/>
              <a:gd name="connsiteX17" fmla="*/ 207169 w 590550"/>
              <a:gd name="connsiteY17" fmla="*/ 45244 h 542925"/>
              <a:gd name="connsiteX18" fmla="*/ 207169 w 590550"/>
              <a:gd name="connsiteY18" fmla="*/ 75248 h 542925"/>
              <a:gd name="connsiteX19" fmla="*/ 180594 w 590550"/>
              <a:gd name="connsiteY19" fmla="*/ 86297 h 542925"/>
              <a:gd name="connsiteX20" fmla="*/ 159353 w 590550"/>
              <a:gd name="connsiteY20" fmla="*/ 65056 h 542925"/>
              <a:gd name="connsiteX21" fmla="*/ 132397 w 590550"/>
              <a:gd name="connsiteY21" fmla="*/ 38100 h 542925"/>
              <a:gd name="connsiteX22" fmla="*/ 105442 w 590550"/>
              <a:gd name="connsiteY22" fmla="*/ 65056 h 542925"/>
              <a:gd name="connsiteX23" fmla="*/ 65056 w 590550"/>
              <a:gd name="connsiteY23" fmla="*/ 105442 h 542925"/>
              <a:gd name="connsiteX24" fmla="*/ 38100 w 590550"/>
              <a:gd name="connsiteY24" fmla="*/ 132398 h 542925"/>
              <a:gd name="connsiteX25" fmla="*/ 65056 w 590550"/>
              <a:gd name="connsiteY25" fmla="*/ 159353 h 542925"/>
              <a:gd name="connsiteX26" fmla="*/ 86296 w 590550"/>
              <a:gd name="connsiteY26" fmla="*/ 180594 h 542925"/>
              <a:gd name="connsiteX27" fmla="*/ 75343 w 590550"/>
              <a:gd name="connsiteY27" fmla="*/ 207169 h 542925"/>
              <a:gd name="connsiteX28" fmla="*/ 45244 w 590550"/>
              <a:gd name="connsiteY28" fmla="*/ 207169 h 542925"/>
              <a:gd name="connsiteX29" fmla="*/ 7144 w 590550"/>
              <a:gd name="connsiteY29" fmla="*/ 207169 h 542925"/>
              <a:gd name="connsiteX30" fmla="*/ 7144 w 590550"/>
              <a:gd name="connsiteY30" fmla="*/ 245269 h 542925"/>
              <a:gd name="connsiteX31" fmla="*/ 7144 w 590550"/>
              <a:gd name="connsiteY31" fmla="*/ 302419 h 542925"/>
              <a:gd name="connsiteX32" fmla="*/ 7144 w 590550"/>
              <a:gd name="connsiteY32" fmla="*/ 340519 h 542925"/>
              <a:gd name="connsiteX33" fmla="*/ 45244 w 590550"/>
              <a:gd name="connsiteY33" fmla="*/ 340519 h 542925"/>
              <a:gd name="connsiteX34" fmla="*/ 75343 w 590550"/>
              <a:gd name="connsiteY34" fmla="*/ 340519 h 542925"/>
              <a:gd name="connsiteX35" fmla="*/ 86296 w 590550"/>
              <a:gd name="connsiteY35" fmla="*/ 367094 h 542925"/>
              <a:gd name="connsiteX36" fmla="*/ 65056 w 590550"/>
              <a:gd name="connsiteY36" fmla="*/ 388334 h 542925"/>
              <a:gd name="connsiteX37" fmla="*/ 38100 w 590550"/>
              <a:gd name="connsiteY37" fmla="*/ 415290 h 542925"/>
              <a:gd name="connsiteX38" fmla="*/ 65056 w 590550"/>
              <a:gd name="connsiteY38" fmla="*/ 442246 h 542925"/>
              <a:gd name="connsiteX39" fmla="*/ 105442 w 590550"/>
              <a:gd name="connsiteY39" fmla="*/ 482632 h 542925"/>
              <a:gd name="connsiteX40" fmla="*/ 132397 w 590550"/>
              <a:gd name="connsiteY40" fmla="*/ 509588 h 542925"/>
              <a:gd name="connsiteX41" fmla="*/ 159353 w 590550"/>
              <a:gd name="connsiteY41" fmla="*/ 482632 h 542925"/>
              <a:gd name="connsiteX42" fmla="*/ 180594 w 590550"/>
              <a:gd name="connsiteY42" fmla="*/ 461391 h 542925"/>
              <a:gd name="connsiteX43" fmla="*/ 207169 w 590550"/>
              <a:gd name="connsiteY43" fmla="*/ 472345 h 542925"/>
              <a:gd name="connsiteX44" fmla="*/ 207169 w 590550"/>
              <a:gd name="connsiteY44" fmla="*/ 502444 h 542925"/>
              <a:gd name="connsiteX45" fmla="*/ 207169 w 590550"/>
              <a:gd name="connsiteY45" fmla="*/ 540544 h 542925"/>
              <a:gd name="connsiteX46" fmla="*/ 245269 w 590550"/>
              <a:gd name="connsiteY46" fmla="*/ 540544 h 542925"/>
              <a:gd name="connsiteX47" fmla="*/ 273844 w 590550"/>
              <a:gd name="connsiteY47" fmla="*/ 540544 h 542925"/>
              <a:gd name="connsiteX48" fmla="*/ 311944 w 590550"/>
              <a:gd name="connsiteY48" fmla="*/ 540544 h 542925"/>
              <a:gd name="connsiteX49" fmla="*/ 311944 w 590550"/>
              <a:gd name="connsiteY49" fmla="*/ 370332 h 542925"/>
              <a:gd name="connsiteX50" fmla="*/ 377380 w 590550"/>
              <a:gd name="connsiteY50" fmla="*/ 435769 h 542925"/>
              <a:gd name="connsiteX51" fmla="*/ 350044 w 590550"/>
              <a:gd name="connsiteY51" fmla="*/ 435769 h 542925"/>
              <a:gd name="connsiteX52" fmla="*/ 350044 w 590550"/>
              <a:gd name="connsiteY52" fmla="*/ 473869 h 542925"/>
              <a:gd name="connsiteX53" fmla="*/ 445294 w 590550"/>
              <a:gd name="connsiteY53" fmla="*/ 473869 h 542925"/>
              <a:gd name="connsiteX54" fmla="*/ 445294 w 590550"/>
              <a:gd name="connsiteY54" fmla="*/ 378619 h 542925"/>
              <a:gd name="connsiteX55" fmla="*/ 407194 w 590550"/>
              <a:gd name="connsiteY55" fmla="*/ 378619 h 542925"/>
              <a:gd name="connsiteX56" fmla="*/ 407194 w 590550"/>
              <a:gd name="connsiteY56" fmla="*/ 411671 h 542925"/>
              <a:gd name="connsiteX57" fmla="*/ 311944 w 590550"/>
              <a:gd name="connsiteY57" fmla="*/ 316421 h 542925"/>
              <a:gd name="connsiteX58" fmla="*/ 311944 w 590550"/>
              <a:gd name="connsiteY58" fmla="*/ 292894 h 542925"/>
              <a:gd name="connsiteX59" fmla="*/ 515779 w 590550"/>
              <a:gd name="connsiteY59" fmla="*/ 292894 h 542925"/>
              <a:gd name="connsiteX60" fmla="*/ 491585 w 590550"/>
              <a:gd name="connsiteY60" fmla="*/ 317087 h 542925"/>
              <a:gd name="connsiteX61" fmla="*/ 518541 w 590550"/>
              <a:gd name="connsiteY61" fmla="*/ 344043 h 542925"/>
              <a:gd name="connsiteX62" fmla="*/ 585883 w 590550"/>
              <a:gd name="connsiteY62" fmla="*/ 276701 h 542925"/>
              <a:gd name="connsiteX63" fmla="*/ 518541 w 590550"/>
              <a:gd name="connsiteY63" fmla="*/ 209264 h 542925"/>
              <a:gd name="connsiteX64" fmla="*/ 273844 w 590550"/>
              <a:gd name="connsiteY64" fmla="*/ 359569 h 542925"/>
              <a:gd name="connsiteX65" fmla="*/ 188119 w 590550"/>
              <a:gd name="connsiteY65" fmla="*/ 273844 h 542925"/>
              <a:gd name="connsiteX66" fmla="*/ 273844 w 590550"/>
              <a:gd name="connsiteY66" fmla="*/ 188119 h 542925"/>
              <a:gd name="connsiteX67" fmla="*/ 273844 w 590550"/>
              <a:gd name="connsiteY67" fmla="*/ 359569 h 542925"/>
              <a:gd name="connsiteX68" fmla="*/ 273844 w 590550"/>
              <a:gd name="connsiteY68" fmla="*/ 150019 h 542925"/>
              <a:gd name="connsiteX69" fmla="*/ 150019 w 590550"/>
              <a:gd name="connsiteY69" fmla="*/ 273844 h 542925"/>
              <a:gd name="connsiteX70" fmla="*/ 273844 w 590550"/>
              <a:gd name="connsiteY70" fmla="*/ 397669 h 542925"/>
              <a:gd name="connsiteX71" fmla="*/ 273844 w 590550"/>
              <a:gd name="connsiteY71" fmla="*/ 502444 h 542925"/>
              <a:gd name="connsiteX72" fmla="*/ 245269 w 590550"/>
              <a:gd name="connsiteY72" fmla="*/ 502444 h 542925"/>
              <a:gd name="connsiteX73" fmla="*/ 245269 w 590550"/>
              <a:gd name="connsiteY73" fmla="*/ 442722 h 542925"/>
              <a:gd name="connsiteX74" fmla="*/ 174593 w 590550"/>
              <a:gd name="connsiteY74" fmla="*/ 413480 h 542925"/>
              <a:gd name="connsiteX75" fmla="*/ 132397 w 590550"/>
              <a:gd name="connsiteY75" fmla="*/ 455676 h 542925"/>
              <a:gd name="connsiteX76" fmla="*/ 92012 w 590550"/>
              <a:gd name="connsiteY76" fmla="*/ 415290 h 542925"/>
              <a:gd name="connsiteX77" fmla="*/ 134207 w 590550"/>
              <a:gd name="connsiteY77" fmla="*/ 373094 h 542925"/>
              <a:gd name="connsiteX78" fmla="*/ 104966 w 590550"/>
              <a:gd name="connsiteY78" fmla="*/ 302419 h 542925"/>
              <a:gd name="connsiteX79" fmla="*/ 45244 w 590550"/>
              <a:gd name="connsiteY79" fmla="*/ 302419 h 542925"/>
              <a:gd name="connsiteX80" fmla="*/ 45244 w 590550"/>
              <a:gd name="connsiteY80" fmla="*/ 245269 h 542925"/>
              <a:gd name="connsiteX81" fmla="*/ 104966 w 590550"/>
              <a:gd name="connsiteY81" fmla="*/ 245269 h 542925"/>
              <a:gd name="connsiteX82" fmla="*/ 134207 w 590550"/>
              <a:gd name="connsiteY82" fmla="*/ 174593 h 542925"/>
              <a:gd name="connsiteX83" fmla="*/ 92012 w 590550"/>
              <a:gd name="connsiteY83" fmla="*/ 132398 h 542925"/>
              <a:gd name="connsiteX84" fmla="*/ 132397 w 590550"/>
              <a:gd name="connsiteY84" fmla="*/ 92012 h 542925"/>
              <a:gd name="connsiteX85" fmla="*/ 174593 w 590550"/>
              <a:gd name="connsiteY85" fmla="*/ 134207 h 542925"/>
              <a:gd name="connsiteX86" fmla="*/ 245269 w 590550"/>
              <a:gd name="connsiteY86" fmla="*/ 104966 h 542925"/>
              <a:gd name="connsiteX87" fmla="*/ 245269 w 590550"/>
              <a:gd name="connsiteY87" fmla="*/ 45244 h 542925"/>
              <a:gd name="connsiteX88" fmla="*/ 273844 w 590550"/>
              <a:gd name="connsiteY88" fmla="*/ 45244 h 542925"/>
              <a:gd name="connsiteX89" fmla="*/ 273844 w 590550"/>
              <a:gd name="connsiteY89" fmla="*/ 150019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90550" h="542925">
                <a:moveTo>
                  <a:pt x="518541" y="209264"/>
                </a:moveTo>
                <a:lnTo>
                  <a:pt x="491585" y="236220"/>
                </a:lnTo>
                <a:lnTo>
                  <a:pt x="510159" y="254794"/>
                </a:lnTo>
                <a:lnTo>
                  <a:pt x="311944" y="254794"/>
                </a:lnTo>
                <a:lnTo>
                  <a:pt x="311944" y="231172"/>
                </a:lnTo>
                <a:lnTo>
                  <a:pt x="407194" y="135922"/>
                </a:lnTo>
                <a:lnTo>
                  <a:pt x="407194" y="169069"/>
                </a:lnTo>
                <a:lnTo>
                  <a:pt x="445294" y="169069"/>
                </a:lnTo>
                <a:lnTo>
                  <a:pt x="445294" y="73819"/>
                </a:lnTo>
                <a:lnTo>
                  <a:pt x="350044" y="73819"/>
                </a:lnTo>
                <a:lnTo>
                  <a:pt x="350044" y="111919"/>
                </a:lnTo>
                <a:lnTo>
                  <a:pt x="377380" y="111919"/>
                </a:lnTo>
                <a:lnTo>
                  <a:pt x="311944" y="177356"/>
                </a:lnTo>
                <a:lnTo>
                  <a:pt x="311944" y="7144"/>
                </a:lnTo>
                <a:lnTo>
                  <a:pt x="273844" y="7144"/>
                </a:lnTo>
                <a:lnTo>
                  <a:pt x="245269" y="7144"/>
                </a:lnTo>
                <a:lnTo>
                  <a:pt x="207169" y="7144"/>
                </a:lnTo>
                <a:lnTo>
                  <a:pt x="207169" y="45244"/>
                </a:lnTo>
                <a:lnTo>
                  <a:pt x="207169" y="75248"/>
                </a:lnTo>
                <a:cubicBezTo>
                  <a:pt x="198025" y="78296"/>
                  <a:pt x="189167" y="82010"/>
                  <a:pt x="180594" y="86297"/>
                </a:cubicBezTo>
                <a:lnTo>
                  <a:pt x="159353" y="65056"/>
                </a:lnTo>
                <a:lnTo>
                  <a:pt x="132397" y="38100"/>
                </a:lnTo>
                <a:lnTo>
                  <a:pt x="105442" y="65056"/>
                </a:lnTo>
                <a:lnTo>
                  <a:pt x="65056" y="105442"/>
                </a:lnTo>
                <a:lnTo>
                  <a:pt x="38100" y="132398"/>
                </a:lnTo>
                <a:lnTo>
                  <a:pt x="65056" y="159353"/>
                </a:lnTo>
                <a:lnTo>
                  <a:pt x="86296" y="180594"/>
                </a:lnTo>
                <a:cubicBezTo>
                  <a:pt x="82010" y="189167"/>
                  <a:pt x="78296" y="198025"/>
                  <a:pt x="75343" y="207169"/>
                </a:cubicBezTo>
                <a:lnTo>
                  <a:pt x="45244" y="207169"/>
                </a:lnTo>
                <a:lnTo>
                  <a:pt x="7144" y="207169"/>
                </a:lnTo>
                <a:lnTo>
                  <a:pt x="7144" y="245269"/>
                </a:lnTo>
                <a:lnTo>
                  <a:pt x="7144" y="302419"/>
                </a:lnTo>
                <a:lnTo>
                  <a:pt x="7144" y="340519"/>
                </a:lnTo>
                <a:lnTo>
                  <a:pt x="45244" y="340519"/>
                </a:lnTo>
                <a:lnTo>
                  <a:pt x="75343" y="340519"/>
                </a:lnTo>
                <a:cubicBezTo>
                  <a:pt x="78391" y="349663"/>
                  <a:pt x="82010" y="358521"/>
                  <a:pt x="86296" y="367094"/>
                </a:cubicBezTo>
                <a:lnTo>
                  <a:pt x="65056" y="388334"/>
                </a:lnTo>
                <a:lnTo>
                  <a:pt x="38100" y="415290"/>
                </a:lnTo>
                <a:lnTo>
                  <a:pt x="65056" y="442246"/>
                </a:lnTo>
                <a:lnTo>
                  <a:pt x="105442" y="482632"/>
                </a:lnTo>
                <a:lnTo>
                  <a:pt x="132397" y="509588"/>
                </a:lnTo>
                <a:lnTo>
                  <a:pt x="159353" y="482632"/>
                </a:lnTo>
                <a:lnTo>
                  <a:pt x="180594" y="461391"/>
                </a:lnTo>
                <a:cubicBezTo>
                  <a:pt x="189167" y="465677"/>
                  <a:pt x="198025" y="469297"/>
                  <a:pt x="207169" y="472345"/>
                </a:cubicBezTo>
                <a:lnTo>
                  <a:pt x="207169" y="502444"/>
                </a:lnTo>
                <a:lnTo>
                  <a:pt x="207169" y="540544"/>
                </a:lnTo>
                <a:lnTo>
                  <a:pt x="245269" y="540544"/>
                </a:lnTo>
                <a:lnTo>
                  <a:pt x="273844" y="540544"/>
                </a:lnTo>
                <a:lnTo>
                  <a:pt x="311944" y="540544"/>
                </a:lnTo>
                <a:lnTo>
                  <a:pt x="311944" y="370332"/>
                </a:lnTo>
                <a:lnTo>
                  <a:pt x="377380" y="435769"/>
                </a:lnTo>
                <a:lnTo>
                  <a:pt x="350044" y="435769"/>
                </a:lnTo>
                <a:lnTo>
                  <a:pt x="350044" y="473869"/>
                </a:lnTo>
                <a:lnTo>
                  <a:pt x="445294" y="473869"/>
                </a:lnTo>
                <a:lnTo>
                  <a:pt x="445294" y="378619"/>
                </a:lnTo>
                <a:lnTo>
                  <a:pt x="407194" y="378619"/>
                </a:lnTo>
                <a:lnTo>
                  <a:pt x="407194" y="411671"/>
                </a:lnTo>
                <a:lnTo>
                  <a:pt x="311944" y="316421"/>
                </a:lnTo>
                <a:lnTo>
                  <a:pt x="311944" y="292894"/>
                </a:lnTo>
                <a:lnTo>
                  <a:pt x="515779" y="292894"/>
                </a:lnTo>
                <a:lnTo>
                  <a:pt x="491585" y="317087"/>
                </a:lnTo>
                <a:lnTo>
                  <a:pt x="518541" y="344043"/>
                </a:lnTo>
                <a:lnTo>
                  <a:pt x="585883" y="276701"/>
                </a:lnTo>
                <a:lnTo>
                  <a:pt x="518541" y="209264"/>
                </a:lnTo>
                <a:close/>
                <a:moveTo>
                  <a:pt x="273844" y="359569"/>
                </a:moveTo>
                <a:cubicBezTo>
                  <a:pt x="226504" y="359569"/>
                  <a:pt x="188119" y="321183"/>
                  <a:pt x="188119" y="273844"/>
                </a:cubicBezTo>
                <a:cubicBezTo>
                  <a:pt x="188119" y="226505"/>
                  <a:pt x="226504" y="188119"/>
                  <a:pt x="273844" y="188119"/>
                </a:cubicBezTo>
                <a:lnTo>
                  <a:pt x="273844" y="359569"/>
                </a:lnTo>
                <a:close/>
                <a:moveTo>
                  <a:pt x="273844" y="150019"/>
                </a:moveTo>
                <a:cubicBezTo>
                  <a:pt x="205550" y="150019"/>
                  <a:pt x="150019" y="205550"/>
                  <a:pt x="150019" y="273844"/>
                </a:cubicBezTo>
                <a:cubicBezTo>
                  <a:pt x="150019" y="342138"/>
                  <a:pt x="205550" y="397669"/>
                  <a:pt x="273844" y="397669"/>
                </a:cubicBezTo>
                <a:lnTo>
                  <a:pt x="273844" y="502444"/>
                </a:lnTo>
                <a:lnTo>
                  <a:pt x="245269" y="502444"/>
                </a:lnTo>
                <a:lnTo>
                  <a:pt x="245269" y="442722"/>
                </a:lnTo>
                <a:cubicBezTo>
                  <a:pt x="219266" y="438341"/>
                  <a:pt x="195263" y="428149"/>
                  <a:pt x="174593" y="413480"/>
                </a:cubicBezTo>
                <a:lnTo>
                  <a:pt x="132397" y="455676"/>
                </a:lnTo>
                <a:lnTo>
                  <a:pt x="92012" y="415290"/>
                </a:lnTo>
                <a:lnTo>
                  <a:pt x="134207" y="373094"/>
                </a:lnTo>
                <a:cubicBezTo>
                  <a:pt x="119539" y="352425"/>
                  <a:pt x="109347" y="328422"/>
                  <a:pt x="104966" y="302419"/>
                </a:cubicBezTo>
                <a:lnTo>
                  <a:pt x="45244" y="302419"/>
                </a:lnTo>
                <a:lnTo>
                  <a:pt x="45244" y="245269"/>
                </a:lnTo>
                <a:lnTo>
                  <a:pt x="104966" y="245269"/>
                </a:lnTo>
                <a:cubicBezTo>
                  <a:pt x="109347" y="219266"/>
                  <a:pt x="119539" y="195263"/>
                  <a:pt x="134207" y="174593"/>
                </a:cubicBezTo>
                <a:lnTo>
                  <a:pt x="92012" y="132398"/>
                </a:lnTo>
                <a:lnTo>
                  <a:pt x="132397" y="92012"/>
                </a:lnTo>
                <a:lnTo>
                  <a:pt x="174593" y="134207"/>
                </a:lnTo>
                <a:cubicBezTo>
                  <a:pt x="195263" y="119539"/>
                  <a:pt x="219266" y="109347"/>
                  <a:pt x="245269" y="104966"/>
                </a:cubicBezTo>
                <a:lnTo>
                  <a:pt x="245269" y="45244"/>
                </a:lnTo>
                <a:lnTo>
                  <a:pt x="273844" y="45244"/>
                </a:lnTo>
                <a:lnTo>
                  <a:pt x="273844" y="150019"/>
                </a:lnTo>
                <a:close/>
              </a:path>
            </a:pathLst>
          </a:custGeom>
          <a:solidFill>
            <a:schemeClr val="tx2"/>
          </a:solidFill>
          <a:ln w="9525" cap="flat">
            <a:noFill/>
            <a:prstDash val="solid"/>
            <a:miter/>
          </a:ln>
        </p:spPr>
        <p:txBody>
          <a:bodyPr rtlCol="0" anchor="ctr"/>
          <a:lstStyle/>
          <a:p>
            <a:endParaRPr lang="en-US"/>
          </a:p>
        </p:txBody>
      </p:sp>
      <p:sp>
        <p:nvSpPr>
          <p:cNvPr id="335" name="TextBox 46">
            <a:extLst>
              <a:ext uri="{FF2B5EF4-FFF2-40B4-BE49-F238E27FC236}">
                <a16:creationId xmlns:a16="http://schemas.microsoft.com/office/drawing/2014/main" id="{AF9F812A-272A-5C4D-8F97-3DE7A7989699}"/>
              </a:ext>
            </a:extLst>
          </p:cNvPr>
          <p:cNvSpPr txBox="1"/>
          <p:nvPr/>
        </p:nvSpPr>
        <p:spPr>
          <a:xfrm>
            <a:off x="9002464" y="1867665"/>
            <a:ext cx="375103" cy="215444"/>
          </a:xfrm>
          <a:prstGeom prst="rect">
            <a:avLst/>
          </a:prstGeom>
          <a:noFill/>
        </p:spPr>
        <p:txBody>
          <a:bodyPr wrap="none" lIns="0" rIns="0" rtlCol="0" anchor="ctr" anchorCtr="0">
            <a:noAutofit/>
          </a:bodyPr>
          <a:lstStyle/>
          <a:p>
            <a:pPr algn="ctr"/>
            <a:r>
              <a:rPr lang="en-US" sz="800"/>
              <a:t>Bimodal</a:t>
            </a:r>
          </a:p>
        </p:txBody>
      </p:sp>
      <p:sp>
        <p:nvSpPr>
          <p:cNvPr id="337" name="Freeform: Shape 14">
            <a:extLst>
              <a:ext uri="{FF2B5EF4-FFF2-40B4-BE49-F238E27FC236}">
                <a16:creationId xmlns:a16="http://schemas.microsoft.com/office/drawing/2014/main" id="{35EDDF8A-07F6-E347-9C8E-445A3766110F}"/>
              </a:ext>
            </a:extLst>
          </p:cNvPr>
          <p:cNvSpPr>
            <a:spLocks noChangeAspect="1"/>
          </p:cNvSpPr>
          <p:nvPr/>
        </p:nvSpPr>
        <p:spPr>
          <a:xfrm>
            <a:off x="3504324" y="3222476"/>
            <a:ext cx="561975" cy="504825"/>
          </a:xfrm>
          <a:custGeom>
            <a:avLst/>
            <a:gdLst>
              <a:gd name="connsiteX0" fmla="*/ 502444 w 561975"/>
              <a:gd name="connsiteY0" fmla="*/ 197644 h 504825"/>
              <a:gd name="connsiteX1" fmla="*/ 492823 w 561975"/>
              <a:gd name="connsiteY1" fmla="*/ 198501 h 504825"/>
              <a:gd name="connsiteX2" fmla="*/ 438436 w 561975"/>
              <a:gd name="connsiteY2" fmla="*/ 104299 h 504825"/>
              <a:gd name="connsiteX3" fmla="*/ 454819 w 561975"/>
              <a:gd name="connsiteY3" fmla="*/ 64294 h 504825"/>
              <a:gd name="connsiteX4" fmla="*/ 397669 w 561975"/>
              <a:gd name="connsiteY4" fmla="*/ 7144 h 504825"/>
              <a:gd name="connsiteX5" fmla="*/ 343852 w 561975"/>
              <a:gd name="connsiteY5" fmla="*/ 45244 h 504825"/>
              <a:gd name="connsiteX6" fmla="*/ 222885 w 561975"/>
              <a:gd name="connsiteY6" fmla="*/ 45244 h 504825"/>
              <a:gd name="connsiteX7" fmla="*/ 169069 w 561975"/>
              <a:gd name="connsiteY7" fmla="*/ 7144 h 504825"/>
              <a:gd name="connsiteX8" fmla="*/ 111919 w 561975"/>
              <a:gd name="connsiteY8" fmla="*/ 64294 h 504825"/>
              <a:gd name="connsiteX9" fmla="*/ 128302 w 561975"/>
              <a:gd name="connsiteY9" fmla="*/ 104299 h 504825"/>
              <a:gd name="connsiteX10" fmla="*/ 73914 w 561975"/>
              <a:gd name="connsiteY10" fmla="*/ 198501 h 504825"/>
              <a:gd name="connsiteX11" fmla="*/ 64294 w 561975"/>
              <a:gd name="connsiteY11" fmla="*/ 197644 h 504825"/>
              <a:gd name="connsiteX12" fmla="*/ 7144 w 561975"/>
              <a:gd name="connsiteY12" fmla="*/ 254794 h 504825"/>
              <a:gd name="connsiteX13" fmla="*/ 64294 w 561975"/>
              <a:gd name="connsiteY13" fmla="*/ 311944 h 504825"/>
              <a:gd name="connsiteX14" fmla="*/ 73914 w 561975"/>
              <a:gd name="connsiteY14" fmla="*/ 311087 h 504825"/>
              <a:gd name="connsiteX15" fmla="*/ 128302 w 561975"/>
              <a:gd name="connsiteY15" fmla="*/ 405289 h 504825"/>
              <a:gd name="connsiteX16" fmla="*/ 111919 w 561975"/>
              <a:gd name="connsiteY16" fmla="*/ 445294 h 504825"/>
              <a:gd name="connsiteX17" fmla="*/ 169069 w 561975"/>
              <a:gd name="connsiteY17" fmla="*/ 502444 h 504825"/>
              <a:gd name="connsiteX18" fmla="*/ 222885 w 561975"/>
              <a:gd name="connsiteY18" fmla="*/ 464344 h 504825"/>
              <a:gd name="connsiteX19" fmla="*/ 343852 w 561975"/>
              <a:gd name="connsiteY19" fmla="*/ 464344 h 504825"/>
              <a:gd name="connsiteX20" fmla="*/ 397669 w 561975"/>
              <a:gd name="connsiteY20" fmla="*/ 502444 h 504825"/>
              <a:gd name="connsiteX21" fmla="*/ 454819 w 561975"/>
              <a:gd name="connsiteY21" fmla="*/ 445294 h 504825"/>
              <a:gd name="connsiteX22" fmla="*/ 438436 w 561975"/>
              <a:gd name="connsiteY22" fmla="*/ 405289 h 504825"/>
              <a:gd name="connsiteX23" fmla="*/ 492823 w 561975"/>
              <a:gd name="connsiteY23" fmla="*/ 311087 h 504825"/>
              <a:gd name="connsiteX24" fmla="*/ 502444 w 561975"/>
              <a:gd name="connsiteY24" fmla="*/ 311944 h 504825"/>
              <a:gd name="connsiteX25" fmla="*/ 559594 w 561975"/>
              <a:gd name="connsiteY25" fmla="*/ 254794 h 504825"/>
              <a:gd name="connsiteX26" fmla="*/ 502444 w 561975"/>
              <a:gd name="connsiteY26" fmla="*/ 197644 h 504825"/>
              <a:gd name="connsiteX27" fmla="*/ 397669 w 561975"/>
              <a:gd name="connsiteY27" fmla="*/ 40481 h 504825"/>
              <a:gd name="connsiteX28" fmla="*/ 421481 w 561975"/>
              <a:gd name="connsiteY28" fmla="*/ 64294 h 504825"/>
              <a:gd name="connsiteX29" fmla="*/ 419957 w 561975"/>
              <a:gd name="connsiteY29" fmla="*/ 72295 h 504825"/>
              <a:gd name="connsiteX30" fmla="*/ 397669 w 561975"/>
              <a:gd name="connsiteY30" fmla="*/ 88106 h 504825"/>
              <a:gd name="connsiteX31" fmla="*/ 373856 w 561975"/>
              <a:gd name="connsiteY31" fmla="*/ 64294 h 504825"/>
              <a:gd name="connsiteX32" fmla="*/ 383572 w 561975"/>
              <a:gd name="connsiteY32" fmla="*/ 45244 h 504825"/>
              <a:gd name="connsiteX33" fmla="*/ 397669 w 561975"/>
              <a:gd name="connsiteY33" fmla="*/ 40481 h 504825"/>
              <a:gd name="connsiteX34" fmla="*/ 145256 w 561975"/>
              <a:gd name="connsiteY34" fmla="*/ 64294 h 504825"/>
              <a:gd name="connsiteX35" fmla="*/ 169069 w 561975"/>
              <a:gd name="connsiteY35" fmla="*/ 40481 h 504825"/>
              <a:gd name="connsiteX36" fmla="*/ 183166 w 561975"/>
              <a:gd name="connsiteY36" fmla="*/ 45244 h 504825"/>
              <a:gd name="connsiteX37" fmla="*/ 192881 w 561975"/>
              <a:gd name="connsiteY37" fmla="*/ 64294 h 504825"/>
              <a:gd name="connsiteX38" fmla="*/ 169069 w 561975"/>
              <a:gd name="connsiteY38" fmla="*/ 88106 h 504825"/>
              <a:gd name="connsiteX39" fmla="*/ 146780 w 561975"/>
              <a:gd name="connsiteY39" fmla="*/ 72295 h 504825"/>
              <a:gd name="connsiteX40" fmla="*/ 145256 w 561975"/>
              <a:gd name="connsiteY40" fmla="*/ 64294 h 504825"/>
              <a:gd name="connsiteX41" fmla="*/ 64294 w 561975"/>
              <a:gd name="connsiteY41" fmla="*/ 278606 h 504825"/>
              <a:gd name="connsiteX42" fmla="*/ 53626 w 561975"/>
              <a:gd name="connsiteY42" fmla="*/ 275939 h 504825"/>
              <a:gd name="connsiteX43" fmla="*/ 40481 w 561975"/>
              <a:gd name="connsiteY43" fmla="*/ 254794 h 504825"/>
              <a:gd name="connsiteX44" fmla="*/ 53626 w 561975"/>
              <a:gd name="connsiteY44" fmla="*/ 233648 h 504825"/>
              <a:gd name="connsiteX45" fmla="*/ 64294 w 561975"/>
              <a:gd name="connsiteY45" fmla="*/ 230981 h 504825"/>
              <a:gd name="connsiteX46" fmla="*/ 87725 w 561975"/>
              <a:gd name="connsiteY46" fmla="*/ 250793 h 504825"/>
              <a:gd name="connsiteX47" fmla="*/ 88106 w 561975"/>
              <a:gd name="connsiteY47" fmla="*/ 254794 h 504825"/>
              <a:gd name="connsiteX48" fmla="*/ 87725 w 561975"/>
              <a:gd name="connsiteY48" fmla="*/ 258794 h 504825"/>
              <a:gd name="connsiteX49" fmla="*/ 64294 w 561975"/>
              <a:gd name="connsiteY49" fmla="*/ 278606 h 504825"/>
              <a:gd name="connsiteX50" fmla="*/ 169069 w 561975"/>
              <a:gd name="connsiteY50" fmla="*/ 469106 h 504825"/>
              <a:gd name="connsiteX51" fmla="*/ 145256 w 561975"/>
              <a:gd name="connsiteY51" fmla="*/ 445294 h 504825"/>
              <a:gd name="connsiteX52" fmla="*/ 146780 w 561975"/>
              <a:gd name="connsiteY52" fmla="*/ 437293 h 504825"/>
              <a:gd name="connsiteX53" fmla="*/ 169069 w 561975"/>
              <a:gd name="connsiteY53" fmla="*/ 421481 h 504825"/>
              <a:gd name="connsiteX54" fmla="*/ 192881 w 561975"/>
              <a:gd name="connsiteY54" fmla="*/ 445294 h 504825"/>
              <a:gd name="connsiteX55" fmla="*/ 183166 w 561975"/>
              <a:gd name="connsiteY55" fmla="*/ 464344 h 504825"/>
              <a:gd name="connsiteX56" fmla="*/ 169069 w 561975"/>
              <a:gd name="connsiteY56" fmla="*/ 469106 h 504825"/>
              <a:gd name="connsiteX57" fmla="*/ 421481 w 561975"/>
              <a:gd name="connsiteY57" fmla="*/ 445294 h 504825"/>
              <a:gd name="connsiteX58" fmla="*/ 397669 w 561975"/>
              <a:gd name="connsiteY58" fmla="*/ 469106 h 504825"/>
              <a:gd name="connsiteX59" fmla="*/ 383572 w 561975"/>
              <a:gd name="connsiteY59" fmla="*/ 464344 h 504825"/>
              <a:gd name="connsiteX60" fmla="*/ 373856 w 561975"/>
              <a:gd name="connsiteY60" fmla="*/ 445294 h 504825"/>
              <a:gd name="connsiteX61" fmla="*/ 397669 w 561975"/>
              <a:gd name="connsiteY61" fmla="*/ 421481 h 504825"/>
              <a:gd name="connsiteX62" fmla="*/ 419957 w 561975"/>
              <a:gd name="connsiteY62" fmla="*/ 437293 h 504825"/>
              <a:gd name="connsiteX63" fmla="*/ 421481 w 561975"/>
              <a:gd name="connsiteY63" fmla="*/ 445294 h 504825"/>
              <a:gd name="connsiteX64" fmla="*/ 404146 w 561975"/>
              <a:gd name="connsiteY64" fmla="*/ 388525 h 504825"/>
              <a:gd name="connsiteX65" fmla="*/ 397669 w 561975"/>
              <a:gd name="connsiteY65" fmla="*/ 388144 h 504825"/>
              <a:gd name="connsiteX66" fmla="*/ 343852 w 561975"/>
              <a:gd name="connsiteY66" fmla="*/ 426244 h 504825"/>
              <a:gd name="connsiteX67" fmla="*/ 222885 w 561975"/>
              <a:gd name="connsiteY67" fmla="*/ 426244 h 504825"/>
              <a:gd name="connsiteX68" fmla="*/ 169069 w 561975"/>
              <a:gd name="connsiteY68" fmla="*/ 388144 h 504825"/>
              <a:gd name="connsiteX69" fmla="*/ 162592 w 561975"/>
              <a:gd name="connsiteY69" fmla="*/ 388525 h 504825"/>
              <a:gd name="connsiteX70" fmla="*/ 107156 w 561975"/>
              <a:gd name="connsiteY70" fmla="*/ 292513 h 504825"/>
              <a:gd name="connsiteX71" fmla="*/ 121444 w 561975"/>
              <a:gd name="connsiteY71" fmla="*/ 254794 h 504825"/>
              <a:gd name="connsiteX72" fmla="*/ 107156 w 561975"/>
              <a:gd name="connsiteY72" fmla="*/ 217075 h 504825"/>
              <a:gd name="connsiteX73" fmla="*/ 162592 w 561975"/>
              <a:gd name="connsiteY73" fmla="*/ 121063 h 504825"/>
              <a:gd name="connsiteX74" fmla="*/ 169069 w 561975"/>
              <a:gd name="connsiteY74" fmla="*/ 121444 h 504825"/>
              <a:gd name="connsiteX75" fmla="*/ 222885 w 561975"/>
              <a:gd name="connsiteY75" fmla="*/ 83344 h 504825"/>
              <a:gd name="connsiteX76" fmla="*/ 343852 w 561975"/>
              <a:gd name="connsiteY76" fmla="*/ 83344 h 504825"/>
              <a:gd name="connsiteX77" fmla="*/ 397669 w 561975"/>
              <a:gd name="connsiteY77" fmla="*/ 121444 h 504825"/>
              <a:gd name="connsiteX78" fmla="*/ 404146 w 561975"/>
              <a:gd name="connsiteY78" fmla="*/ 121063 h 504825"/>
              <a:gd name="connsiteX79" fmla="*/ 459581 w 561975"/>
              <a:gd name="connsiteY79" fmla="*/ 217075 h 504825"/>
              <a:gd name="connsiteX80" fmla="*/ 445294 w 561975"/>
              <a:gd name="connsiteY80" fmla="*/ 254794 h 504825"/>
              <a:gd name="connsiteX81" fmla="*/ 459581 w 561975"/>
              <a:gd name="connsiteY81" fmla="*/ 292513 h 504825"/>
              <a:gd name="connsiteX82" fmla="*/ 404146 w 561975"/>
              <a:gd name="connsiteY82" fmla="*/ 388525 h 504825"/>
              <a:gd name="connsiteX83" fmla="*/ 513112 w 561975"/>
              <a:gd name="connsiteY83" fmla="*/ 275939 h 504825"/>
              <a:gd name="connsiteX84" fmla="*/ 502444 w 561975"/>
              <a:gd name="connsiteY84" fmla="*/ 278606 h 504825"/>
              <a:gd name="connsiteX85" fmla="*/ 479012 w 561975"/>
              <a:gd name="connsiteY85" fmla="*/ 258794 h 504825"/>
              <a:gd name="connsiteX86" fmla="*/ 478631 w 561975"/>
              <a:gd name="connsiteY86" fmla="*/ 254794 h 504825"/>
              <a:gd name="connsiteX87" fmla="*/ 479012 w 561975"/>
              <a:gd name="connsiteY87" fmla="*/ 250793 h 504825"/>
              <a:gd name="connsiteX88" fmla="*/ 502444 w 561975"/>
              <a:gd name="connsiteY88" fmla="*/ 230981 h 504825"/>
              <a:gd name="connsiteX89" fmla="*/ 513112 w 561975"/>
              <a:gd name="connsiteY89" fmla="*/ 233648 h 504825"/>
              <a:gd name="connsiteX90" fmla="*/ 526256 w 561975"/>
              <a:gd name="connsiteY90" fmla="*/ 254794 h 504825"/>
              <a:gd name="connsiteX91" fmla="*/ 513112 w 561975"/>
              <a:gd name="connsiteY91" fmla="*/ 275939 h 504825"/>
              <a:gd name="connsiteX92" fmla="*/ 381286 w 561975"/>
              <a:gd name="connsiteY92" fmla="*/ 216503 h 504825"/>
              <a:gd name="connsiteX93" fmla="*/ 324231 w 561975"/>
              <a:gd name="connsiteY93" fmla="*/ 174593 h 504825"/>
              <a:gd name="connsiteX94" fmla="*/ 316992 w 561975"/>
              <a:gd name="connsiteY94" fmla="*/ 175069 h 504825"/>
              <a:gd name="connsiteX95" fmla="*/ 262985 w 561975"/>
              <a:gd name="connsiteY95" fmla="*/ 154210 h 504825"/>
              <a:gd name="connsiteX96" fmla="*/ 186785 w 561975"/>
              <a:gd name="connsiteY96" fmla="*/ 209264 h 504825"/>
              <a:gd name="connsiteX97" fmla="*/ 150019 w 561975"/>
              <a:gd name="connsiteY97" fmla="*/ 267081 h 504825"/>
              <a:gd name="connsiteX98" fmla="*/ 209074 w 561975"/>
              <a:gd name="connsiteY98" fmla="*/ 330803 h 504825"/>
              <a:gd name="connsiteX99" fmla="*/ 213931 w 561975"/>
              <a:gd name="connsiteY99" fmla="*/ 331089 h 504825"/>
              <a:gd name="connsiteX100" fmla="*/ 352330 w 561975"/>
              <a:gd name="connsiteY100" fmla="*/ 331089 h 504825"/>
              <a:gd name="connsiteX101" fmla="*/ 353949 w 561975"/>
              <a:gd name="connsiteY101" fmla="*/ 331089 h 504825"/>
              <a:gd name="connsiteX102" fmla="*/ 356045 w 561975"/>
              <a:gd name="connsiteY102" fmla="*/ 331089 h 504825"/>
              <a:gd name="connsiteX103" fmla="*/ 356902 w 561975"/>
              <a:gd name="connsiteY103" fmla="*/ 331089 h 504825"/>
              <a:gd name="connsiteX104" fmla="*/ 416814 w 561975"/>
              <a:gd name="connsiteY104" fmla="*/ 271177 h 504825"/>
              <a:gd name="connsiteX105" fmla="*/ 381286 w 561975"/>
              <a:gd name="connsiteY105" fmla="*/ 216503 h 504825"/>
              <a:gd name="connsiteX106" fmla="*/ 356902 w 561975"/>
              <a:gd name="connsiteY106" fmla="*/ 292894 h 504825"/>
              <a:gd name="connsiteX107" fmla="*/ 356902 w 561975"/>
              <a:gd name="connsiteY107" fmla="*/ 292894 h 504825"/>
              <a:gd name="connsiteX108" fmla="*/ 355949 w 561975"/>
              <a:gd name="connsiteY108" fmla="*/ 292894 h 504825"/>
              <a:gd name="connsiteX109" fmla="*/ 355092 w 561975"/>
              <a:gd name="connsiteY109" fmla="*/ 292894 h 504825"/>
              <a:gd name="connsiteX110" fmla="*/ 353854 w 561975"/>
              <a:gd name="connsiteY110" fmla="*/ 292894 h 504825"/>
              <a:gd name="connsiteX111" fmla="*/ 214027 w 561975"/>
              <a:gd name="connsiteY111" fmla="*/ 292894 h 504825"/>
              <a:gd name="connsiteX112" fmla="*/ 212217 w 561975"/>
              <a:gd name="connsiteY112" fmla="*/ 292799 h 504825"/>
              <a:gd name="connsiteX113" fmla="*/ 188119 w 561975"/>
              <a:gd name="connsiteY113" fmla="*/ 267081 h 504825"/>
              <a:gd name="connsiteX114" fmla="*/ 207454 w 561975"/>
              <a:gd name="connsiteY114" fmla="*/ 242126 h 504825"/>
              <a:gd name="connsiteX115" fmla="*/ 219265 w 561975"/>
              <a:gd name="connsiteY115" fmla="*/ 239078 h 504825"/>
              <a:gd name="connsiteX116" fmla="*/ 221456 w 561975"/>
              <a:gd name="connsiteY116" fmla="*/ 226981 h 504825"/>
              <a:gd name="connsiteX117" fmla="*/ 262890 w 561975"/>
              <a:gd name="connsiteY117" fmla="*/ 192215 h 504825"/>
              <a:gd name="connsiteX118" fmla="*/ 295751 w 561975"/>
              <a:gd name="connsiteY118" fmla="*/ 207931 h 504825"/>
              <a:gd name="connsiteX119" fmla="*/ 304229 w 561975"/>
              <a:gd name="connsiteY119" fmla="*/ 218408 h 504825"/>
              <a:gd name="connsiteX120" fmla="*/ 316897 w 561975"/>
              <a:gd name="connsiteY120" fmla="*/ 213931 h 504825"/>
              <a:gd name="connsiteX121" fmla="*/ 345853 w 561975"/>
              <a:gd name="connsiteY121" fmla="*/ 232601 h 504825"/>
              <a:gd name="connsiteX122" fmla="*/ 346996 w 561975"/>
              <a:gd name="connsiteY122" fmla="*/ 246983 h 504825"/>
              <a:gd name="connsiteX123" fmla="*/ 361093 w 561975"/>
              <a:gd name="connsiteY123" fmla="*/ 249746 h 504825"/>
              <a:gd name="connsiteX124" fmla="*/ 378619 w 561975"/>
              <a:gd name="connsiteY124" fmla="*/ 271082 h 504825"/>
              <a:gd name="connsiteX125" fmla="*/ 356902 w 561975"/>
              <a:gd name="connsiteY125" fmla="*/ 29289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561975" h="504825">
                <a:moveTo>
                  <a:pt x="502444" y="197644"/>
                </a:moveTo>
                <a:cubicBezTo>
                  <a:pt x="499205" y="197644"/>
                  <a:pt x="495967" y="198025"/>
                  <a:pt x="492823" y="198501"/>
                </a:cubicBezTo>
                <a:lnTo>
                  <a:pt x="438436" y="104299"/>
                </a:lnTo>
                <a:cubicBezTo>
                  <a:pt x="448532" y="94012"/>
                  <a:pt x="454819" y="79915"/>
                  <a:pt x="454819" y="64294"/>
                </a:cubicBezTo>
                <a:cubicBezTo>
                  <a:pt x="454819" y="32766"/>
                  <a:pt x="429196" y="7144"/>
                  <a:pt x="397669" y="7144"/>
                </a:cubicBezTo>
                <a:cubicBezTo>
                  <a:pt x="372809" y="7144"/>
                  <a:pt x="351663" y="23051"/>
                  <a:pt x="343852" y="45244"/>
                </a:cubicBezTo>
                <a:lnTo>
                  <a:pt x="222885" y="45244"/>
                </a:lnTo>
                <a:cubicBezTo>
                  <a:pt x="215074" y="23051"/>
                  <a:pt x="193929" y="7144"/>
                  <a:pt x="169069" y="7144"/>
                </a:cubicBezTo>
                <a:cubicBezTo>
                  <a:pt x="137541" y="7144"/>
                  <a:pt x="111919" y="32766"/>
                  <a:pt x="111919" y="64294"/>
                </a:cubicBezTo>
                <a:cubicBezTo>
                  <a:pt x="111919" y="79915"/>
                  <a:pt x="118205" y="94012"/>
                  <a:pt x="128302" y="104299"/>
                </a:cubicBezTo>
                <a:lnTo>
                  <a:pt x="73914" y="198501"/>
                </a:lnTo>
                <a:cubicBezTo>
                  <a:pt x="70771" y="197930"/>
                  <a:pt x="67627" y="197644"/>
                  <a:pt x="64294" y="197644"/>
                </a:cubicBezTo>
                <a:cubicBezTo>
                  <a:pt x="32766" y="197644"/>
                  <a:pt x="7144" y="223266"/>
                  <a:pt x="7144" y="254794"/>
                </a:cubicBezTo>
                <a:cubicBezTo>
                  <a:pt x="7144" y="286322"/>
                  <a:pt x="32766" y="311944"/>
                  <a:pt x="64294" y="311944"/>
                </a:cubicBezTo>
                <a:cubicBezTo>
                  <a:pt x="67532" y="311944"/>
                  <a:pt x="70771" y="311563"/>
                  <a:pt x="73914" y="311087"/>
                </a:cubicBezTo>
                <a:lnTo>
                  <a:pt x="128302" y="405289"/>
                </a:lnTo>
                <a:cubicBezTo>
                  <a:pt x="118205" y="415576"/>
                  <a:pt x="111919" y="429673"/>
                  <a:pt x="111919" y="445294"/>
                </a:cubicBezTo>
                <a:cubicBezTo>
                  <a:pt x="111919" y="476822"/>
                  <a:pt x="137541" y="502444"/>
                  <a:pt x="169069" y="502444"/>
                </a:cubicBezTo>
                <a:cubicBezTo>
                  <a:pt x="193929" y="502444"/>
                  <a:pt x="215074" y="486537"/>
                  <a:pt x="222885" y="464344"/>
                </a:cubicBezTo>
                <a:lnTo>
                  <a:pt x="343852" y="464344"/>
                </a:lnTo>
                <a:cubicBezTo>
                  <a:pt x="351663" y="486537"/>
                  <a:pt x="372809" y="502444"/>
                  <a:pt x="397669" y="502444"/>
                </a:cubicBezTo>
                <a:cubicBezTo>
                  <a:pt x="429196" y="502444"/>
                  <a:pt x="454819" y="476822"/>
                  <a:pt x="454819" y="445294"/>
                </a:cubicBezTo>
                <a:cubicBezTo>
                  <a:pt x="454819" y="429673"/>
                  <a:pt x="448532" y="415576"/>
                  <a:pt x="438436" y="405289"/>
                </a:cubicBezTo>
                <a:lnTo>
                  <a:pt x="492823" y="311087"/>
                </a:lnTo>
                <a:cubicBezTo>
                  <a:pt x="495967" y="311658"/>
                  <a:pt x="499110" y="311944"/>
                  <a:pt x="502444" y="311944"/>
                </a:cubicBezTo>
                <a:cubicBezTo>
                  <a:pt x="533972" y="311944"/>
                  <a:pt x="559594" y="286322"/>
                  <a:pt x="559594" y="254794"/>
                </a:cubicBezTo>
                <a:cubicBezTo>
                  <a:pt x="559594" y="223266"/>
                  <a:pt x="533972" y="197644"/>
                  <a:pt x="502444" y="197644"/>
                </a:cubicBezTo>
                <a:close/>
                <a:moveTo>
                  <a:pt x="397669" y="40481"/>
                </a:moveTo>
                <a:cubicBezTo>
                  <a:pt x="410813" y="40481"/>
                  <a:pt x="421481" y="51149"/>
                  <a:pt x="421481" y="64294"/>
                </a:cubicBezTo>
                <a:cubicBezTo>
                  <a:pt x="421481" y="67151"/>
                  <a:pt x="420910" y="69818"/>
                  <a:pt x="419957" y="72295"/>
                </a:cubicBezTo>
                <a:cubicBezTo>
                  <a:pt x="416623" y="81439"/>
                  <a:pt x="407956" y="88106"/>
                  <a:pt x="397669" y="88106"/>
                </a:cubicBezTo>
                <a:cubicBezTo>
                  <a:pt x="384524" y="88106"/>
                  <a:pt x="373856" y="77438"/>
                  <a:pt x="373856" y="64294"/>
                </a:cubicBezTo>
                <a:cubicBezTo>
                  <a:pt x="373856" y="56483"/>
                  <a:pt x="377666" y="49625"/>
                  <a:pt x="383572" y="45244"/>
                </a:cubicBezTo>
                <a:cubicBezTo>
                  <a:pt x="387477" y="42291"/>
                  <a:pt x="392335" y="40481"/>
                  <a:pt x="397669" y="40481"/>
                </a:cubicBezTo>
                <a:close/>
                <a:moveTo>
                  <a:pt x="145256" y="64294"/>
                </a:moveTo>
                <a:cubicBezTo>
                  <a:pt x="145256" y="51149"/>
                  <a:pt x="155924" y="40481"/>
                  <a:pt x="169069" y="40481"/>
                </a:cubicBezTo>
                <a:cubicBezTo>
                  <a:pt x="174403" y="40481"/>
                  <a:pt x="179261" y="42291"/>
                  <a:pt x="183166" y="45244"/>
                </a:cubicBezTo>
                <a:cubicBezTo>
                  <a:pt x="188976" y="49625"/>
                  <a:pt x="192881" y="56483"/>
                  <a:pt x="192881" y="64294"/>
                </a:cubicBezTo>
                <a:cubicBezTo>
                  <a:pt x="192881" y="77438"/>
                  <a:pt x="182213" y="88106"/>
                  <a:pt x="169069" y="88106"/>
                </a:cubicBezTo>
                <a:cubicBezTo>
                  <a:pt x="158782" y="88106"/>
                  <a:pt x="150019" y="81534"/>
                  <a:pt x="146780" y="72295"/>
                </a:cubicBezTo>
                <a:cubicBezTo>
                  <a:pt x="145828" y="69818"/>
                  <a:pt x="145256" y="67151"/>
                  <a:pt x="145256" y="64294"/>
                </a:cubicBezTo>
                <a:close/>
                <a:moveTo>
                  <a:pt x="64294" y="278606"/>
                </a:moveTo>
                <a:cubicBezTo>
                  <a:pt x="60484" y="278606"/>
                  <a:pt x="56864" y="277559"/>
                  <a:pt x="53626" y="275939"/>
                </a:cubicBezTo>
                <a:cubicBezTo>
                  <a:pt x="45910" y="272034"/>
                  <a:pt x="40481" y="264033"/>
                  <a:pt x="40481" y="254794"/>
                </a:cubicBezTo>
                <a:cubicBezTo>
                  <a:pt x="40481" y="245555"/>
                  <a:pt x="45910" y="237554"/>
                  <a:pt x="53626" y="233648"/>
                </a:cubicBezTo>
                <a:cubicBezTo>
                  <a:pt x="56864" y="232029"/>
                  <a:pt x="60484" y="230981"/>
                  <a:pt x="64294" y="230981"/>
                </a:cubicBezTo>
                <a:cubicBezTo>
                  <a:pt x="76009" y="230981"/>
                  <a:pt x="85820" y="239554"/>
                  <a:pt x="87725" y="250793"/>
                </a:cubicBezTo>
                <a:cubicBezTo>
                  <a:pt x="87916" y="252127"/>
                  <a:pt x="88106" y="253460"/>
                  <a:pt x="88106" y="254794"/>
                </a:cubicBezTo>
                <a:cubicBezTo>
                  <a:pt x="88106" y="256127"/>
                  <a:pt x="87916" y="257461"/>
                  <a:pt x="87725" y="258794"/>
                </a:cubicBezTo>
                <a:cubicBezTo>
                  <a:pt x="85725" y="270034"/>
                  <a:pt x="76009" y="278606"/>
                  <a:pt x="64294" y="278606"/>
                </a:cubicBezTo>
                <a:close/>
                <a:moveTo>
                  <a:pt x="169069" y="469106"/>
                </a:moveTo>
                <a:cubicBezTo>
                  <a:pt x="155924" y="469106"/>
                  <a:pt x="145256" y="458438"/>
                  <a:pt x="145256" y="445294"/>
                </a:cubicBezTo>
                <a:cubicBezTo>
                  <a:pt x="145256" y="442436"/>
                  <a:pt x="145828" y="439769"/>
                  <a:pt x="146780" y="437293"/>
                </a:cubicBezTo>
                <a:cubicBezTo>
                  <a:pt x="150114" y="428149"/>
                  <a:pt x="158782" y="421481"/>
                  <a:pt x="169069" y="421481"/>
                </a:cubicBezTo>
                <a:cubicBezTo>
                  <a:pt x="182213" y="421481"/>
                  <a:pt x="192881" y="432149"/>
                  <a:pt x="192881" y="445294"/>
                </a:cubicBezTo>
                <a:cubicBezTo>
                  <a:pt x="192881" y="453104"/>
                  <a:pt x="189071" y="459962"/>
                  <a:pt x="183166" y="464344"/>
                </a:cubicBezTo>
                <a:cubicBezTo>
                  <a:pt x="179261" y="467297"/>
                  <a:pt x="174403" y="469106"/>
                  <a:pt x="169069" y="469106"/>
                </a:cubicBezTo>
                <a:close/>
                <a:moveTo>
                  <a:pt x="421481" y="445294"/>
                </a:moveTo>
                <a:cubicBezTo>
                  <a:pt x="421481" y="458438"/>
                  <a:pt x="410813" y="469106"/>
                  <a:pt x="397669" y="469106"/>
                </a:cubicBezTo>
                <a:cubicBezTo>
                  <a:pt x="392335" y="469106"/>
                  <a:pt x="387477" y="467297"/>
                  <a:pt x="383572" y="464344"/>
                </a:cubicBezTo>
                <a:cubicBezTo>
                  <a:pt x="377762" y="459962"/>
                  <a:pt x="373856" y="453104"/>
                  <a:pt x="373856" y="445294"/>
                </a:cubicBezTo>
                <a:cubicBezTo>
                  <a:pt x="373856" y="432149"/>
                  <a:pt x="384524" y="421481"/>
                  <a:pt x="397669" y="421481"/>
                </a:cubicBezTo>
                <a:cubicBezTo>
                  <a:pt x="407956" y="421481"/>
                  <a:pt x="416719" y="428054"/>
                  <a:pt x="419957" y="437293"/>
                </a:cubicBezTo>
                <a:cubicBezTo>
                  <a:pt x="420910" y="439769"/>
                  <a:pt x="421481" y="442436"/>
                  <a:pt x="421481" y="445294"/>
                </a:cubicBezTo>
                <a:close/>
                <a:moveTo>
                  <a:pt x="404146" y="388525"/>
                </a:moveTo>
                <a:cubicBezTo>
                  <a:pt x="402050" y="388239"/>
                  <a:pt x="399859" y="388144"/>
                  <a:pt x="397669" y="388144"/>
                </a:cubicBezTo>
                <a:cubicBezTo>
                  <a:pt x="372809" y="388144"/>
                  <a:pt x="351663" y="404050"/>
                  <a:pt x="343852" y="426244"/>
                </a:cubicBezTo>
                <a:lnTo>
                  <a:pt x="222885" y="426244"/>
                </a:lnTo>
                <a:cubicBezTo>
                  <a:pt x="215074" y="404050"/>
                  <a:pt x="193929" y="388144"/>
                  <a:pt x="169069" y="388144"/>
                </a:cubicBezTo>
                <a:cubicBezTo>
                  <a:pt x="166878" y="388144"/>
                  <a:pt x="164687" y="388334"/>
                  <a:pt x="162592" y="388525"/>
                </a:cubicBezTo>
                <a:lnTo>
                  <a:pt x="107156" y="292513"/>
                </a:lnTo>
                <a:cubicBezTo>
                  <a:pt x="116015" y="282416"/>
                  <a:pt x="121444" y="269272"/>
                  <a:pt x="121444" y="254794"/>
                </a:cubicBezTo>
                <a:cubicBezTo>
                  <a:pt x="121444" y="240316"/>
                  <a:pt x="116015" y="227171"/>
                  <a:pt x="107156" y="217075"/>
                </a:cubicBezTo>
                <a:lnTo>
                  <a:pt x="162592" y="121063"/>
                </a:lnTo>
                <a:cubicBezTo>
                  <a:pt x="164687" y="121349"/>
                  <a:pt x="166878" y="121444"/>
                  <a:pt x="169069" y="121444"/>
                </a:cubicBezTo>
                <a:cubicBezTo>
                  <a:pt x="193929" y="121444"/>
                  <a:pt x="215074" y="105537"/>
                  <a:pt x="222885" y="83344"/>
                </a:cubicBezTo>
                <a:lnTo>
                  <a:pt x="343852" y="83344"/>
                </a:lnTo>
                <a:cubicBezTo>
                  <a:pt x="351663" y="105537"/>
                  <a:pt x="372809" y="121444"/>
                  <a:pt x="397669" y="121444"/>
                </a:cubicBezTo>
                <a:cubicBezTo>
                  <a:pt x="399859" y="121444"/>
                  <a:pt x="402050" y="121253"/>
                  <a:pt x="404146" y="121063"/>
                </a:cubicBezTo>
                <a:lnTo>
                  <a:pt x="459581" y="217075"/>
                </a:lnTo>
                <a:cubicBezTo>
                  <a:pt x="450723" y="227171"/>
                  <a:pt x="445294" y="240316"/>
                  <a:pt x="445294" y="254794"/>
                </a:cubicBezTo>
                <a:cubicBezTo>
                  <a:pt x="445294" y="269272"/>
                  <a:pt x="450723" y="282416"/>
                  <a:pt x="459581" y="292513"/>
                </a:cubicBezTo>
                <a:lnTo>
                  <a:pt x="404146" y="388525"/>
                </a:lnTo>
                <a:close/>
                <a:moveTo>
                  <a:pt x="513112" y="275939"/>
                </a:moveTo>
                <a:cubicBezTo>
                  <a:pt x="509873" y="277559"/>
                  <a:pt x="506254" y="278606"/>
                  <a:pt x="502444" y="278606"/>
                </a:cubicBezTo>
                <a:cubicBezTo>
                  <a:pt x="490633" y="278606"/>
                  <a:pt x="480917" y="270034"/>
                  <a:pt x="479012" y="258794"/>
                </a:cubicBezTo>
                <a:cubicBezTo>
                  <a:pt x="478822" y="257461"/>
                  <a:pt x="478631" y="256127"/>
                  <a:pt x="478631" y="254794"/>
                </a:cubicBezTo>
                <a:cubicBezTo>
                  <a:pt x="478631" y="253460"/>
                  <a:pt x="478822" y="252127"/>
                  <a:pt x="479012" y="250793"/>
                </a:cubicBezTo>
                <a:cubicBezTo>
                  <a:pt x="480917" y="239554"/>
                  <a:pt x="490633" y="230981"/>
                  <a:pt x="502444" y="230981"/>
                </a:cubicBezTo>
                <a:cubicBezTo>
                  <a:pt x="506254" y="230981"/>
                  <a:pt x="509873" y="232029"/>
                  <a:pt x="513112" y="233648"/>
                </a:cubicBezTo>
                <a:cubicBezTo>
                  <a:pt x="520827" y="237554"/>
                  <a:pt x="526256" y="245555"/>
                  <a:pt x="526256" y="254794"/>
                </a:cubicBezTo>
                <a:cubicBezTo>
                  <a:pt x="526256" y="264033"/>
                  <a:pt x="520827" y="272034"/>
                  <a:pt x="513112" y="275939"/>
                </a:cubicBezTo>
                <a:close/>
                <a:moveTo>
                  <a:pt x="381286" y="216503"/>
                </a:moveTo>
                <a:cubicBezTo>
                  <a:pt x="373571" y="192119"/>
                  <a:pt x="350615" y="174593"/>
                  <a:pt x="324231" y="174593"/>
                </a:cubicBezTo>
                <a:cubicBezTo>
                  <a:pt x="321850" y="174593"/>
                  <a:pt x="319373" y="174784"/>
                  <a:pt x="316992" y="175069"/>
                </a:cubicBezTo>
                <a:cubicBezTo>
                  <a:pt x="302323" y="161735"/>
                  <a:pt x="283178" y="154210"/>
                  <a:pt x="262985" y="154210"/>
                </a:cubicBezTo>
                <a:cubicBezTo>
                  <a:pt x="227933" y="154210"/>
                  <a:pt x="197453" y="176784"/>
                  <a:pt x="186785" y="209264"/>
                </a:cubicBezTo>
                <a:cubicBezTo>
                  <a:pt x="164687" y="219647"/>
                  <a:pt x="150019" y="242030"/>
                  <a:pt x="150019" y="267081"/>
                </a:cubicBezTo>
                <a:cubicBezTo>
                  <a:pt x="150019" y="300514"/>
                  <a:pt x="176213" y="328517"/>
                  <a:pt x="209074" y="330803"/>
                </a:cubicBezTo>
                <a:cubicBezTo>
                  <a:pt x="210598" y="330994"/>
                  <a:pt x="212217" y="331089"/>
                  <a:pt x="213931" y="331089"/>
                </a:cubicBezTo>
                <a:lnTo>
                  <a:pt x="352330" y="331089"/>
                </a:lnTo>
                <a:cubicBezTo>
                  <a:pt x="352711" y="331089"/>
                  <a:pt x="353282" y="331089"/>
                  <a:pt x="353949" y="331089"/>
                </a:cubicBezTo>
                <a:cubicBezTo>
                  <a:pt x="354521" y="331089"/>
                  <a:pt x="355187" y="331089"/>
                  <a:pt x="356045" y="331089"/>
                </a:cubicBezTo>
                <a:lnTo>
                  <a:pt x="356902" y="331089"/>
                </a:lnTo>
                <a:cubicBezTo>
                  <a:pt x="389954" y="331089"/>
                  <a:pt x="416814" y="304229"/>
                  <a:pt x="416814" y="271177"/>
                </a:cubicBezTo>
                <a:cubicBezTo>
                  <a:pt x="416719" y="247174"/>
                  <a:pt x="402431" y="225933"/>
                  <a:pt x="381286" y="216503"/>
                </a:cubicBezTo>
                <a:close/>
                <a:moveTo>
                  <a:pt x="356902" y="292894"/>
                </a:moveTo>
                <a:cubicBezTo>
                  <a:pt x="356902" y="292894"/>
                  <a:pt x="356902" y="292894"/>
                  <a:pt x="356902" y="292894"/>
                </a:cubicBezTo>
                <a:lnTo>
                  <a:pt x="355949" y="292894"/>
                </a:lnTo>
                <a:lnTo>
                  <a:pt x="355092" y="292894"/>
                </a:lnTo>
                <a:cubicBezTo>
                  <a:pt x="354425" y="292894"/>
                  <a:pt x="353854" y="292894"/>
                  <a:pt x="353854" y="292894"/>
                </a:cubicBezTo>
                <a:lnTo>
                  <a:pt x="214027" y="292894"/>
                </a:lnTo>
                <a:cubicBezTo>
                  <a:pt x="213550" y="292894"/>
                  <a:pt x="213169" y="292894"/>
                  <a:pt x="212217" y="292799"/>
                </a:cubicBezTo>
                <a:cubicBezTo>
                  <a:pt x="198692" y="291846"/>
                  <a:pt x="188119" y="280607"/>
                  <a:pt x="188119" y="267081"/>
                </a:cubicBezTo>
                <a:cubicBezTo>
                  <a:pt x="188119" y="255270"/>
                  <a:pt x="196120" y="245078"/>
                  <a:pt x="207454" y="242126"/>
                </a:cubicBezTo>
                <a:lnTo>
                  <a:pt x="219265" y="239078"/>
                </a:lnTo>
                <a:lnTo>
                  <a:pt x="221456" y="226981"/>
                </a:lnTo>
                <a:cubicBezTo>
                  <a:pt x="225076" y="206883"/>
                  <a:pt x="242506" y="192215"/>
                  <a:pt x="262890" y="192215"/>
                </a:cubicBezTo>
                <a:cubicBezTo>
                  <a:pt x="275653" y="192215"/>
                  <a:pt x="287655" y="197930"/>
                  <a:pt x="295751" y="207931"/>
                </a:cubicBezTo>
                <a:lnTo>
                  <a:pt x="304229" y="218408"/>
                </a:lnTo>
                <a:lnTo>
                  <a:pt x="316897" y="213931"/>
                </a:lnTo>
                <a:cubicBezTo>
                  <a:pt x="330517" y="209074"/>
                  <a:pt x="344710" y="219075"/>
                  <a:pt x="345853" y="232601"/>
                </a:cubicBezTo>
                <a:lnTo>
                  <a:pt x="346996" y="246983"/>
                </a:lnTo>
                <a:lnTo>
                  <a:pt x="361093" y="249746"/>
                </a:lnTo>
                <a:cubicBezTo>
                  <a:pt x="371189" y="251746"/>
                  <a:pt x="378619" y="260699"/>
                  <a:pt x="378619" y="271082"/>
                </a:cubicBezTo>
                <a:cubicBezTo>
                  <a:pt x="378619" y="283083"/>
                  <a:pt x="368808" y="292894"/>
                  <a:pt x="356902" y="292894"/>
                </a:cubicBezTo>
                <a:close/>
              </a:path>
            </a:pathLst>
          </a:custGeom>
          <a:solidFill>
            <a:schemeClr val="tx2"/>
          </a:solidFill>
          <a:ln w="9525" cap="flat">
            <a:noFill/>
            <a:prstDash val="solid"/>
            <a:miter/>
          </a:ln>
        </p:spPr>
        <p:txBody>
          <a:bodyPr rtlCol="0" anchor="ctr"/>
          <a:lstStyle/>
          <a:p>
            <a:endParaRPr lang="en-US"/>
          </a:p>
        </p:txBody>
      </p:sp>
      <p:sp>
        <p:nvSpPr>
          <p:cNvPr id="338" name="TextBox 47">
            <a:extLst>
              <a:ext uri="{FF2B5EF4-FFF2-40B4-BE49-F238E27FC236}">
                <a16:creationId xmlns:a16="http://schemas.microsoft.com/office/drawing/2014/main" id="{54CDE95F-0D70-CB49-ACDF-8130ECB8BD47}"/>
              </a:ext>
            </a:extLst>
          </p:cNvPr>
          <p:cNvSpPr txBox="1"/>
          <p:nvPr/>
        </p:nvSpPr>
        <p:spPr>
          <a:xfrm>
            <a:off x="3451950" y="3774532"/>
            <a:ext cx="766235" cy="215444"/>
          </a:xfrm>
          <a:prstGeom prst="rect">
            <a:avLst/>
          </a:prstGeom>
          <a:noFill/>
        </p:spPr>
        <p:txBody>
          <a:bodyPr wrap="none" lIns="0" rIns="0" rtlCol="0" anchor="ctr" anchorCtr="0">
            <a:noAutofit/>
          </a:bodyPr>
          <a:lstStyle/>
          <a:p>
            <a:pPr algn="ctr"/>
            <a:r>
              <a:rPr lang="en-US" sz="800"/>
              <a:t>Cloud endpoints</a:t>
            </a:r>
          </a:p>
        </p:txBody>
      </p:sp>
      <p:sp>
        <p:nvSpPr>
          <p:cNvPr id="10" name="Graphic 350">
            <a:extLst>
              <a:ext uri="{FF2B5EF4-FFF2-40B4-BE49-F238E27FC236}">
                <a16:creationId xmlns:a16="http://schemas.microsoft.com/office/drawing/2014/main" id="{CE41125E-115A-3441-A3D8-D0C63E3F5500}"/>
              </a:ext>
            </a:extLst>
          </p:cNvPr>
          <p:cNvSpPr>
            <a:spLocks noChangeAspect="1"/>
          </p:cNvSpPr>
          <p:nvPr/>
        </p:nvSpPr>
        <p:spPr>
          <a:xfrm>
            <a:off x="9835232" y="1389887"/>
            <a:ext cx="533400" cy="361950"/>
          </a:xfrm>
          <a:custGeom>
            <a:avLst/>
            <a:gdLst>
              <a:gd name="connsiteX0" fmla="*/ 38100 w 533400"/>
              <a:gd name="connsiteY0" fmla="*/ 152400 h 361950"/>
              <a:gd name="connsiteX1" fmla="*/ 0 w 533400"/>
              <a:gd name="connsiteY1" fmla="*/ 152400 h 361950"/>
              <a:gd name="connsiteX2" fmla="*/ 0 w 533400"/>
              <a:gd name="connsiteY2" fmla="*/ 0 h 361950"/>
              <a:gd name="connsiteX3" fmla="*/ 38100 w 533400"/>
              <a:gd name="connsiteY3" fmla="*/ 0 h 361950"/>
              <a:gd name="connsiteX4" fmla="*/ 38100 w 533400"/>
              <a:gd name="connsiteY4" fmla="*/ 152400 h 361950"/>
              <a:gd name="connsiteX5" fmla="*/ 228600 w 533400"/>
              <a:gd name="connsiteY5" fmla="*/ 0 h 361950"/>
              <a:gd name="connsiteX6" fmla="*/ 190500 w 533400"/>
              <a:gd name="connsiteY6" fmla="*/ 0 h 361950"/>
              <a:gd name="connsiteX7" fmla="*/ 190500 w 533400"/>
              <a:gd name="connsiteY7" fmla="*/ 152400 h 361950"/>
              <a:gd name="connsiteX8" fmla="*/ 228600 w 533400"/>
              <a:gd name="connsiteY8" fmla="*/ 152400 h 361950"/>
              <a:gd name="connsiteX9" fmla="*/ 228600 w 533400"/>
              <a:gd name="connsiteY9" fmla="*/ 0 h 361950"/>
              <a:gd name="connsiteX10" fmla="*/ 247650 w 533400"/>
              <a:gd name="connsiteY10" fmla="*/ 152400 h 361950"/>
              <a:gd name="connsiteX11" fmla="*/ 285750 w 533400"/>
              <a:gd name="connsiteY11" fmla="*/ 152400 h 361950"/>
              <a:gd name="connsiteX12" fmla="*/ 285750 w 533400"/>
              <a:gd name="connsiteY12" fmla="*/ 0 h 361950"/>
              <a:gd name="connsiteX13" fmla="*/ 247650 w 533400"/>
              <a:gd name="connsiteY13" fmla="*/ 0 h 361950"/>
              <a:gd name="connsiteX14" fmla="*/ 247650 w 533400"/>
              <a:gd name="connsiteY14" fmla="*/ 152400 h 361950"/>
              <a:gd name="connsiteX15" fmla="*/ 161925 w 533400"/>
              <a:gd name="connsiteY15" fmla="*/ 47625 h 361950"/>
              <a:gd name="connsiteX16" fmla="*/ 161925 w 533400"/>
              <a:gd name="connsiteY16" fmla="*/ 104775 h 361950"/>
              <a:gd name="connsiteX17" fmla="*/ 114300 w 533400"/>
              <a:gd name="connsiteY17" fmla="*/ 152400 h 361950"/>
              <a:gd name="connsiteX18" fmla="*/ 66675 w 533400"/>
              <a:gd name="connsiteY18" fmla="*/ 104775 h 361950"/>
              <a:gd name="connsiteX19" fmla="*/ 66675 w 533400"/>
              <a:gd name="connsiteY19" fmla="*/ 47625 h 361950"/>
              <a:gd name="connsiteX20" fmla="*/ 114300 w 533400"/>
              <a:gd name="connsiteY20" fmla="*/ 0 h 361950"/>
              <a:gd name="connsiteX21" fmla="*/ 161925 w 533400"/>
              <a:gd name="connsiteY21" fmla="*/ 47625 h 361950"/>
              <a:gd name="connsiteX22" fmla="*/ 123825 w 533400"/>
              <a:gd name="connsiteY22" fmla="*/ 47625 h 361950"/>
              <a:gd name="connsiteX23" fmla="*/ 114300 w 533400"/>
              <a:gd name="connsiteY23" fmla="*/ 38100 h 361950"/>
              <a:gd name="connsiteX24" fmla="*/ 104775 w 533400"/>
              <a:gd name="connsiteY24" fmla="*/ 47625 h 361950"/>
              <a:gd name="connsiteX25" fmla="*/ 104775 w 533400"/>
              <a:gd name="connsiteY25" fmla="*/ 104775 h 361950"/>
              <a:gd name="connsiteX26" fmla="*/ 114300 w 533400"/>
              <a:gd name="connsiteY26" fmla="*/ 114300 h 361950"/>
              <a:gd name="connsiteX27" fmla="*/ 123825 w 533400"/>
              <a:gd name="connsiteY27" fmla="*/ 104775 h 361950"/>
              <a:gd name="connsiteX28" fmla="*/ 123825 w 533400"/>
              <a:gd name="connsiteY28" fmla="*/ 47625 h 361950"/>
              <a:gd name="connsiteX29" fmla="*/ 409575 w 533400"/>
              <a:gd name="connsiteY29" fmla="*/ 47625 h 361950"/>
              <a:gd name="connsiteX30" fmla="*/ 409575 w 533400"/>
              <a:gd name="connsiteY30" fmla="*/ 104775 h 361950"/>
              <a:gd name="connsiteX31" fmla="*/ 361950 w 533400"/>
              <a:gd name="connsiteY31" fmla="*/ 152400 h 361950"/>
              <a:gd name="connsiteX32" fmla="*/ 314325 w 533400"/>
              <a:gd name="connsiteY32" fmla="*/ 104775 h 361950"/>
              <a:gd name="connsiteX33" fmla="*/ 314325 w 533400"/>
              <a:gd name="connsiteY33" fmla="*/ 47625 h 361950"/>
              <a:gd name="connsiteX34" fmla="*/ 361950 w 533400"/>
              <a:gd name="connsiteY34" fmla="*/ 0 h 361950"/>
              <a:gd name="connsiteX35" fmla="*/ 409575 w 533400"/>
              <a:gd name="connsiteY35" fmla="*/ 47625 h 361950"/>
              <a:gd name="connsiteX36" fmla="*/ 371475 w 533400"/>
              <a:gd name="connsiteY36" fmla="*/ 47625 h 361950"/>
              <a:gd name="connsiteX37" fmla="*/ 361950 w 533400"/>
              <a:gd name="connsiteY37" fmla="*/ 38100 h 361950"/>
              <a:gd name="connsiteX38" fmla="*/ 352425 w 533400"/>
              <a:gd name="connsiteY38" fmla="*/ 47625 h 361950"/>
              <a:gd name="connsiteX39" fmla="*/ 352425 w 533400"/>
              <a:gd name="connsiteY39" fmla="*/ 104775 h 361950"/>
              <a:gd name="connsiteX40" fmla="*/ 361950 w 533400"/>
              <a:gd name="connsiteY40" fmla="*/ 114300 h 361950"/>
              <a:gd name="connsiteX41" fmla="*/ 371475 w 533400"/>
              <a:gd name="connsiteY41" fmla="*/ 104775 h 361950"/>
              <a:gd name="connsiteX42" fmla="*/ 371475 w 533400"/>
              <a:gd name="connsiteY42" fmla="*/ 47625 h 361950"/>
              <a:gd name="connsiteX43" fmla="*/ 533400 w 533400"/>
              <a:gd name="connsiteY43" fmla="*/ 47625 h 361950"/>
              <a:gd name="connsiteX44" fmla="*/ 533400 w 533400"/>
              <a:gd name="connsiteY44" fmla="*/ 104775 h 361950"/>
              <a:gd name="connsiteX45" fmla="*/ 485775 w 533400"/>
              <a:gd name="connsiteY45" fmla="*/ 152400 h 361950"/>
              <a:gd name="connsiteX46" fmla="*/ 438150 w 533400"/>
              <a:gd name="connsiteY46" fmla="*/ 104775 h 361950"/>
              <a:gd name="connsiteX47" fmla="*/ 438150 w 533400"/>
              <a:gd name="connsiteY47" fmla="*/ 47625 h 361950"/>
              <a:gd name="connsiteX48" fmla="*/ 485775 w 533400"/>
              <a:gd name="connsiteY48" fmla="*/ 0 h 361950"/>
              <a:gd name="connsiteX49" fmla="*/ 533400 w 533400"/>
              <a:gd name="connsiteY49" fmla="*/ 47625 h 361950"/>
              <a:gd name="connsiteX50" fmla="*/ 495300 w 533400"/>
              <a:gd name="connsiteY50" fmla="*/ 47625 h 361950"/>
              <a:gd name="connsiteX51" fmla="*/ 485775 w 533400"/>
              <a:gd name="connsiteY51" fmla="*/ 38100 h 361950"/>
              <a:gd name="connsiteX52" fmla="*/ 476250 w 533400"/>
              <a:gd name="connsiteY52" fmla="*/ 47625 h 361950"/>
              <a:gd name="connsiteX53" fmla="*/ 476250 w 533400"/>
              <a:gd name="connsiteY53" fmla="*/ 104775 h 361950"/>
              <a:gd name="connsiteX54" fmla="*/ 485775 w 533400"/>
              <a:gd name="connsiteY54" fmla="*/ 114300 h 361950"/>
              <a:gd name="connsiteX55" fmla="*/ 495300 w 533400"/>
              <a:gd name="connsiteY55" fmla="*/ 104775 h 361950"/>
              <a:gd name="connsiteX56" fmla="*/ 495300 w 533400"/>
              <a:gd name="connsiteY56" fmla="*/ 47625 h 361950"/>
              <a:gd name="connsiteX57" fmla="*/ 533400 w 533400"/>
              <a:gd name="connsiteY57" fmla="*/ 257175 h 361950"/>
              <a:gd name="connsiteX58" fmla="*/ 533400 w 533400"/>
              <a:gd name="connsiteY58" fmla="*/ 314325 h 361950"/>
              <a:gd name="connsiteX59" fmla="*/ 485775 w 533400"/>
              <a:gd name="connsiteY59" fmla="*/ 361950 h 361950"/>
              <a:gd name="connsiteX60" fmla="*/ 438150 w 533400"/>
              <a:gd name="connsiteY60" fmla="*/ 314325 h 361950"/>
              <a:gd name="connsiteX61" fmla="*/ 438150 w 533400"/>
              <a:gd name="connsiteY61" fmla="*/ 257175 h 361950"/>
              <a:gd name="connsiteX62" fmla="*/ 485775 w 533400"/>
              <a:gd name="connsiteY62" fmla="*/ 209550 h 361950"/>
              <a:gd name="connsiteX63" fmla="*/ 533400 w 533400"/>
              <a:gd name="connsiteY63" fmla="*/ 257175 h 361950"/>
              <a:gd name="connsiteX64" fmla="*/ 495300 w 533400"/>
              <a:gd name="connsiteY64" fmla="*/ 257175 h 361950"/>
              <a:gd name="connsiteX65" fmla="*/ 485775 w 533400"/>
              <a:gd name="connsiteY65" fmla="*/ 247650 h 361950"/>
              <a:gd name="connsiteX66" fmla="*/ 476250 w 533400"/>
              <a:gd name="connsiteY66" fmla="*/ 257175 h 361950"/>
              <a:gd name="connsiteX67" fmla="*/ 476250 w 533400"/>
              <a:gd name="connsiteY67" fmla="*/ 314325 h 361950"/>
              <a:gd name="connsiteX68" fmla="*/ 485775 w 533400"/>
              <a:gd name="connsiteY68" fmla="*/ 323850 h 361950"/>
              <a:gd name="connsiteX69" fmla="*/ 495300 w 533400"/>
              <a:gd name="connsiteY69" fmla="*/ 314325 h 361950"/>
              <a:gd name="connsiteX70" fmla="*/ 495300 w 533400"/>
              <a:gd name="connsiteY70" fmla="*/ 257175 h 361950"/>
              <a:gd name="connsiteX71" fmla="*/ 123825 w 533400"/>
              <a:gd name="connsiteY71" fmla="*/ 361950 h 361950"/>
              <a:gd name="connsiteX72" fmla="*/ 161925 w 533400"/>
              <a:gd name="connsiteY72" fmla="*/ 361950 h 361950"/>
              <a:gd name="connsiteX73" fmla="*/ 161925 w 533400"/>
              <a:gd name="connsiteY73" fmla="*/ 209550 h 361950"/>
              <a:gd name="connsiteX74" fmla="*/ 123825 w 533400"/>
              <a:gd name="connsiteY74" fmla="*/ 209550 h 361950"/>
              <a:gd name="connsiteX75" fmla="*/ 123825 w 533400"/>
              <a:gd name="connsiteY75" fmla="*/ 361950 h 361950"/>
              <a:gd name="connsiteX76" fmla="*/ 314325 w 533400"/>
              <a:gd name="connsiteY76" fmla="*/ 361950 h 361950"/>
              <a:gd name="connsiteX77" fmla="*/ 352425 w 533400"/>
              <a:gd name="connsiteY77" fmla="*/ 361950 h 361950"/>
              <a:gd name="connsiteX78" fmla="*/ 352425 w 533400"/>
              <a:gd name="connsiteY78" fmla="*/ 209550 h 361950"/>
              <a:gd name="connsiteX79" fmla="*/ 314325 w 533400"/>
              <a:gd name="connsiteY79" fmla="*/ 209550 h 361950"/>
              <a:gd name="connsiteX80" fmla="*/ 314325 w 533400"/>
              <a:gd name="connsiteY80" fmla="*/ 361950 h 361950"/>
              <a:gd name="connsiteX81" fmla="*/ 371475 w 533400"/>
              <a:gd name="connsiteY81" fmla="*/ 361950 h 361950"/>
              <a:gd name="connsiteX82" fmla="*/ 409575 w 533400"/>
              <a:gd name="connsiteY82" fmla="*/ 361950 h 361950"/>
              <a:gd name="connsiteX83" fmla="*/ 409575 w 533400"/>
              <a:gd name="connsiteY83" fmla="*/ 209550 h 361950"/>
              <a:gd name="connsiteX84" fmla="*/ 371475 w 533400"/>
              <a:gd name="connsiteY84" fmla="*/ 209550 h 361950"/>
              <a:gd name="connsiteX85" fmla="*/ 371475 w 533400"/>
              <a:gd name="connsiteY85" fmla="*/ 361950 h 361950"/>
              <a:gd name="connsiteX86" fmla="*/ 95250 w 533400"/>
              <a:gd name="connsiteY86" fmla="*/ 257175 h 361950"/>
              <a:gd name="connsiteX87" fmla="*/ 95250 w 533400"/>
              <a:gd name="connsiteY87" fmla="*/ 314325 h 361950"/>
              <a:gd name="connsiteX88" fmla="*/ 47625 w 533400"/>
              <a:gd name="connsiteY88" fmla="*/ 361950 h 361950"/>
              <a:gd name="connsiteX89" fmla="*/ 0 w 533400"/>
              <a:gd name="connsiteY89" fmla="*/ 314325 h 361950"/>
              <a:gd name="connsiteX90" fmla="*/ 0 w 533400"/>
              <a:gd name="connsiteY90" fmla="*/ 257175 h 361950"/>
              <a:gd name="connsiteX91" fmla="*/ 47625 w 533400"/>
              <a:gd name="connsiteY91" fmla="*/ 209550 h 361950"/>
              <a:gd name="connsiteX92" fmla="*/ 95250 w 533400"/>
              <a:gd name="connsiteY92" fmla="*/ 257175 h 361950"/>
              <a:gd name="connsiteX93" fmla="*/ 57150 w 533400"/>
              <a:gd name="connsiteY93" fmla="*/ 257175 h 361950"/>
              <a:gd name="connsiteX94" fmla="*/ 47625 w 533400"/>
              <a:gd name="connsiteY94" fmla="*/ 247650 h 361950"/>
              <a:gd name="connsiteX95" fmla="*/ 38100 w 533400"/>
              <a:gd name="connsiteY95" fmla="*/ 257175 h 361950"/>
              <a:gd name="connsiteX96" fmla="*/ 38100 w 533400"/>
              <a:gd name="connsiteY96" fmla="*/ 314325 h 361950"/>
              <a:gd name="connsiteX97" fmla="*/ 47625 w 533400"/>
              <a:gd name="connsiteY97" fmla="*/ 323850 h 361950"/>
              <a:gd name="connsiteX98" fmla="*/ 57150 w 533400"/>
              <a:gd name="connsiteY98" fmla="*/ 314325 h 361950"/>
              <a:gd name="connsiteX99" fmla="*/ 57150 w 533400"/>
              <a:gd name="connsiteY99" fmla="*/ 257175 h 361950"/>
              <a:gd name="connsiteX100" fmla="*/ 285750 w 533400"/>
              <a:gd name="connsiteY100" fmla="*/ 257175 h 361950"/>
              <a:gd name="connsiteX101" fmla="*/ 285750 w 533400"/>
              <a:gd name="connsiteY101" fmla="*/ 314325 h 361950"/>
              <a:gd name="connsiteX102" fmla="*/ 238125 w 533400"/>
              <a:gd name="connsiteY102" fmla="*/ 361950 h 361950"/>
              <a:gd name="connsiteX103" fmla="*/ 190500 w 533400"/>
              <a:gd name="connsiteY103" fmla="*/ 314325 h 361950"/>
              <a:gd name="connsiteX104" fmla="*/ 190500 w 533400"/>
              <a:gd name="connsiteY104" fmla="*/ 257175 h 361950"/>
              <a:gd name="connsiteX105" fmla="*/ 238125 w 533400"/>
              <a:gd name="connsiteY105" fmla="*/ 209550 h 361950"/>
              <a:gd name="connsiteX106" fmla="*/ 285750 w 533400"/>
              <a:gd name="connsiteY106" fmla="*/ 257175 h 361950"/>
              <a:gd name="connsiteX107" fmla="*/ 247650 w 533400"/>
              <a:gd name="connsiteY107" fmla="*/ 257175 h 361950"/>
              <a:gd name="connsiteX108" fmla="*/ 238125 w 533400"/>
              <a:gd name="connsiteY108" fmla="*/ 247650 h 361950"/>
              <a:gd name="connsiteX109" fmla="*/ 228600 w 533400"/>
              <a:gd name="connsiteY109" fmla="*/ 257175 h 361950"/>
              <a:gd name="connsiteX110" fmla="*/ 228600 w 533400"/>
              <a:gd name="connsiteY110" fmla="*/ 314325 h 361950"/>
              <a:gd name="connsiteX111" fmla="*/ 238125 w 533400"/>
              <a:gd name="connsiteY111" fmla="*/ 323850 h 361950"/>
              <a:gd name="connsiteX112" fmla="*/ 247650 w 533400"/>
              <a:gd name="connsiteY112" fmla="*/ 314325 h 361950"/>
              <a:gd name="connsiteX113" fmla="*/ 247650 w 533400"/>
              <a:gd name="connsiteY113" fmla="*/ 257175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533400" h="361950">
                <a:moveTo>
                  <a:pt x="38100" y="152400"/>
                </a:moveTo>
                <a:lnTo>
                  <a:pt x="0" y="152400"/>
                </a:lnTo>
                <a:lnTo>
                  <a:pt x="0" y="0"/>
                </a:lnTo>
                <a:lnTo>
                  <a:pt x="38100" y="0"/>
                </a:lnTo>
                <a:lnTo>
                  <a:pt x="38100" y="152400"/>
                </a:lnTo>
                <a:close/>
                <a:moveTo>
                  <a:pt x="228600" y="0"/>
                </a:moveTo>
                <a:lnTo>
                  <a:pt x="190500" y="0"/>
                </a:lnTo>
                <a:lnTo>
                  <a:pt x="190500" y="152400"/>
                </a:lnTo>
                <a:lnTo>
                  <a:pt x="228600" y="152400"/>
                </a:lnTo>
                <a:lnTo>
                  <a:pt x="228600" y="0"/>
                </a:lnTo>
                <a:close/>
                <a:moveTo>
                  <a:pt x="247650" y="152400"/>
                </a:moveTo>
                <a:lnTo>
                  <a:pt x="285750" y="152400"/>
                </a:lnTo>
                <a:lnTo>
                  <a:pt x="285750" y="0"/>
                </a:lnTo>
                <a:lnTo>
                  <a:pt x="247650" y="0"/>
                </a:lnTo>
                <a:lnTo>
                  <a:pt x="247650" y="152400"/>
                </a:lnTo>
                <a:close/>
                <a:moveTo>
                  <a:pt x="161925" y="47625"/>
                </a:moveTo>
                <a:lnTo>
                  <a:pt x="161925" y="104775"/>
                </a:lnTo>
                <a:cubicBezTo>
                  <a:pt x="161925" y="131035"/>
                  <a:pt x="140560" y="152400"/>
                  <a:pt x="114300" y="152400"/>
                </a:cubicBezTo>
                <a:cubicBezTo>
                  <a:pt x="88040" y="152400"/>
                  <a:pt x="66675" y="131035"/>
                  <a:pt x="66675" y="104775"/>
                </a:cubicBezTo>
                <a:lnTo>
                  <a:pt x="66675" y="47625"/>
                </a:lnTo>
                <a:cubicBezTo>
                  <a:pt x="66675" y="21365"/>
                  <a:pt x="88040" y="0"/>
                  <a:pt x="114300" y="0"/>
                </a:cubicBezTo>
                <a:cubicBezTo>
                  <a:pt x="140560" y="0"/>
                  <a:pt x="161925" y="21365"/>
                  <a:pt x="161925" y="47625"/>
                </a:cubicBezTo>
                <a:close/>
                <a:moveTo>
                  <a:pt x="123825" y="47625"/>
                </a:moveTo>
                <a:cubicBezTo>
                  <a:pt x="123825" y="42462"/>
                  <a:pt x="119463" y="38100"/>
                  <a:pt x="114300" y="38100"/>
                </a:cubicBezTo>
                <a:cubicBezTo>
                  <a:pt x="109137" y="38100"/>
                  <a:pt x="104775" y="42462"/>
                  <a:pt x="104775" y="47625"/>
                </a:cubicBezTo>
                <a:lnTo>
                  <a:pt x="104775" y="104775"/>
                </a:lnTo>
                <a:cubicBezTo>
                  <a:pt x="104775" y="109938"/>
                  <a:pt x="109137" y="114300"/>
                  <a:pt x="114300" y="114300"/>
                </a:cubicBezTo>
                <a:cubicBezTo>
                  <a:pt x="119463" y="114300"/>
                  <a:pt x="123825" y="109938"/>
                  <a:pt x="123825" y="104775"/>
                </a:cubicBezTo>
                <a:lnTo>
                  <a:pt x="123825" y="47625"/>
                </a:lnTo>
                <a:close/>
                <a:moveTo>
                  <a:pt x="409575" y="47625"/>
                </a:moveTo>
                <a:lnTo>
                  <a:pt x="409575" y="104775"/>
                </a:lnTo>
                <a:cubicBezTo>
                  <a:pt x="409575" y="131035"/>
                  <a:pt x="388210" y="152400"/>
                  <a:pt x="361950" y="152400"/>
                </a:cubicBezTo>
                <a:cubicBezTo>
                  <a:pt x="335690" y="152400"/>
                  <a:pt x="314325" y="131035"/>
                  <a:pt x="314325" y="104775"/>
                </a:cubicBezTo>
                <a:lnTo>
                  <a:pt x="314325" y="47625"/>
                </a:lnTo>
                <a:cubicBezTo>
                  <a:pt x="314325" y="21365"/>
                  <a:pt x="335690" y="0"/>
                  <a:pt x="361950" y="0"/>
                </a:cubicBezTo>
                <a:cubicBezTo>
                  <a:pt x="388210" y="0"/>
                  <a:pt x="409575" y="21365"/>
                  <a:pt x="409575" y="47625"/>
                </a:cubicBezTo>
                <a:close/>
                <a:moveTo>
                  <a:pt x="371475" y="47625"/>
                </a:moveTo>
                <a:cubicBezTo>
                  <a:pt x="371475" y="42462"/>
                  <a:pt x="367113" y="38100"/>
                  <a:pt x="361950" y="38100"/>
                </a:cubicBezTo>
                <a:cubicBezTo>
                  <a:pt x="356787" y="38100"/>
                  <a:pt x="352425" y="42462"/>
                  <a:pt x="352425" y="47625"/>
                </a:cubicBezTo>
                <a:lnTo>
                  <a:pt x="352425" y="104775"/>
                </a:lnTo>
                <a:cubicBezTo>
                  <a:pt x="352425" y="109938"/>
                  <a:pt x="356787" y="114300"/>
                  <a:pt x="361950" y="114300"/>
                </a:cubicBezTo>
                <a:cubicBezTo>
                  <a:pt x="367113" y="114300"/>
                  <a:pt x="371475" y="109938"/>
                  <a:pt x="371475" y="104775"/>
                </a:cubicBezTo>
                <a:lnTo>
                  <a:pt x="371475" y="47625"/>
                </a:lnTo>
                <a:close/>
                <a:moveTo>
                  <a:pt x="533400" y="47625"/>
                </a:moveTo>
                <a:lnTo>
                  <a:pt x="533400" y="104775"/>
                </a:lnTo>
                <a:cubicBezTo>
                  <a:pt x="533400" y="131035"/>
                  <a:pt x="512035" y="152400"/>
                  <a:pt x="485775" y="152400"/>
                </a:cubicBezTo>
                <a:cubicBezTo>
                  <a:pt x="459515" y="152400"/>
                  <a:pt x="438150" y="131035"/>
                  <a:pt x="438150" y="104775"/>
                </a:cubicBezTo>
                <a:lnTo>
                  <a:pt x="438150" y="47625"/>
                </a:lnTo>
                <a:cubicBezTo>
                  <a:pt x="438150" y="21365"/>
                  <a:pt x="459515" y="0"/>
                  <a:pt x="485775" y="0"/>
                </a:cubicBezTo>
                <a:cubicBezTo>
                  <a:pt x="512035" y="0"/>
                  <a:pt x="533400" y="21365"/>
                  <a:pt x="533400" y="47625"/>
                </a:cubicBezTo>
                <a:close/>
                <a:moveTo>
                  <a:pt x="495300" y="47625"/>
                </a:moveTo>
                <a:cubicBezTo>
                  <a:pt x="495300" y="42462"/>
                  <a:pt x="490938" y="38100"/>
                  <a:pt x="485775" y="38100"/>
                </a:cubicBezTo>
                <a:cubicBezTo>
                  <a:pt x="480612" y="38100"/>
                  <a:pt x="476250" y="42462"/>
                  <a:pt x="476250" y="47625"/>
                </a:cubicBezTo>
                <a:lnTo>
                  <a:pt x="476250" y="104775"/>
                </a:lnTo>
                <a:cubicBezTo>
                  <a:pt x="476250" y="109938"/>
                  <a:pt x="480612" y="114300"/>
                  <a:pt x="485775" y="114300"/>
                </a:cubicBezTo>
                <a:cubicBezTo>
                  <a:pt x="490938" y="114300"/>
                  <a:pt x="495300" y="109938"/>
                  <a:pt x="495300" y="104775"/>
                </a:cubicBezTo>
                <a:lnTo>
                  <a:pt x="495300" y="47625"/>
                </a:lnTo>
                <a:close/>
                <a:moveTo>
                  <a:pt x="533400" y="257175"/>
                </a:moveTo>
                <a:lnTo>
                  <a:pt x="533400" y="314325"/>
                </a:lnTo>
                <a:cubicBezTo>
                  <a:pt x="533400" y="340585"/>
                  <a:pt x="512035" y="361950"/>
                  <a:pt x="485775" y="361950"/>
                </a:cubicBezTo>
                <a:cubicBezTo>
                  <a:pt x="459515" y="361950"/>
                  <a:pt x="438150" y="340585"/>
                  <a:pt x="438150" y="314325"/>
                </a:cubicBezTo>
                <a:lnTo>
                  <a:pt x="438150" y="257175"/>
                </a:lnTo>
                <a:cubicBezTo>
                  <a:pt x="438150" y="230915"/>
                  <a:pt x="459515" y="209550"/>
                  <a:pt x="485775" y="209550"/>
                </a:cubicBezTo>
                <a:cubicBezTo>
                  <a:pt x="512035" y="209550"/>
                  <a:pt x="533400" y="230915"/>
                  <a:pt x="533400" y="257175"/>
                </a:cubicBezTo>
                <a:close/>
                <a:moveTo>
                  <a:pt x="495300" y="257175"/>
                </a:moveTo>
                <a:cubicBezTo>
                  <a:pt x="495300" y="252012"/>
                  <a:pt x="490938" y="247650"/>
                  <a:pt x="485775" y="247650"/>
                </a:cubicBezTo>
                <a:cubicBezTo>
                  <a:pt x="480612" y="247650"/>
                  <a:pt x="476250" y="252012"/>
                  <a:pt x="476250" y="257175"/>
                </a:cubicBezTo>
                <a:lnTo>
                  <a:pt x="476250" y="314325"/>
                </a:lnTo>
                <a:cubicBezTo>
                  <a:pt x="476250" y="319488"/>
                  <a:pt x="480612" y="323850"/>
                  <a:pt x="485775" y="323850"/>
                </a:cubicBezTo>
                <a:cubicBezTo>
                  <a:pt x="490938" y="323850"/>
                  <a:pt x="495300" y="319488"/>
                  <a:pt x="495300" y="314325"/>
                </a:cubicBezTo>
                <a:lnTo>
                  <a:pt x="495300" y="257175"/>
                </a:lnTo>
                <a:close/>
                <a:moveTo>
                  <a:pt x="123825" y="361950"/>
                </a:moveTo>
                <a:lnTo>
                  <a:pt x="161925" y="361950"/>
                </a:lnTo>
                <a:lnTo>
                  <a:pt x="161925" y="209550"/>
                </a:lnTo>
                <a:lnTo>
                  <a:pt x="123825" y="209550"/>
                </a:lnTo>
                <a:lnTo>
                  <a:pt x="123825" y="361950"/>
                </a:lnTo>
                <a:close/>
                <a:moveTo>
                  <a:pt x="314325" y="361950"/>
                </a:moveTo>
                <a:lnTo>
                  <a:pt x="352425" y="361950"/>
                </a:lnTo>
                <a:lnTo>
                  <a:pt x="352425" y="209550"/>
                </a:lnTo>
                <a:lnTo>
                  <a:pt x="314325" y="209550"/>
                </a:lnTo>
                <a:lnTo>
                  <a:pt x="314325" y="361950"/>
                </a:lnTo>
                <a:close/>
                <a:moveTo>
                  <a:pt x="371475" y="361950"/>
                </a:moveTo>
                <a:lnTo>
                  <a:pt x="409575" y="361950"/>
                </a:lnTo>
                <a:lnTo>
                  <a:pt x="409575" y="209550"/>
                </a:lnTo>
                <a:lnTo>
                  <a:pt x="371475" y="209550"/>
                </a:lnTo>
                <a:lnTo>
                  <a:pt x="371475" y="361950"/>
                </a:lnTo>
                <a:close/>
                <a:moveTo>
                  <a:pt x="95250" y="257175"/>
                </a:moveTo>
                <a:lnTo>
                  <a:pt x="95250" y="314325"/>
                </a:lnTo>
                <a:cubicBezTo>
                  <a:pt x="95250" y="340585"/>
                  <a:pt x="73885" y="361950"/>
                  <a:pt x="47625" y="361950"/>
                </a:cubicBezTo>
                <a:cubicBezTo>
                  <a:pt x="21365" y="361950"/>
                  <a:pt x="0" y="340585"/>
                  <a:pt x="0" y="314325"/>
                </a:cubicBezTo>
                <a:lnTo>
                  <a:pt x="0" y="257175"/>
                </a:lnTo>
                <a:cubicBezTo>
                  <a:pt x="0" y="230915"/>
                  <a:pt x="21365" y="209550"/>
                  <a:pt x="47625" y="209550"/>
                </a:cubicBezTo>
                <a:cubicBezTo>
                  <a:pt x="73885" y="209550"/>
                  <a:pt x="95250" y="230915"/>
                  <a:pt x="95250" y="257175"/>
                </a:cubicBezTo>
                <a:close/>
                <a:moveTo>
                  <a:pt x="57150" y="257175"/>
                </a:moveTo>
                <a:cubicBezTo>
                  <a:pt x="57150" y="252012"/>
                  <a:pt x="52788" y="247650"/>
                  <a:pt x="47625" y="247650"/>
                </a:cubicBezTo>
                <a:cubicBezTo>
                  <a:pt x="42462" y="247650"/>
                  <a:pt x="38100" y="252012"/>
                  <a:pt x="38100" y="257175"/>
                </a:cubicBezTo>
                <a:lnTo>
                  <a:pt x="38100" y="314325"/>
                </a:lnTo>
                <a:cubicBezTo>
                  <a:pt x="38100" y="319488"/>
                  <a:pt x="42462" y="323850"/>
                  <a:pt x="47625" y="323850"/>
                </a:cubicBezTo>
                <a:cubicBezTo>
                  <a:pt x="52788" y="323850"/>
                  <a:pt x="57150" y="319488"/>
                  <a:pt x="57150" y="314325"/>
                </a:cubicBezTo>
                <a:lnTo>
                  <a:pt x="57150" y="257175"/>
                </a:lnTo>
                <a:close/>
                <a:moveTo>
                  <a:pt x="285750" y="257175"/>
                </a:moveTo>
                <a:lnTo>
                  <a:pt x="285750" y="314325"/>
                </a:lnTo>
                <a:cubicBezTo>
                  <a:pt x="285750" y="340585"/>
                  <a:pt x="264385" y="361950"/>
                  <a:pt x="238125" y="361950"/>
                </a:cubicBezTo>
                <a:cubicBezTo>
                  <a:pt x="211865" y="361950"/>
                  <a:pt x="190500" y="340585"/>
                  <a:pt x="190500" y="314325"/>
                </a:cubicBezTo>
                <a:lnTo>
                  <a:pt x="190500" y="257175"/>
                </a:lnTo>
                <a:cubicBezTo>
                  <a:pt x="190500" y="230915"/>
                  <a:pt x="211865" y="209550"/>
                  <a:pt x="238125" y="209550"/>
                </a:cubicBezTo>
                <a:cubicBezTo>
                  <a:pt x="264385" y="209550"/>
                  <a:pt x="285750" y="230915"/>
                  <a:pt x="285750" y="257175"/>
                </a:cubicBezTo>
                <a:close/>
                <a:moveTo>
                  <a:pt x="247650" y="257175"/>
                </a:moveTo>
                <a:cubicBezTo>
                  <a:pt x="247650" y="252012"/>
                  <a:pt x="243288" y="247650"/>
                  <a:pt x="238125" y="247650"/>
                </a:cubicBezTo>
                <a:cubicBezTo>
                  <a:pt x="232962" y="247650"/>
                  <a:pt x="228600" y="252012"/>
                  <a:pt x="228600" y="257175"/>
                </a:cubicBezTo>
                <a:lnTo>
                  <a:pt x="228600" y="314325"/>
                </a:lnTo>
                <a:cubicBezTo>
                  <a:pt x="228600" y="319488"/>
                  <a:pt x="232962" y="323850"/>
                  <a:pt x="238125" y="323850"/>
                </a:cubicBezTo>
                <a:cubicBezTo>
                  <a:pt x="243288" y="323850"/>
                  <a:pt x="247650" y="319488"/>
                  <a:pt x="247650" y="314325"/>
                </a:cubicBezTo>
                <a:lnTo>
                  <a:pt x="247650" y="257175"/>
                </a:lnTo>
                <a:close/>
              </a:path>
            </a:pathLst>
          </a:custGeom>
          <a:solidFill>
            <a:schemeClr val="tx2"/>
          </a:solidFill>
          <a:ln w="9525" cap="flat">
            <a:noFill/>
            <a:prstDash val="solid"/>
            <a:miter/>
          </a:ln>
        </p:spPr>
        <p:txBody>
          <a:bodyPr rtlCol="0" anchor="ctr"/>
          <a:lstStyle/>
          <a:p>
            <a:endParaRPr lang="en-US"/>
          </a:p>
        </p:txBody>
      </p:sp>
      <p:sp>
        <p:nvSpPr>
          <p:cNvPr id="352" name="TextBox 48">
            <a:extLst>
              <a:ext uri="{FF2B5EF4-FFF2-40B4-BE49-F238E27FC236}">
                <a16:creationId xmlns:a16="http://schemas.microsoft.com/office/drawing/2014/main" id="{7EB01593-19EB-4942-80E8-58BD2842F9D6}"/>
              </a:ext>
            </a:extLst>
          </p:cNvPr>
          <p:cNvSpPr txBox="1"/>
          <p:nvPr/>
        </p:nvSpPr>
        <p:spPr>
          <a:xfrm>
            <a:off x="9962472" y="1867665"/>
            <a:ext cx="278923" cy="215444"/>
          </a:xfrm>
          <a:prstGeom prst="rect">
            <a:avLst/>
          </a:prstGeom>
          <a:noFill/>
        </p:spPr>
        <p:txBody>
          <a:bodyPr wrap="none" lIns="0" rIns="0" rtlCol="0" anchor="ctr" anchorCtr="0">
            <a:noAutofit/>
          </a:bodyPr>
          <a:lstStyle/>
          <a:p>
            <a:pPr algn="ctr"/>
            <a:r>
              <a:rPr lang="en-US" sz="800"/>
              <a:t>Binary</a:t>
            </a:r>
          </a:p>
        </p:txBody>
      </p:sp>
      <p:sp>
        <p:nvSpPr>
          <p:cNvPr id="359" name="Title">
            <a:extLst>
              <a:ext uri="{FF2B5EF4-FFF2-40B4-BE49-F238E27FC236}">
                <a16:creationId xmlns:a16="http://schemas.microsoft.com/office/drawing/2014/main" id="{D2C6E50E-A747-FB44-94F5-FBFFE0F3027D}"/>
              </a:ext>
            </a:extLst>
          </p:cNvPr>
          <p:cNvSpPr>
            <a:spLocks noGrp="1"/>
          </p:cNvSpPr>
          <p:nvPr>
            <p:ph type="title"/>
          </p:nvPr>
        </p:nvSpPr>
        <p:spPr/>
        <p:txBody>
          <a:bodyPr/>
          <a:lstStyle/>
          <a:p>
            <a:r>
              <a:rPr lang="en-US"/>
              <a:t>Popular icons</a:t>
            </a:r>
          </a:p>
        </p:txBody>
      </p:sp>
      <p:sp>
        <p:nvSpPr>
          <p:cNvPr id="360" name="Freeform: Shape 253">
            <a:extLst>
              <a:ext uri="{FF2B5EF4-FFF2-40B4-BE49-F238E27FC236}">
                <a16:creationId xmlns:a16="http://schemas.microsoft.com/office/drawing/2014/main" id="{FEF0A0D2-1FAE-F64E-A56B-5CCADB568D8A}"/>
              </a:ext>
            </a:extLst>
          </p:cNvPr>
          <p:cNvSpPr>
            <a:spLocks noChangeAspect="1"/>
          </p:cNvSpPr>
          <p:nvPr/>
        </p:nvSpPr>
        <p:spPr>
          <a:xfrm>
            <a:off x="10746552" y="1337500"/>
            <a:ext cx="542925" cy="466725"/>
          </a:xfrm>
          <a:custGeom>
            <a:avLst/>
            <a:gdLst>
              <a:gd name="connsiteX0" fmla="*/ 426244 w 542925"/>
              <a:gd name="connsiteY0" fmla="*/ 92869 h 466725"/>
              <a:gd name="connsiteX1" fmla="*/ 426244 w 542925"/>
              <a:gd name="connsiteY1" fmla="*/ 45244 h 466725"/>
              <a:gd name="connsiteX2" fmla="*/ 445294 w 542925"/>
              <a:gd name="connsiteY2" fmla="*/ 45244 h 466725"/>
              <a:gd name="connsiteX3" fmla="*/ 445294 w 542925"/>
              <a:gd name="connsiteY3" fmla="*/ 7144 h 466725"/>
              <a:gd name="connsiteX4" fmla="*/ 426244 w 542925"/>
              <a:gd name="connsiteY4" fmla="*/ 7144 h 466725"/>
              <a:gd name="connsiteX5" fmla="*/ 311944 w 542925"/>
              <a:gd name="connsiteY5" fmla="*/ 7144 h 466725"/>
              <a:gd name="connsiteX6" fmla="*/ 292894 w 542925"/>
              <a:gd name="connsiteY6" fmla="*/ 7144 h 466725"/>
              <a:gd name="connsiteX7" fmla="*/ 292894 w 542925"/>
              <a:gd name="connsiteY7" fmla="*/ 45244 h 466725"/>
              <a:gd name="connsiteX8" fmla="*/ 311944 w 542925"/>
              <a:gd name="connsiteY8" fmla="*/ 45244 h 466725"/>
              <a:gd name="connsiteX9" fmla="*/ 311944 w 542925"/>
              <a:gd name="connsiteY9" fmla="*/ 92869 h 466725"/>
              <a:gd name="connsiteX10" fmla="*/ 235744 w 542925"/>
              <a:gd name="connsiteY10" fmla="*/ 92869 h 466725"/>
              <a:gd name="connsiteX11" fmla="*/ 235744 w 542925"/>
              <a:gd name="connsiteY11" fmla="*/ 45244 h 466725"/>
              <a:gd name="connsiteX12" fmla="*/ 254794 w 542925"/>
              <a:gd name="connsiteY12" fmla="*/ 45244 h 466725"/>
              <a:gd name="connsiteX13" fmla="*/ 254794 w 542925"/>
              <a:gd name="connsiteY13" fmla="*/ 7144 h 466725"/>
              <a:gd name="connsiteX14" fmla="*/ 235744 w 542925"/>
              <a:gd name="connsiteY14" fmla="*/ 7144 h 466725"/>
              <a:gd name="connsiteX15" fmla="*/ 121444 w 542925"/>
              <a:gd name="connsiteY15" fmla="*/ 7144 h 466725"/>
              <a:gd name="connsiteX16" fmla="*/ 102394 w 542925"/>
              <a:gd name="connsiteY16" fmla="*/ 7144 h 466725"/>
              <a:gd name="connsiteX17" fmla="*/ 102394 w 542925"/>
              <a:gd name="connsiteY17" fmla="*/ 45244 h 466725"/>
              <a:gd name="connsiteX18" fmla="*/ 121444 w 542925"/>
              <a:gd name="connsiteY18" fmla="*/ 45244 h 466725"/>
              <a:gd name="connsiteX19" fmla="*/ 121444 w 542925"/>
              <a:gd name="connsiteY19" fmla="*/ 92869 h 466725"/>
              <a:gd name="connsiteX20" fmla="*/ 7144 w 542925"/>
              <a:gd name="connsiteY20" fmla="*/ 92869 h 466725"/>
              <a:gd name="connsiteX21" fmla="*/ 7144 w 542925"/>
              <a:gd name="connsiteY21" fmla="*/ 359569 h 466725"/>
              <a:gd name="connsiteX22" fmla="*/ 7144 w 542925"/>
              <a:gd name="connsiteY22" fmla="*/ 397669 h 466725"/>
              <a:gd name="connsiteX23" fmla="*/ 7144 w 542925"/>
              <a:gd name="connsiteY23" fmla="*/ 464344 h 466725"/>
              <a:gd name="connsiteX24" fmla="*/ 140494 w 542925"/>
              <a:gd name="connsiteY24" fmla="*/ 464344 h 466725"/>
              <a:gd name="connsiteX25" fmla="*/ 140494 w 542925"/>
              <a:gd name="connsiteY25" fmla="*/ 397669 h 466725"/>
              <a:gd name="connsiteX26" fmla="*/ 235744 w 542925"/>
              <a:gd name="connsiteY26" fmla="*/ 397669 h 466725"/>
              <a:gd name="connsiteX27" fmla="*/ 235744 w 542925"/>
              <a:gd name="connsiteY27" fmla="*/ 207169 h 466725"/>
              <a:gd name="connsiteX28" fmla="*/ 311944 w 542925"/>
              <a:gd name="connsiteY28" fmla="*/ 207169 h 466725"/>
              <a:gd name="connsiteX29" fmla="*/ 311944 w 542925"/>
              <a:gd name="connsiteY29" fmla="*/ 397669 h 466725"/>
              <a:gd name="connsiteX30" fmla="*/ 407194 w 542925"/>
              <a:gd name="connsiteY30" fmla="*/ 397669 h 466725"/>
              <a:gd name="connsiteX31" fmla="*/ 407194 w 542925"/>
              <a:gd name="connsiteY31" fmla="*/ 464344 h 466725"/>
              <a:gd name="connsiteX32" fmla="*/ 540544 w 542925"/>
              <a:gd name="connsiteY32" fmla="*/ 464344 h 466725"/>
              <a:gd name="connsiteX33" fmla="*/ 540544 w 542925"/>
              <a:gd name="connsiteY33" fmla="*/ 397669 h 466725"/>
              <a:gd name="connsiteX34" fmla="*/ 540544 w 542925"/>
              <a:gd name="connsiteY34" fmla="*/ 359569 h 466725"/>
              <a:gd name="connsiteX35" fmla="*/ 540544 w 542925"/>
              <a:gd name="connsiteY35" fmla="*/ 92869 h 466725"/>
              <a:gd name="connsiteX36" fmla="*/ 426244 w 542925"/>
              <a:gd name="connsiteY36" fmla="*/ 92869 h 466725"/>
              <a:gd name="connsiteX37" fmla="*/ 388144 w 542925"/>
              <a:gd name="connsiteY37" fmla="*/ 45244 h 466725"/>
              <a:gd name="connsiteX38" fmla="*/ 388144 w 542925"/>
              <a:gd name="connsiteY38" fmla="*/ 92869 h 466725"/>
              <a:gd name="connsiteX39" fmla="*/ 350044 w 542925"/>
              <a:gd name="connsiteY39" fmla="*/ 92869 h 466725"/>
              <a:gd name="connsiteX40" fmla="*/ 350044 w 542925"/>
              <a:gd name="connsiteY40" fmla="*/ 45244 h 466725"/>
              <a:gd name="connsiteX41" fmla="*/ 388144 w 542925"/>
              <a:gd name="connsiteY41" fmla="*/ 45244 h 466725"/>
              <a:gd name="connsiteX42" fmla="*/ 159544 w 542925"/>
              <a:gd name="connsiteY42" fmla="*/ 45244 h 466725"/>
              <a:gd name="connsiteX43" fmla="*/ 197644 w 542925"/>
              <a:gd name="connsiteY43" fmla="*/ 45244 h 466725"/>
              <a:gd name="connsiteX44" fmla="*/ 197644 w 542925"/>
              <a:gd name="connsiteY44" fmla="*/ 92869 h 466725"/>
              <a:gd name="connsiteX45" fmla="*/ 159544 w 542925"/>
              <a:gd name="connsiteY45" fmla="*/ 92869 h 466725"/>
              <a:gd name="connsiteX46" fmla="*/ 159544 w 542925"/>
              <a:gd name="connsiteY46" fmla="*/ 45244 h 466725"/>
              <a:gd name="connsiteX47" fmla="*/ 102394 w 542925"/>
              <a:gd name="connsiteY47" fmla="*/ 426244 h 466725"/>
              <a:gd name="connsiteX48" fmla="*/ 45244 w 542925"/>
              <a:gd name="connsiteY48" fmla="*/ 426244 h 466725"/>
              <a:gd name="connsiteX49" fmla="*/ 45244 w 542925"/>
              <a:gd name="connsiteY49" fmla="*/ 397669 h 466725"/>
              <a:gd name="connsiteX50" fmla="*/ 102394 w 542925"/>
              <a:gd name="connsiteY50" fmla="*/ 397669 h 466725"/>
              <a:gd name="connsiteX51" fmla="*/ 102394 w 542925"/>
              <a:gd name="connsiteY51" fmla="*/ 426244 h 466725"/>
              <a:gd name="connsiteX52" fmla="*/ 197644 w 542925"/>
              <a:gd name="connsiteY52" fmla="*/ 359569 h 466725"/>
              <a:gd name="connsiteX53" fmla="*/ 140494 w 542925"/>
              <a:gd name="connsiteY53" fmla="*/ 359569 h 466725"/>
              <a:gd name="connsiteX54" fmla="*/ 45244 w 542925"/>
              <a:gd name="connsiteY54" fmla="*/ 359569 h 466725"/>
              <a:gd name="connsiteX55" fmla="*/ 45244 w 542925"/>
              <a:gd name="connsiteY55" fmla="*/ 130969 h 466725"/>
              <a:gd name="connsiteX56" fmla="*/ 121444 w 542925"/>
              <a:gd name="connsiteY56" fmla="*/ 130969 h 466725"/>
              <a:gd name="connsiteX57" fmla="*/ 197644 w 542925"/>
              <a:gd name="connsiteY57" fmla="*/ 130969 h 466725"/>
              <a:gd name="connsiteX58" fmla="*/ 197644 w 542925"/>
              <a:gd name="connsiteY58" fmla="*/ 359569 h 466725"/>
              <a:gd name="connsiteX59" fmla="*/ 235744 w 542925"/>
              <a:gd name="connsiteY59" fmla="*/ 169069 h 466725"/>
              <a:gd name="connsiteX60" fmla="*/ 235744 w 542925"/>
              <a:gd name="connsiteY60" fmla="*/ 130969 h 466725"/>
              <a:gd name="connsiteX61" fmla="*/ 311944 w 542925"/>
              <a:gd name="connsiteY61" fmla="*/ 130969 h 466725"/>
              <a:gd name="connsiteX62" fmla="*/ 311944 w 542925"/>
              <a:gd name="connsiteY62" fmla="*/ 169069 h 466725"/>
              <a:gd name="connsiteX63" fmla="*/ 235744 w 542925"/>
              <a:gd name="connsiteY63" fmla="*/ 169069 h 466725"/>
              <a:gd name="connsiteX64" fmla="*/ 502444 w 542925"/>
              <a:gd name="connsiteY64" fmla="*/ 426244 h 466725"/>
              <a:gd name="connsiteX65" fmla="*/ 445294 w 542925"/>
              <a:gd name="connsiteY65" fmla="*/ 426244 h 466725"/>
              <a:gd name="connsiteX66" fmla="*/ 445294 w 542925"/>
              <a:gd name="connsiteY66" fmla="*/ 397669 h 466725"/>
              <a:gd name="connsiteX67" fmla="*/ 502444 w 542925"/>
              <a:gd name="connsiteY67" fmla="*/ 397669 h 466725"/>
              <a:gd name="connsiteX68" fmla="*/ 502444 w 542925"/>
              <a:gd name="connsiteY68" fmla="*/ 426244 h 466725"/>
              <a:gd name="connsiteX69" fmla="*/ 407194 w 542925"/>
              <a:gd name="connsiteY69" fmla="*/ 359569 h 466725"/>
              <a:gd name="connsiteX70" fmla="*/ 350044 w 542925"/>
              <a:gd name="connsiteY70" fmla="*/ 359569 h 466725"/>
              <a:gd name="connsiteX71" fmla="*/ 350044 w 542925"/>
              <a:gd name="connsiteY71" fmla="*/ 130969 h 466725"/>
              <a:gd name="connsiteX72" fmla="*/ 426244 w 542925"/>
              <a:gd name="connsiteY72" fmla="*/ 130969 h 466725"/>
              <a:gd name="connsiteX73" fmla="*/ 502444 w 542925"/>
              <a:gd name="connsiteY73" fmla="*/ 130969 h 466725"/>
              <a:gd name="connsiteX74" fmla="*/ 502444 w 542925"/>
              <a:gd name="connsiteY74" fmla="*/ 359569 h 466725"/>
              <a:gd name="connsiteX75" fmla="*/ 407194 w 542925"/>
              <a:gd name="connsiteY75" fmla="*/ 35956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42925" h="466725">
                <a:moveTo>
                  <a:pt x="426244" y="92869"/>
                </a:moveTo>
                <a:lnTo>
                  <a:pt x="426244" y="45244"/>
                </a:lnTo>
                <a:lnTo>
                  <a:pt x="445294" y="45244"/>
                </a:lnTo>
                <a:lnTo>
                  <a:pt x="445294" y="7144"/>
                </a:lnTo>
                <a:lnTo>
                  <a:pt x="426244" y="7144"/>
                </a:lnTo>
                <a:lnTo>
                  <a:pt x="311944" y="7144"/>
                </a:lnTo>
                <a:lnTo>
                  <a:pt x="292894" y="7144"/>
                </a:lnTo>
                <a:lnTo>
                  <a:pt x="292894" y="45244"/>
                </a:lnTo>
                <a:lnTo>
                  <a:pt x="311944" y="45244"/>
                </a:lnTo>
                <a:lnTo>
                  <a:pt x="311944" y="92869"/>
                </a:lnTo>
                <a:lnTo>
                  <a:pt x="235744" y="92869"/>
                </a:lnTo>
                <a:lnTo>
                  <a:pt x="235744" y="45244"/>
                </a:lnTo>
                <a:lnTo>
                  <a:pt x="254794" y="45244"/>
                </a:lnTo>
                <a:lnTo>
                  <a:pt x="254794" y="7144"/>
                </a:lnTo>
                <a:lnTo>
                  <a:pt x="235744" y="7144"/>
                </a:lnTo>
                <a:lnTo>
                  <a:pt x="121444" y="7144"/>
                </a:lnTo>
                <a:lnTo>
                  <a:pt x="102394" y="7144"/>
                </a:lnTo>
                <a:lnTo>
                  <a:pt x="102394" y="45244"/>
                </a:lnTo>
                <a:lnTo>
                  <a:pt x="121444" y="45244"/>
                </a:lnTo>
                <a:lnTo>
                  <a:pt x="121444" y="92869"/>
                </a:lnTo>
                <a:lnTo>
                  <a:pt x="7144" y="92869"/>
                </a:lnTo>
                <a:lnTo>
                  <a:pt x="7144" y="359569"/>
                </a:lnTo>
                <a:lnTo>
                  <a:pt x="7144" y="397669"/>
                </a:lnTo>
                <a:lnTo>
                  <a:pt x="7144" y="464344"/>
                </a:lnTo>
                <a:lnTo>
                  <a:pt x="140494" y="464344"/>
                </a:lnTo>
                <a:lnTo>
                  <a:pt x="140494" y="397669"/>
                </a:lnTo>
                <a:lnTo>
                  <a:pt x="235744" y="397669"/>
                </a:lnTo>
                <a:lnTo>
                  <a:pt x="235744" y="207169"/>
                </a:lnTo>
                <a:lnTo>
                  <a:pt x="311944" y="207169"/>
                </a:lnTo>
                <a:lnTo>
                  <a:pt x="311944" y="397669"/>
                </a:lnTo>
                <a:lnTo>
                  <a:pt x="407194" y="397669"/>
                </a:lnTo>
                <a:lnTo>
                  <a:pt x="407194" y="464344"/>
                </a:lnTo>
                <a:lnTo>
                  <a:pt x="540544" y="464344"/>
                </a:lnTo>
                <a:lnTo>
                  <a:pt x="540544" y="397669"/>
                </a:lnTo>
                <a:lnTo>
                  <a:pt x="540544" y="359569"/>
                </a:lnTo>
                <a:lnTo>
                  <a:pt x="540544" y="92869"/>
                </a:lnTo>
                <a:lnTo>
                  <a:pt x="426244" y="92869"/>
                </a:lnTo>
                <a:close/>
                <a:moveTo>
                  <a:pt x="388144" y="45244"/>
                </a:moveTo>
                <a:lnTo>
                  <a:pt x="388144" y="92869"/>
                </a:lnTo>
                <a:lnTo>
                  <a:pt x="350044" y="92869"/>
                </a:lnTo>
                <a:lnTo>
                  <a:pt x="350044" y="45244"/>
                </a:lnTo>
                <a:lnTo>
                  <a:pt x="388144" y="45244"/>
                </a:lnTo>
                <a:close/>
                <a:moveTo>
                  <a:pt x="159544" y="45244"/>
                </a:moveTo>
                <a:lnTo>
                  <a:pt x="197644" y="45244"/>
                </a:lnTo>
                <a:lnTo>
                  <a:pt x="197644" y="92869"/>
                </a:lnTo>
                <a:lnTo>
                  <a:pt x="159544" y="92869"/>
                </a:lnTo>
                <a:lnTo>
                  <a:pt x="159544" y="45244"/>
                </a:lnTo>
                <a:close/>
                <a:moveTo>
                  <a:pt x="102394" y="426244"/>
                </a:moveTo>
                <a:lnTo>
                  <a:pt x="45244" y="426244"/>
                </a:lnTo>
                <a:lnTo>
                  <a:pt x="45244" y="397669"/>
                </a:lnTo>
                <a:lnTo>
                  <a:pt x="102394" y="397669"/>
                </a:lnTo>
                <a:lnTo>
                  <a:pt x="102394" y="426244"/>
                </a:lnTo>
                <a:close/>
                <a:moveTo>
                  <a:pt x="197644" y="359569"/>
                </a:moveTo>
                <a:lnTo>
                  <a:pt x="140494" y="359569"/>
                </a:lnTo>
                <a:lnTo>
                  <a:pt x="45244" y="359569"/>
                </a:lnTo>
                <a:lnTo>
                  <a:pt x="45244" y="130969"/>
                </a:lnTo>
                <a:lnTo>
                  <a:pt x="121444" y="130969"/>
                </a:lnTo>
                <a:lnTo>
                  <a:pt x="197644" y="130969"/>
                </a:lnTo>
                <a:lnTo>
                  <a:pt x="197644" y="359569"/>
                </a:lnTo>
                <a:close/>
                <a:moveTo>
                  <a:pt x="235744" y="169069"/>
                </a:moveTo>
                <a:lnTo>
                  <a:pt x="235744" y="130969"/>
                </a:lnTo>
                <a:lnTo>
                  <a:pt x="311944" y="130969"/>
                </a:lnTo>
                <a:lnTo>
                  <a:pt x="311944" y="169069"/>
                </a:lnTo>
                <a:lnTo>
                  <a:pt x="235744" y="169069"/>
                </a:lnTo>
                <a:close/>
                <a:moveTo>
                  <a:pt x="502444" y="426244"/>
                </a:moveTo>
                <a:lnTo>
                  <a:pt x="445294" y="426244"/>
                </a:lnTo>
                <a:lnTo>
                  <a:pt x="445294" y="397669"/>
                </a:lnTo>
                <a:lnTo>
                  <a:pt x="502444" y="397669"/>
                </a:lnTo>
                <a:lnTo>
                  <a:pt x="502444" y="426244"/>
                </a:lnTo>
                <a:close/>
                <a:moveTo>
                  <a:pt x="407194" y="359569"/>
                </a:moveTo>
                <a:lnTo>
                  <a:pt x="350044" y="359569"/>
                </a:lnTo>
                <a:lnTo>
                  <a:pt x="350044" y="130969"/>
                </a:lnTo>
                <a:lnTo>
                  <a:pt x="426244" y="130969"/>
                </a:lnTo>
                <a:lnTo>
                  <a:pt x="502444" y="130969"/>
                </a:lnTo>
                <a:lnTo>
                  <a:pt x="502444" y="359569"/>
                </a:lnTo>
                <a:lnTo>
                  <a:pt x="407194" y="359569"/>
                </a:lnTo>
                <a:close/>
              </a:path>
            </a:pathLst>
          </a:custGeom>
          <a:solidFill>
            <a:schemeClr val="tx2"/>
          </a:solidFill>
          <a:ln w="9525" cap="flat">
            <a:noFill/>
            <a:prstDash val="solid"/>
            <a:miter/>
          </a:ln>
        </p:spPr>
        <p:txBody>
          <a:bodyPr rtlCol="0" anchor="ctr"/>
          <a:lstStyle/>
          <a:p>
            <a:endParaRPr lang="en-US"/>
          </a:p>
        </p:txBody>
      </p:sp>
      <p:sp>
        <p:nvSpPr>
          <p:cNvPr id="361" name="TextBox 49">
            <a:extLst>
              <a:ext uri="{FF2B5EF4-FFF2-40B4-BE49-F238E27FC236}">
                <a16:creationId xmlns:a16="http://schemas.microsoft.com/office/drawing/2014/main" id="{E1829216-9F27-9A42-A0BC-5F01B3D67042}"/>
              </a:ext>
            </a:extLst>
          </p:cNvPr>
          <p:cNvSpPr txBox="1"/>
          <p:nvPr/>
        </p:nvSpPr>
        <p:spPr>
          <a:xfrm>
            <a:off x="10782373" y="1867665"/>
            <a:ext cx="471283" cy="215444"/>
          </a:xfrm>
          <a:prstGeom prst="rect">
            <a:avLst/>
          </a:prstGeom>
          <a:noFill/>
        </p:spPr>
        <p:txBody>
          <a:bodyPr wrap="none" lIns="0" rIns="0" rtlCol="0" anchor="ctr" anchorCtr="0">
            <a:noAutofit/>
          </a:bodyPr>
          <a:lstStyle/>
          <a:p>
            <a:pPr algn="ctr"/>
            <a:r>
              <a:rPr lang="en-US" sz="800"/>
              <a:t>Binoculars</a:t>
            </a:r>
          </a:p>
        </p:txBody>
      </p:sp>
      <p:sp>
        <p:nvSpPr>
          <p:cNvPr id="363" name="Freeform: Shape 172">
            <a:extLst>
              <a:ext uri="{FF2B5EF4-FFF2-40B4-BE49-F238E27FC236}">
                <a16:creationId xmlns:a16="http://schemas.microsoft.com/office/drawing/2014/main" id="{5D13482D-66DD-3E48-BE6F-4527E23022D8}"/>
              </a:ext>
            </a:extLst>
          </p:cNvPr>
          <p:cNvSpPr>
            <a:spLocks noChangeAspect="1"/>
          </p:cNvSpPr>
          <p:nvPr/>
        </p:nvSpPr>
        <p:spPr>
          <a:xfrm>
            <a:off x="7137342" y="2231518"/>
            <a:ext cx="542925" cy="542925"/>
          </a:xfrm>
          <a:custGeom>
            <a:avLst/>
            <a:gdLst>
              <a:gd name="connsiteX0" fmla="*/ 462415 w 542925"/>
              <a:gd name="connsiteY0" fmla="*/ 85249 h 542925"/>
              <a:gd name="connsiteX1" fmla="*/ 273820 w 542925"/>
              <a:gd name="connsiteY1" fmla="*/ 7144 h 542925"/>
              <a:gd name="connsiteX2" fmla="*/ 85225 w 542925"/>
              <a:gd name="connsiteY2" fmla="*/ 85249 h 542925"/>
              <a:gd name="connsiteX3" fmla="*/ 85225 w 542925"/>
              <a:gd name="connsiteY3" fmla="*/ 462439 h 542925"/>
              <a:gd name="connsiteX4" fmla="*/ 273820 w 542925"/>
              <a:gd name="connsiteY4" fmla="*/ 540544 h 542925"/>
              <a:gd name="connsiteX5" fmla="*/ 462415 w 542925"/>
              <a:gd name="connsiteY5" fmla="*/ 462439 h 542925"/>
              <a:gd name="connsiteX6" fmla="*/ 462415 w 542925"/>
              <a:gd name="connsiteY6" fmla="*/ 85249 h 542925"/>
              <a:gd name="connsiteX7" fmla="*/ 112181 w 542925"/>
              <a:gd name="connsiteY7" fmla="*/ 112205 h 542925"/>
              <a:gd name="connsiteX8" fmla="*/ 143423 w 542925"/>
              <a:gd name="connsiteY8" fmla="*/ 86106 h 542925"/>
              <a:gd name="connsiteX9" fmla="*/ 250007 w 542925"/>
              <a:gd name="connsiteY9" fmla="*/ 270701 h 542925"/>
              <a:gd name="connsiteX10" fmla="*/ 99417 w 542925"/>
              <a:gd name="connsiteY10" fmla="*/ 421291 h 542925"/>
              <a:gd name="connsiteX11" fmla="*/ 112181 w 542925"/>
              <a:gd name="connsiteY11" fmla="*/ 112205 h 542925"/>
              <a:gd name="connsiteX12" fmla="*/ 254770 w 542925"/>
              <a:gd name="connsiteY12" fmla="*/ 501587 h 542925"/>
              <a:gd name="connsiteX13" fmla="*/ 126278 w 542925"/>
              <a:gd name="connsiteY13" fmla="*/ 448342 h 542925"/>
              <a:gd name="connsiteX14" fmla="*/ 254770 w 542925"/>
              <a:gd name="connsiteY14" fmla="*/ 319850 h 542925"/>
              <a:gd name="connsiteX15" fmla="*/ 254770 w 542925"/>
              <a:gd name="connsiteY15" fmla="*/ 501587 h 542925"/>
              <a:gd name="connsiteX16" fmla="*/ 435459 w 542925"/>
              <a:gd name="connsiteY16" fmla="*/ 435483 h 542925"/>
              <a:gd name="connsiteX17" fmla="*/ 292870 w 542925"/>
              <a:gd name="connsiteY17" fmla="*/ 501587 h 542925"/>
              <a:gd name="connsiteX18" fmla="*/ 292870 w 542925"/>
              <a:gd name="connsiteY18" fmla="*/ 268700 h 542925"/>
              <a:gd name="connsiteX19" fmla="*/ 176284 w 542925"/>
              <a:gd name="connsiteY19" fmla="*/ 66961 h 542925"/>
              <a:gd name="connsiteX20" fmla="*/ 273820 w 542925"/>
              <a:gd name="connsiteY20" fmla="*/ 45244 h 542925"/>
              <a:gd name="connsiteX21" fmla="*/ 435459 w 542925"/>
              <a:gd name="connsiteY21" fmla="*/ 112205 h 542925"/>
              <a:gd name="connsiteX22" fmla="*/ 435459 w 542925"/>
              <a:gd name="connsiteY22" fmla="*/ 435483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2925" h="542925">
                <a:moveTo>
                  <a:pt x="462415" y="85249"/>
                </a:moveTo>
                <a:cubicBezTo>
                  <a:pt x="410313" y="33147"/>
                  <a:pt x="342114" y="7144"/>
                  <a:pt x="273820" y="7144"/>
                </a:cubicBezTo>
                <a:cubicBezTo>
                  <a:pt x="205526" y="7144"/>
                  <a:pt x="137327" y="33147"/>
                  <a:pt x="85225" y="85249"/>
                </a:cubicBezTo>
                <a:cubicBezTo>
                  <a:pt x="-18883" y="189357"/>
                  <a:pt x="-18883" y="358235"/>
                  <a:pt x="85225" y="462439"/>
                </a:cubicBezTo>
                <a:cubicBezTo>
                  <a:pt x="137327" y="514541"/>
                  <a:pt x="205526" y="540544"/>
                  <a:pt x="273820" y="540544"/>
                </a:cubicBezTo>
                <a:cubicBezTo>
                  <a:pt x="342114" y="540544"/>
                  <a:pt x="410313" y="514541"/>
                  <a:pt x="462415" y="462439"/>
                </a:cubicBezTo>
                <a:cubicBezTo>
                  <a:pt x="566523" y="358235"/>
                  <a:pt x="566523" y="189452"/>
                  <a:pt x="462415" y="85249"/>
                </a:cubicBezTo>
                <a:close/>
                <a:moveTo>
                  <a:pt x="112181" y="112205"/>
                </a:moveTo>
                <a:cubicBezTo>
                  <a:pt x="121896" y="102489"/>
                  <a:pt x="132374" y="93821"/>
                  <a:pt x="143423" y="86106"/>
                </a:cubicBezTo>
                <a:lnTo>
                  <a:pt x="250007" y="270701"/>
                </a:lnTo>
                <a:lnTo>
                  <a:pt x="99417" y="421291"/>
                </a:lnTo>
                <a:cubicBezTo>
                  <a:pt x="23408" y="331661"/>
                  <a:pt x="27599" y="196787"/>
                  <a:pt x="112181" y="112205"/>
                </a:cubicBezTo>
                <a:close/>
                <a:moveTo>
                  <a:pt x="254770" y="501587"/>
                </a:moveTo>
                <a:cubicBezTo>
                  <a:pt x="207240" y="497681"/>
                  <a:pt x="162663" y="479203"/>
                  <a:pt x="126278" y="448342"/>
                </a:cubicBezTo>
                <a:lnTo>
                  <a:pt x="254770" y="319850"/>
                </a:lnTo>
                <a:lnTo>
                  <a:pt x="254770" y="501587"/>
                </a:lnTo>
                <a:close/>
                <a:moveTo>
                  <a:pt x="435459" y="435483"/>
                </a:moveTo>
                <a:cubicBezTo>
                  <a:pt x="396788" y="474155"/>
                  <a:pt x="346782" y="497205"/>
                  <a:pt x="292870" y="501587"/>
                </a:cubicBezTo>
                <a:lnTo>
                  <a:pt x="292870" y="268700"/>
                </a:lnTo>
                <a:lnTo>
                  <a:pt x="176284" y="66961"/>
                </a:lnTo>
                <a:cubicBezTo>
                  <a:pt x="206383" y="52769"/>
                  <a:pt x="239530" y="45244"/>
                  <a:pt x="273820" y="45244"/>
                </a:cubicBezTo>
                <a:cubicBezTo>
                  <a:pt x="334875" y="45244"/>
                  <a:pt x="392311" y="69056"/>
                  <a:pt x="435459" y="112205"/>
                </a:cubicBezTo>
                <a:cubicBezTo>
                  <a:pt x="524613" y="201359"/>
                  <a:pt x="524613" y="346329"/>
                  <a:pt x="435459" y="435483"/>
                </a:cubicBezTo>
                <a:close/>
              </a:path>
            </a:pathLst>
          </a:custGeom>
          <a:solidFill>
            <a:schemeClr val="tx2"/>
          </a:solidFill>
          <a:ln w="9525" cap="flat">
            <a:noFill/>
            <a:prstDash val="solid"/>
            <a:miter/>
          </a:ln>
        </p:spPr>
        <p:txBody>
          <a:bodyPr rtlCol="0" anchor="ctr"/>
          <a:lstStyle/>
          <a:p>
            <a:endParaRPr lang="en-US"/>
          </a:p>
        </p:txBody>
      </p:sp>
      <p:sp>
        <p:nvSpPr>
          <p:cNvPr id="364" name="TextBox 50">
            <a:extLst>
              <a:ext uri="{FF2B5EF4-FFF2-40B4-BE49-F238E27FC236}">
                <a16:creationId xmlns:a16="http://schemas.microsoft.com/office/drawing/2014/main" id="{21E90653-16F3-E94C-8639-5C2DA5AC2311}"/>
              </a:ext>
            </a:extLst>
          </p:cNvPr>
          <p:cNvSpPr txBox="1"/>
          <p:nvPr/>
        </p:nvSpPr>
        <p:spPr>
          <a:xfrm>
            <a:off x="7199612" y="2788008"/>
            <a:ext cx="418384" cy="215444"/>
          </a:xfrm>
          <a:prstGeom prst="rect">
            <a:avLst/>
          </a:prstGeom>
          <a:noFill/>
        </p:spPr>
        <p:txBody>
          <a:bodyPr wrap="none" lIns="0" rIns="0" rtlCol="0" anchor="ctr" anchorCtr="0">
            <a:noAutofit/>
          </a:bodyPr>
          <a:lstStyle/>
          <a:p>
            <a:pPr algn="ctr"/>
            <a:r>
              <a:rPr lang="en-US" sz="800"/>
              <a:t>Chart pie</a:t>
            </a:r>
          </a:p>
        </p:txBody>
      </p:sp>
      <p:sp>
        <p:nvSpPr>
          <p:cNvPr id="366" name="Freeform: Shape 20">
            <a:extLst>
              <a:ext uri="{FF2B5EF4-FFF2-40B4-BE49-F238E27FC236}">
                <a16:creationId xmlns:a16="http://schemas.microsoft.com/office/drawing/2014/main" id="{DE56C2A1-B55E-0E4A-8F11-0294101E78DC}"/>
              </a:ext>
            </a:extLst>
          </p:cNvPr>
          <p:cNvSpPr>
            <a:spLocks noChangeAspect="1"/>
          </p:cNvSpPr>
          <p:nvPr/>
        </p:nvSpPr>
        <p:spPr>
          <a:xfrm>
            <a:off x="4422772" y="3203426"/>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292894 w 542925"/>
              <a:gd name="connsiteY10" fmla="*/ 107156 h 542925"/>
              <a:gd name="connsiteX11" fmla="*/ 254794 w 542925"/>
              <a:gd name="connsiteY11" fmla="*/ 107156 h 542925"/>
              <a:gd name="connsiteX12" fmla="*/ 254794 w 542925"/>
              <a:gd name="connsiteY12" fmla="*/ 69056 h 542925"/>
              <a:gd name="connsiteX13" fmla="*/ 292894 w 542925"/>
              <a:gd name="connsiteY13" fmla="*/ 69056 h 542925"/>
              <a:gd name="connsiteX14" fmla="*/ 292894 w 542925"/>
              <a:gd name="connsiteY14" fmla="*/ 107156 h 542925"/>
              <a:gd name="connsiteX15" fmla="*/ 254794 w 542925"/>
              <a:gd name="connsiteY15" fmla="*/ 440531 h 542925"/>
              <a:gd name="connsiteX16" fmla="*/ 292894 w 542925"/>
              <a:gd name="connsiteY16" fmla="*/ 440531 h 542925"/>
              <a:gd name="connsiteX17" fmla="*/ 292894 w 542925"/>
              <a:gd name="connsiteY17" fmla="*/ 478631 h 542925"/>
              <a:gd name="connsiteX18" fmla="*/ 254794 w 542925"/>
              <a:gd name="connsiteY18" fmla="*/ 478631 h 542925"/>
              <a:gd name="connsiteX19" fmla="*/ 254794 w 542925"/>
              <a:gd name="connsiteY19" fmla="*/ 440531 h 542925"/>
              <a:gd name="connsiteX20" fmla="*/ 69056 w 542925"/>
              <a:gd name="connsiteY20" fmla="*/ 254794 h 542925"/>
              <a:gd name="connsiteX21" fmla="*/ 107156 w 542925"/>
              <a:gd name="connsiteY21" fmla="*/ 254794 h 542925"/>
              <a:gd name="connsiteX22" fmla="*/ 107156 w 542925"/>
              <a:gd name="connsiteY22" fmla="*/ 292894 h 542925"/>
              <a:gd name="connsiteX23" fmla="*/ 69056 w 542925"/>
              <a:gd name="connsiteY23" fmla="*/ 292894 h 542925"/>
              <a:gd name="connsiteX24" fmla="*/ 69056 w 542925"/>
              <a:gd name="connsiteY24" fmla="*/ 254794 h 542925"/>
              <a:gd name="connsiteX25" fmla="*/ 478631 w 542925"/>
              <a:gd name="connsiteY25" fmla="*/ 254794 h 542925"/>
              <a:gd name="connsiteX26" fmla="*/ 478631 w 542925"/>
              <a:gd name="connsiteY26" fmla="*/ 292894 h 542925"/>
              <a:gd name="connsiteX27" fmla="*/ 440531 w 542925"/>
              <a:gd name="connsiteY27" fmla="*/ 292894 h 542925"/>
              <a:gd name="connsiteX28" fmla="*/ 440531 w 542925"/>
              <a:gd name="connsiteY28" fmla="*/ 254794 h 542925"/>
              <a:gd name="connsiteX29" fmla="*/ 478631 w 542925"/>
              <a:gd name="connsiteY29" fmla="*/ 254794 h 542925"/>
              <a:gd name="connsiteX30" fmla="*/ 145256 w 542925"/>
              <a:gd name="connsiteY30" fmla="*/ 397669 h 542925"/>
              <a:gd name="connsiteX31" fmla="*/ 326231 w 542925"/>
              <a:gd name="connsiteY31" fmla="*/ 321469 h 542925"/>
              <a:gd name="connsiteX32" fmla="*/ 402431 w 542925"/>
              <a:gd name="connsiteY32" fmla="*/ 140494 h 542925"/>
              <a:gd name="connsiteX33" fmla="*/ 221456 w 542925"/>
              <a:gd name="connsiteY33" fmla="*/ 216694 h 542925"/>
              <a:gd name="connsiteX34" fmla="*/ 145256 w 542925"/>
              <a:gd name="connsiteY34" fmla="*/ 397669 h 542925"/>
              <a:gd name="connsiteX35" fmla="*/ 330994 w 542925"/>
              <a:gd name="connsiteY35" fmla="*/ 211931 h 542925"/>
              <a:gd name="connsiteX36" fmla="*/ 297085 w 542925"/>
              <a:gd name="connsiteY36" fmla="*/ 292418 h 542925"/>
              <a:gd name="connsiteX37" fmla="*/ 216598 w 542925"/>
              <a:gd name="connsiteY37" fmla="*/ 326326 h 542925"/>
              <a:gd name="connsiteX38" fmla="*/ 250507 w 542925"/>
              <a:gd name="connsiteY38" fmla="*/ 245840 h 542925"/>
              <a:gd name="connsiteX39" fmla="*/ 330994 w 542925"/>
              <a:gd name="connsiteY39" fmla="*/ 21193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2925" h="542925">
                <a:moveTo>
                  <a:pt x="273844" y="7144"/>
                </a:moveTo>
                <a:cubicBezTo>
                  <a:pt x="126587" y="7144"/>
                  <a:pt x="7144" y="126587"/>
                  <a:pt x="7144" y="273844"/>
                </a:cubicBezTo>
                <a:cubicBezTo>
                  <a:pt x="7144" y="421100"/>
                  <a:pt x="126587"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59" y="45244"/>
                  <a:pt x="502444" y="147828"/>
                  <a:pt x="502444" y="273844"/>
                </a:cubicBezTo>
                <a:cubicBezTo>
                  <a:pt x="502444" y="399860"/>
                  <a:pt x="399859" y="502444"/>
                  <a:pt x="273844" y="502444"/>
                </a:cubicBezTo>
                <a:close/>
                <a:moveTo>
                  <a:pt x="292894" y="107156"/>
                </a:moveTo>
                <a:lnTo>
                  <a:pt x="254794" y="107156"/>
                </a:lnTo>
                <a:lnTo>
                  <a:pt x="254794" y="69056"/>
                </a:lnTo>
                <a:lnTo>
                  <a:pt x="292894" y="69056"/>
                </a:lnTo>
                <a:lnTo>
                  <a:pt x="292894" y="107156"/>
                </a:lnTo>
                <a:close/>
                <a:moveTo>
                  <a:pt x="254794" y="440531"/>
                </a:moveTo>
                <a:lnTo>
                  <a:pt x="292894" y="440531"/>
                </a:lnTo>
                <a:lnTo>
                  <a:pt x="292894" y="478631"/>
                </a:lnTo>
                <a:lnTo>
                  <a:pt x="254794" y="478631"/>
                </a:lnTo>
                <a:lnTo>
                  <a:pt x="254794" y="440531"/>
                </a:lnTo>
                <a:close/>
                <a:moveTo>
                  <a:pt x="69056" y="254794"/>
                </a:moveTo>
                <a:lnTo>
                  <a:pt x="107156" y="254794"/>
                </a:lnTo>
                <a:lnTo>
                  <a:pt x="107156" y="292894"/>
                </a:lnTo>
                <a:lnTo>
                  <a:pt x="69056" y="292894"/>
                </a:lnTo>
                <a:lnTo>
                  <a:pt x="69056" y="254794"/>
                </a:lnTo>
                <a:close/>
                <a:moveTo>
                  <a:pt x="478631" y="254794"/>
                </a:moveTo>
                <a:lnTo>
                  <a:pt x="478631" y="292894"/>
                </a:lnTo>
                <a:lnTo>
                  <a:pt x="440531" y="292894"/>
                </a:lnTo>
                <a:lnTo>
                  <a:pt x="440531" y="254794"/>
                </a:lnTo>
                <a:lnTo>
                  <a:pt x="478631" y="254794"/>
                </a:lnTo>
                <a:close/>
                <a:moveTo>
                  <a:pt x="145256" y="397669"/>
                </a:moveTo>
                <a:lnTo>
                  <a:pt x="326231" y="321469"/>
                </a:lnTo>
                <a:lnTo>
                  <a:pt x="402431" y="140494"/>
                </a:lnTo>
                <a:lnTo>
                  <a:pt x="221456" y="216694"/>
                </a:lnTo>
                <a:lnTo>
                  <a:pt x="145256" y="397669"/>
                </a:lnTo>
                <a:close/>
                <a:moveTo>
                  <a:pt x="330994" y="211931"/>
                </a:moveTo>
                <a:lnTo>
                  <a:pt x="297085" y="292418"/>
                </a:lnTo>
                <a:lnTo>
                  <a:pt x="216598" y="326326"/>
                </a:lnTo>
                <a:lnTo>
                  <a:pt x="250507" y="245840"/>
                </a:lnTo>
                <a:lnTo>
                  <a:pt x="330994" y="211931"/>
                </a:lnTo>
                <a:close/>
              </a:path>
            </a:pathLst>
          </a:custGeom>
          <a:solidFill>
            <a:schemeClr val="tx2"/>
          </a:solidFill>
          <a:ln w="9525" cap="flat">
            <a:noFill/>
            <a:prstDash val="solid"/>
            <a:miter/>
          </a:ln>
        </p:spPr>
        <p:txBody>
          <a:bodyPr rtlCol="0" anchor="ctr"/>
          <a:lstStyle/>
          <a:p>
            <a:endParaRPr lang="en-US"/>
          </a:p>
        </p:txBody>
      </p:sp>
      <p:sp>
        <p:nvSpPr>
          <p:cNvPr id="367" name="TextBox 51">
            <a:extLst>
              <a:ext uri="{FF2B5EF4-FFF2-40B4-BE49-F238E27FC236}">
                <a16:creationId xmlns:a16="http://schemas.microsoft.com/office/drawing/2014/main" id="{B833D0DB-AA4D-6E44-BDD9-4CB10BEC2FA8}"/>
              </a:ext>
            </a:extLst>
          </p:cNvPr>
          <p:cNvSpPr txBox="1"/>
          <p:nvPr/>
        </p:nvSpPr>
        <p:spPr>
          <a:xfrm>
            <a:off x="4477026" y="3774532"/>
            <a:ext cx="434414" cy="215444"/>
          </a:xfrm>
          <a:prstGeom prst="rect">
            <a:avLst/>
          </a:prstGeom>
          <a:noFill/>
        </p:spPr>
        <p:txBody>
          <a:bodyPr wrap="none" lIns="0" rIns="0" rtlCol="0" anchor="ctr" anchorCtr="0">
            <a:noAutofit/>
          </a:bodyPr>
          <a:lstStyle/>
          <a:p>
            <a:pPr algn="ctr"/>
            <a:r>
              <a:rPr lang="en-US" sz="800"/>
              <a:t>Compass</a:t>
            </a:r>
          </a:p>
        </p:txBody>
      </p:sp>
      <p:sp>
        <p:nvSpPr>
          <p:cNvPr id="370" name="Freeform: Shape 196">
            <a:extLst>
              <a:ext uri="{FF2B5EF4-FFF2-40B4-BE49-F238E27FC236}">
                <a16:creationId xmlns:a16="http://schemas.microsoft.com/office/drawing/2014/main" id="{50818D16-A73E-5E41-9340-F3C289DBDE6E}"/>
              </a:ext>
            </a:extLst>
          </p:cNvPr>
          <p:cNvSpPr>
            <a:spLocks noChangeAspect="1"/>
          </p:cNvSpPr>
          <p:nvPr/>
        </p:nvSpPr>
        <p:spPr>
          <a:xfrm>
            <a:off x="4498972" y="4184214"/>
            <a:ext cx="390525" cy="542925"/>
          </a:xfrm>
          <a:custGeom>
            <a:avLst/>
            <a:gdLst>
              <a:gd name="connsiteX0" fmla="*/ 292894 w 390525"/>
              <a:gd name="connsiteY0" fmla="*/ 254794 h 542925"/>
              <a:gd name="connsiteX1" fmla="*/ 292894 w 390525"/>
              <a:gd name="connsiteY1" fmla="*/ 337947 h 542925"/>
              <a:gd name="connsiteX2" fmla="*/ 266986 w 390525"/>
              <a:gd name="connsiteY2" fmla="*/ 316325 h 542925"/>
              <a:gd name="connsiteX3" fmla="*/ 242602 w 390525"/>
              <a:gd name="connsiteY3" fmla="*/ 345567 h 542925"/>
              <a:gd name="connsiteX4" fmla="*/ 311944 w 390525"/>
              <a:gd name="connsiteY4" fmla="*/ 403479 h 542925"/>
              <a:gd name="connsiteX5" fmla="*/ 381286 w 390525"/>
              <a:gd name="connsiteY5" fmla="*/ 345662 h 542925"/>
              <a:gd name="connsiteX6" fmla="*/ 356902 w 390525"/>
              <a:gd name="connsiteY6" fmla="*/ 316421 h 542925"/>
              <a:gd name="connsiteX7" fmla="*/ 330994 w 390525"/>
              <a:gd name="connsiteY7" fmla="*/ 337947 h 542925"/>
              <a:gd name="connsiteX8" fmla="*/ 330994 w 390525"/>
              <a:gd name="connsiteY8" fmla="*/ 254794 h 542925"/>
              <a:gd name="connsiteX9" fmla="*/ 330994 w 390525"/>
              <a:gd name="connsiteY9" fmla="*/ 245269 h 542925"/>
              <a:gd name="connsiteX10" fmla="*/ 330994 w 390525"/>
              <a:gd name="connsiteY10" fmla="*/ 216694 h 542925"/>
              <a:gd name="connsiteX11" fmla="*/ 235744 w 390525"/>
              <a:gd name="connsiteY11" fmla="*/ 216694 h 542925"/>
              <a:gd name="connsiteX12" fmla="*/ 216694 w 390525"/>
              <a:gd name="connsiteY12" fmla="*/ 216694 h 542925"/>
              <a:gd name="connsiteX13" fmla="*/ 216694 w 390525"/>
              <a:gd name="connsiteY13" fmla="*/ 159544 h 542925"/>
              <a:gd name="connsiteX14" fmla="*/ 273844 w 390525"/>
              <a:gd name="connsiteY14" fmla="*/ 159544 h 542925"/>
              <a:gd name="connsiteX15" fmla="*/ 311944 w 390525"/>
              <a:gd name="connsiteY15" fmla="*/ 159544 h 542925"/>
              <a:gd name="connsiteX16" fmla="*/ 311944 w 390525"/>
              <a:gd name="connsiteY16" fmla="*/ 121444 h 542925"/>
              <a:gd name="connsiteX17" fmla="*/ 311944 w 390525"/>
              <a:gd name="connsiteY17" fmla="*/ 45244 h 542925"/>
              <a:gd name="connsiteX18" fmla="*/ 311944 w 390525"/>
              <a:gd name="connsiteY18" fmla="*/ 7144 h 542925"/>
              <a:gd name="connsiteX19" fmla="*/ 273844 w 390525"/>
              <a:gd name="connsiteY19" fmla="*/ 7144 h 542925"/>
              <a:gd name="connsiteX20" fmla="*/ 121444 w 390525"/>
              <a:gd name="connsiteY20" fmla="*/ 7144 h 542925"/>
              <a:gd name="connsiteX21" fmla="*/ 83344 w 390525"/>
              <a:gd name="connsiteY21" fmla="*/ 7144 h 542925"/>
              <a:gd name="connsiteX22" fmla="*/ 83344 w 390525"/>
              <a:gd name="connsiteY22" fmla="*/ 45244 h 542925"/>
              <a:gd name="connsiteX23" fmla="*/ 83344 w 390525"/>
              <a:gd name="connsiteY23" fmla="*/ 121444 h 542925"/>
              <a:gd name="connsiteX24" fmla="*/ 83344 w 390525"/>
              <a:gd name="connsiteY24" fmla="*/ 159544 h 542925"/>
              <a:gd name="connsiteX25" fmla="*/ 121444 w 390525"/>
              <a:gd name="connsiteY25" fmla="*/ 159544 h 542925"/>
              <a:gd name="connsiteX26" fmla="*/ 178594 w 390525"/>
              <a:gd name="connsiteY26" fmla="*/ 159544 h 542925"/>
              <a:gd name="connsiteX27" fmla="*/ 178594 w 390525"/>
              <a:gd name="connsiteY27" fmla="*/ 216694 h 542925"/>
              <a:gd name="connsiteX28" fmla="*/ 159544 w 390525"/>
              <a:gd name="connsiteY28" fmla="*/ 216694 h 542925"/>
              <a:gd name="connsiteX29" fmla="*/ 64294 w 390525"/>
              <a:gd name="connsiteY29" fmla="*/ 216694 h 542925"/>
              <a:gd name="connsiteX30" fmla="*/ 64294 w 390525"/>
              <a:gd name="connsiteY30" fmla="*/ 245269 h 542925"/>
              <a:gd name="connsiteX31" fmla="*/ 64294 w 390525"/>
              <a:gd name="connsiteY31" fmla="*/ 254794 h 542925"/>
              <a:gd name="connsiteX32" fmla="*/ 64294 w 390525"/>
              <a:gd name="connsiteY32" fmla="*/ 337947 h 542925"/>
              <a:gd name="connsiteX33" fmla="*/ 38386 w 390525"/>
              <a:gd name="connsiteY33" fmla="*/ 316325 h 542925"/>
              <a:gd name="connsiteX34" fmla="*/ 14002 w 390525"/>
              <a:gd name="connsiteY34" fmla="*/ 345567 h 542925"/>
              <a:gd name="connsiteX35" fmla="*/ 83344 w 390525"/>
              <a:gd name="connsiteY35" fmla="*/ 403479 h 542925"/>
              <a:gd name="connsiteX36" fmla="*/ 152686 w 390525"/>
              <a:gd name="connsiteY36" fmla="*/ 345662 h 542925"/>
              <a:gd name="connsiteX37" fmla="*/ 128302 w 390525"/>
              <a:gd name="connsiteY37" fmla="*/ 316421 h 542925"/>
              <a:gd name="connsiteX38" fmla="*/ 102394 w 390525"/>
              <a:gd name="connsiteY38" fmla="*/ 337947 h 542925"/>
              <a:gd name="connsiteX39" fmla="*/ 102394 w 390525"/>
              <a:gd name="connsiteY39" fmla="*/ 254794 h 542925"/>
              <a:gd name="connsiteX40" fmla="*/ 159544 w 390525"/>
              <a:gd name="connsiteY40" fmla="*/ 254794 h 542925"/>
              <a:gd name="connsiteX41" fmla="*/ 235744 w 390525"/>
              <a:gd name="connsiteY41" fmla="*/ 254794 h 542925"/>
              <a:gd name="connsiteX42" fmla="*/ 292894 w 390525"/>
              <a:gd name="connsiteY42" fmla="*/ 254794 h 542925"/>
              <a:gd name="connsiteX43" fmla="*/ 121444 w 390525"/>
              <a:gd name="connsiteY43" fmla="*/ 121444 h 542925"/>
              <a:gd name="connsiteX44" fmla="*/ 121444 w 390525"/>
              <a:gd name="connsiteY44" fmla="*/ 45244 h 542925"/>
              <a:gd name="connsiteX45" fmla="*/ 273844 w 390525"/>
              <a:gd name="connsiteY45" fmla="*/ 45244 h 542925"/>
              <a:gd name="connsiteX46" fmla="*/ 273844 w 390525"/>
              <a:gd name="connsiteY46" fmla="*/ 121444 h 542925"/>
              <a:gd name="connsiteX47" fmla="*/ 216694 w 390525"/>
              <a:gd name="connsiteY47" fmla="*/ 121444 h 542925"/>
              <a:gd name="connsiteX48" fmla="*/ 178594 w 390525"/>
              <a:gd name="connsiteY48" fmla="*/ 121444 h 542925"/>
              <a:gd name="connsiteX49" fmla="*/ 121444 w 390525"/>
              <a:gd name="connsiteY49" fmla="*/ 121444 h 542925"/>
              <a:gd name="connsiteX50" fmla="*/ 350044 w 390525"/>
              <a:gd name="connsiteY50" fmla="*/ 407194 h 542925"/>
              <a:gd name="connsiteX51" fmla="*/ 273844 w 390525"/>
              <a:gd name="connsiteY51" fmla="*/ 407194 h 542925"/>
              <a:gd name="connsiteX52" fmla="*/ 235744 w 390525"/>
              <a:gd name="connsiteY52" fmla="*/ 407194 h 542925"/>
              <a:gd name="connsiteX53" fmla="*/ 235744 w 390525"/>
              <a:gd name="connsiteY53" fmla="*/ 445294 h 542925"/>
              <a:gd name="connsiteX54" fmla="*/ 235744 w 390525"/>
              <a:gd name="connsiteY54" fmla="*/ 502444 h 542925"/>
              <a:gd name="connsiteX55" fmla="*/ 235744 w 390525"/>
              <a:gd name="connsiteY55" fmla="*/ 540544 h 542925"/>
              <a:gd name="connsiteX56" fmla="*/ 273844 w 390525"/>
              <a:gd name="connsiteY56" fmla="*/ 540544 h 542925"/>
              <a:gd name="connsiteX57" fmla="*/ 350044 w 390525"/>
              <a:gd name="connsiteY57" fmla="*/ 540544 h 542925"/>
              <a:gd name="connsiteX58" fmla="*/ 388144 w 390525"/>
              <a:gd name="connsiteY58" fmla="*/ 540544 h 542925"/>
              <a:gd name="connsiteX59" fmla="*/ 388144 w 390525"/>
              <a:gd name="connsiteY59" fmla="*/ 502444 h 542925"/>
              <a:gd name="connsiteX60" fmla="*/ 388144 w 390525"/>
              <a:gd name="connsiteY60" fmla="*/ 445294 h 542925"/>
              <a:gd name="connsiteX61" fmla="*/ 388144 w 390525"/>
              <a:gd name="connsiteY61" fmla="*/ 407194 h 542925"/>
              <a:gd name="connsiteX62" fmla="*/ 350044 w 390525"/>
              <a:gd name="connsiteY62" fmla="*/ 407194 h 542925"/>
              <a:gd name="connsiteX63" fmla="*/ 350044 w 390525"/>
              <a:gd name="connsiteY63" fmla="*/ 502444 h 542925"/>
              <a:gd name="connsiteX64" fmla="*/ 273844 w 390525"/>
              <a:gd name="connsiteY64" fmla="*/ 502444 h 542925"/>
              <a:gd name="connsiteX65" fmla="*/ 273844 w 390525"/>
              <a:gd name="connsiteY65" fmla="*/ 445294 h 542925"/>
              <a:gd name="connsiteX66" fmla="*/ 350044 w 390525"/>
              <a:gd name="connsiteY66" fmla="*/ 445294 h 542925"/>
              <a:gd name="connsiteX67" fmla="*/ 350044 w 390525"/>
              <a:gd name="connsiteY67" fmla="*/ 502444 h 542925"/>
              <a:gd name="connsiteX68" fmla="*/ 45244 w 390525"/>
              <a:gd name="connsiteY68" fmla="*/ 407194 h 542925"/>
              <a:gd name="connsiteX69" fmla="*/ 7144 w 390525"/>
              <a:gd name="connsiteY69" fmla="*/ 407194 h 542925"/>
              <a:gd name="connsiteX70" fmla="*/ 7144 w 390525"/>
              <a:gd name="connsiteY70" fmla="*/ 445294 h 542925"/>
              <a:gd name="connsiteX71" fmla="*/ 7144 w 390525"/>
              <a:gd name="connsiteY71" fmla="*/ 502444 h 542925"/>
              <a:gd name="connsiteX72" fmla="*/ 7144 w 390525"/>
              <a:gd name="connsiteY72" fmla="*/ 540544 h 542925"/>
              <a:gd name="connsiteX73" fmla="*/ 45244 w 390525"/>
              <a:gd name="connsiteY73" fmla="*/ 540544 h 542925"/>
              <a:gd name="connsiteX74" fmla="*/ 121444 w 390525"/>
              <a:gd name="connsiteY74" fmla="*/ 540544 h 542925"/>
              <a:gd name="connsiteX75" fmla="*/ 159544 w 390525"/>
              <a:gd name="connsiteY75" fmla="*/ 540544 h 542925"/>
              <a:gd name="connsiteX76" fmla="*/ 159544 w 390525"/>
              <a:gd name="connsiteY76" fmla="*/ 502444 h 542925"/>
              <a:gd name="connsiteX77" fmla="*/ 159544 w 390525"/>
              <a:gd name="connsiteY77" fmla="*/ 445294 h 542925"/>
              <a:gd name="connsiteX78" fmla="*/ 159544 w 390525"/>
              <a:gd name="connsiteY78" fmla="*/ 407194 h 542925"/>
              <a:gd name="connsiteX79" fmla="*/ 121444 w 390525"/>
              <a:gd name="connsiteY79" fmla="*/ 407194 h 542925"/>
              <a:gd name="connsiteX80" fmla="*/ 45244 w 390525"/>
              <a:gd name="connsiteY80" fmla="*/ 407194 h 542925"/>
              <a:gd name="connsiteX81" fmla="*/ 121444 w 390525"/>
              <a:gd name="connsiteY81" fmla="*/ 502444 h 542925"/>
              <a:gd name="connsiteX82" fmla="*/ 45244 w 390525"/>
              <a:gd name="connsiteY82" fmla="*/ 502444 h 542925"/>
              <a:gd name="connsiteX83" fmla="*/ 45244 w 390525"/>
              <a:gd name="connsiteY83" fmla="*/ 445294 h 542925"/>
              <a:gd name="connsiteX84" fmla="*/ 121444 w 390525"/>
              <a:gd name="connsiteY84" fmla="*/ 445294 h 542925"/>
              <a:gd name="connsiteX85" fmla="*/ 121444 w 390525"/>
              <a:gd name="connsiteY85" fmla="*/ 5024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90525" h="542925">
                <a:moveTo>
                  <a:pt x="292894" y="254794"/>
                </a:moveTo>
                <a:lnTo>
                  <a:pt x="292894" y="337947"/>
                </a:lnTo>
                <a:lnTo>
                  <a:pt x="266986" y="316325"/>
                </a:lnTo>
                <a:lnTo>
                  <a:pt x="242602" y="345567"/>
                </a:lnTo>
                <a:lnTo>
                  <a:pt x="311944" y="403479"/>
                </a:lnTo>
                <a:lnTo>
                  <a:pt x="381286" y="345662"/>
                </a:lnTo>
                <a:lnTo>
                  <a:pt x="356902" y="316421"/>
                </a:lnTo>
                <a:lnTo>
                  <a:pt x="330994" y="337947"/>
                </a:lnTo>
                <a:lnTo>
                  <a:pt x="330994" y="254794"/>
                </a:lnTo>
                <a:lnTo>
                  <a:pt x="330994" y="245269"/>
                </a:lnTo>
                <a:lnTo>
                  <a:pt x="330994" y="216694"/>
                </a:lnTo>
                <a:lnTo>
                  <a:pt x="235744" y="216694"/>
                </a:lnTo>
                <a:lnTo>
                  <a:pt x="216694" y="216694"/>
                </a:lnTo>
                <a:lnTo>
                  <a:pt x="216694" y="159544"/>
                </a:lnTo>
                <a:lnTo>
                  <a:pt x="273844" y="159544"/>
                </a:lnTo>
                <a:lnTo>
                  <a:pt x="311944" y="159544"/>
                </a:lnTo>
                <a:lnTo>
                  <a:pt x="311944" y="121444"/>
                </a:lnTo>
                <a:lnTo>
                  <a:pt x="311944" y="45244"/>
                </a:lnTo>
                <a:lnTo>
                  <a:pt x="311944" y="7144"/>
                </a:lnTo>
                <a:lnTo>
                  <a:pt x="273844" y="7144"/>
                </a:lnTo>
                <a:lnTo>
                  <a:pt x="121444" y="7144"/>
                </a:lnTo>
                <a:lnTo>
                  <a:pt x="83344" y="7144"/>
                </a:lnTo>
                <a:lnTo>
                  <a:pt x="83344" y="45244"/>
                </a:lnTo>
                <a:lnTo>
                  <a:pt x="83344" y="121444"/>
                </a:lnTo>
                <a:lnTo>
                  <a:pt x="83344" y="159544"/>
                </a:lnTo>
                <a:lnTo>
                  <a:pt x="121444" y="159544"/>
                </a:lnTo>
                <a:lnTo>
                  <a:pt x="178594" y="159544"/>
                </a:lnTo>
                <a:lnTo>
                  <a:pt x="178594" y="216694"/>
                </a:lnTo>
                <a:lnTo>
                  <a:pt x="159544" y="216694"/>
                </a:lnTo>
                <a:lnTo>
                  <a:pt x="64294" y="216694"/>
                </a:lnTo>
                <a:lnTo>
                  <a:pt x="64294" y="245269"/>
                </a:lnTo>
                <a:lnTo>
                  <a:pt x="64294" y="254794"/>
                </a:lnTo>
                <a:lnTo>
                  <a:pt x="64294" y="337947"/>
                </a:lnTo>
                <a:lnTo>
                  <a:pt x="38386" y="316325"/>
                </a:lnTo>
                <a:lnTo>
                  <a:pt x="14002" y="345567"/>
                </a:lnTo>
                <a:lnTo>
                  <a:pt x="83344" y="403479"/>
                </a:lnTo>
                <a:lnTo>
                  <a:pt x="152686" y="345662"/>
                </a:lnTo>
                <a:lnTo>
                  <a:pt x="128302" y="316421"/>
                </a:lnTo>
                <a:lnTo>
                  <a:pt x="102394" y="337947"/>
                </a:lnTo>
                <a:lnTo>
                  <a:pt x="102394" y="254794"/>
                </a:lnTo>
                <a:lnTo>
                  <a:pt x="159544" y="254794"/>
                </a:lnTo>
                <a:lnTo>
                  <a:pt x="235744" y="254794"/>
                </a:lnTo>
                <a:lnTo>
                  <a:pt x="292894" y="254794"/>
                </a:lnTo>
                <a:close/>
                <a:moveTo>
                  <a:pt x="121444" y="121444"/>
                </a:moveTo>
                <a:lnTo>
                  <a:pt x="121444" y="45244"/>
                </a:lnTo>
                <a:lnTo>
                  <a:pt x="273844" y="45244"/>
                </a:lnTo>
                <a:lnTo>
                  <a:pt x="273844" y="121444"/>
                </a:lnTo>
                <a:lnTo>
                  <a:pt x="216694" y="121444"/>
                </a:lnTo>
                <a:lnTo>
                  <a:pt x="178594" y="121444"/>
                </a:lnTo>
                <a:lnTo>
                  <a:pt x="121444" y="121444"/>
                </a:lnTo>
                <a:close/>
                <a:moveTo>
                  <a:pt x="350044" y="407194"/>
                </a:moveTo>
                <a:lnTo>
                  <a:pt x="273844" y="407194"/>
                </a:lnTo>
                <a:lnTo>
                  <a:pt x="235744" y="407194"/>
                </a:lnTo>
                <a:lnTo>
                  <a:pt x="235744" y="445294"/>
                </a:lnTo>
                <a:lnTo>
                  <a:pt x="235744" y="502444"/>
                </a:lnTo>
                <a:lnTo>
                  <a:pt x="235744" y="540544"/>
                </a:lnTo>
                <a:lnTo>
                  <a:pt x="273844" y="540544"/>
                </a:lnTo>
                <a:lnTo>
                  <a:pt x="350044" y="540544"/>
                </a:lnTo>
                <a:lnTo>
                  <a:pt x="388144" y="540544"/>
                </a:lnTo>
                <a:lnTo>
                  <a:pt x="388144" y="502444"/>
                </a:lnTo>
                <a:lnTo>
                  <a:pt x="388144" y="445294"/>
                </a:lnTo>
                <a:lnTo>
                  <a:pt x="388144" y="407194"/>
                </a:lnTo>
                <a:lnTo>
                  <a:pt x="350044" y="407194"/>
                </a:lnTo>
                <a:close/>
                <a:moveTo>
                  <a:pt x="350044" y="502444"/>
                </a:moveTo>
                <a:lnTo>
                  <a:pt x="273844" y="502444"/>
                </a:lnTo>
                <a:lnTo>
                  <a:pt x="273844" y="445294"/>
                </a:lnTo>
                <a:lnTo>
                  <a:pt x="350044" y="445294"/>
                </a:lnTo>
                <a:lnTo>
                  <a:pt x="350044" y="502444"/>
                </a:lnTo>
                <a:close/>
                <a:moveTo>
                  <a:pt x="45244" y="407194"/>
                </a:moveTo>
                <a:lnTo>
                  <a:pt x="7144" y="407194"/>
                </a:lnTo>
                <a:lnTo>
                  <a:pt x="7144" y="445294"/>
                </a:lnTo>
                <a:lnTo>
                  <a:pt x="7144" y="502444"/>
                </a:lnTo>
                <a:lnTo>
                  <a:pt x="7144" y="540544"/>
                </a:lnTo>
                <a:lnTo>
                  <a:pt x="45244" y="540544"/>
                </a:lnTo>
                <a:lnTo>
                  <a:pt x="121444" y="540544"/>
                </a:lnTo>
                <a:lnTo>
                  <a:pt x="159544" y="540544"/>
                </a:lnTo>
                <a:lnTo>
                  <a:pt x="159544" y="502444"/>
                </a:lnTo>
                <a:lnTo>
                  <a:pt x="159544" y="445294"/>
                </a:lnTo>
                <a:lnTo>
                  <a:pt x="159544" y="407194"/>
                </a:lnTo>
                <a:lnTo>
                  <a:pt x="121444" y="407194"/>
                </a:lnTo>
                <a:lnTo>
                  <a:pt x="45244" y="407194"/>
                </a:lnTo>
                <a:close/>
                <a:moveTo>
                  <a:pt x="121444" y="502444"/>
                </a:moveTo>
                <a:lnTo>
                  <a:pt x="45244" y="502444"/>
                </a:lnTo>
                <a:lnTo>
                  <a:pt x="45244" y="445294"/>
                </a:lnTo>
                <a:lnTo>
                  <a:pt x="121444" y="445294"/>
                </a:lnTo>
                <a:lnTo>
                  <a:pt x="121444" y="502444"/>
                </a:lnTo>
                <a:close/>
              </a:path>
            </a:pathLst>
          </a:custGeom>
          <a:solidFill>
            <a:schemeClr val="tx2"/>
          </a:solidFill>
          <a:ln w="9525" cap="flat">
            <a:noFill/>
            <a:prstDash val="solid"/>
            <a:miter/>
          </a:ln>
        </p:spPr>
        <p:txBody>
          <a:bodyPr rtlCol="0" anchor="ctr"/>
          <a:lstStyle/>
          <a:p>
            <a:endParaRPr lang="en-US"/>
          </a:p>
        </p:txBody>
      </p:sp>
      <p:sp>
        <p:nvSpPr>
          <p:cNvPr id="371" name="TextBox 52">
            <a:extLst>
              <a:ext uri="{FF2B5EF4-FFF2-40B4-BE49-F238E27FC236}">
                <a16:creationId xmlns:a16="http://schemas.microsoft.com/office/drawing/2014/main" id="{6B4596B1-57C7-AA4F-B5C3-89D2B7E9192A}"/>
              </a:ext>
            </a:extLst>
          </p:cNvPr>
          <p:cNvSpPr txBox="1"/>
          <p:nvPr/>
        </p:nvSpPr>
        <p:spPr>
          <a:xfrm>
            <a:off x="4466608" y="4780004"/>
            <a:ext cx="455253" cy="215444"/>
          </a:xfrm>
          <a:prstGeom prst="rect">
            <a:avLst/>
          </a:prstGeom>
          <a:noFill/>
        </p:spPr>
        <p:txBody>
          <a:bodyPr wrap="none" lIns="0" rIns="0" rtlCol="0" anchor="ctr" anchorCtr="0">
            <a:noAutofit/>
          </a:bodyPr>
          <a:lstStyle/>
          <a:p>
            <a:pPr algn="ctr"/>
            <a:r>
              <a:rPr lang="en-US" sz="800"/>
              <a:t>Flowchart</a:t>
            </a:r>
          </a:p>
        </p:txBody>
      </p:sp>
      <p:sp>
        <p:nvSpPr>
          <p:cNvPr id="374" name="Graphic 135">
            <a:extLst>
              <a:ext uri="{FF2B5EF4-FFF2-40B4-BE49-F238E27FC236}">
                <a16:creationId xmlns:a16="http://schemas.microsoft.com/office/drawing/2014/main" id="{806CDA51-CB0D-C347-B722-F39619870679}"/>
              </a:ext>
            </a:extLst>
          </p:cNvPr>
          <p:cNvSpPr>
            <a:spLocks noChangeAspect="1"/>
          </p:cNvSpPr>
          <p:nvPr/>
        </p:nvSpPr>
        <p:spPr>
          <a:xfrm>
            <a:off x="3556716" y="5240872"/>
            <a:ext cx="457190" cy="445531"/>
          </a:xfrm>
          <a:custGeom>
            <a:avLst/>
            <a:gdLst>
              <a:gd name="connsiteX0" fmla="*/ 456376 w 457190"/>
              <a:gd name="connsiteY0" fmla="*/ 114899 h 445531"/>
              <a:gd name="connsiteX1" fmla="*/ 313025 w 457190"/>
              <a:gd name="connsiteY1" fmla="*/ 785 h 445531"/>
              <a:gd name="connsiteX2" fmla="*/ 228633 w 457190"/>
              <a:gd name="connsiteY2" fmla="*/ 45008 h 445531"/>
              <a:gd name="connsiteX3" fmla="*/ 48801 w 457190"/>
              <a:gd name="connsiteY3" fmla="*/ 28363 h 445531"/>
              <a:gd name="connsiteX4" fmla="*/ 28446 w 457190"/>
              <a:gd name="connsiteY4" fmla="*/ 209672 h 445531"/>
              <a:gd name="connsiteX5" fmla="*/ 28513 w 457190"/>
              <a:gd name="connsiteY5" fmla="*/ 209757 h 445531"/>
              <a:gd name="connsiteX6" fmla="*/ 228538 w 457190"/>
              <a:gd name="connsiteY6" fmla="*/ 445532 h 445531"/>
              <a:gd name="connsiteX7" fmla="*/ 428563 w 457190"/>
              <a:gd name="connsiteY7" fmla="*/ 209757 h 445531"/>
              <a:gd name="connsiteX8" fmla="*/ 456376 w 457190"/>
              <a:gd name="connsiteY8" fmla="*/ 114899 h 445531"/>
              <a:gd name="connsiteX9" fmla="*/ 399226 w 457190"/>
              <a:gd name="connsiteY9" fmla="*/ 185735 h 445531"/>
              <a:gd name="connsiteX10" fmla="*/ 392653 w 457190"/>
              <a:gd name="connsiteY10" fmla="*/ 193491 h 445531"/>
              <a:gd name="connsiteX11" fmla="*/ 348077 w 457190"/>
              <a:gd name="connsiteY11" fmla="*/ 245885 h 445531"/>
              <a:gd name="connsiteX12" fmla="*/ 348077 w 457190"/>
              <a:gd name="connsiteY12" fmla="*/ 245885 h 445531"/>
              <a:gd name="connsiteX13" fmla="*/ 228538 w 457190"/>
              <a:gd name="connsiteY13" fmla="*/ 386801 h 445531"/>
              <a:gd name="connsiteX14" fmla="*/ 108904 w 457190"/>
              <a:gd name="connsiteY14" fmla="*/ 245885 h 445531"/>
              <a:gd name="connsiteX15" fmla="*/ 108904 w 457190"/>
              <a:gd name="connsiteY15" fmla="*/ 245885 h 445531"/>
              <a:gd name="connsiteX16" fmla="*/ 64422 w 457190"/>
              <a:gd name="connsiteY16" fmla="*/ 193491 h 445531"/>
              <a:gd name="connsiteX17" fmla="*/ 57850 w 457190"/>
              <a:gd name="connsiteY17" fmla="*/ 185735 h 445531"/>
              <a:gd name="connsiteX18" fmla="*/ 77252 w 457190"/>
              <a:gd name="connsiteY18" fmla="*/ 58116 h 445531"/>
              <a:gd name="connsiteX19" fmla="*/ 201677 w 457190"/>
              <a:gd name="connsiteY19" fmla="*/ 72246 h 445531"/>
              <a:gd name="connsiteX20" fmla="*/ 228538 w 457190"/>
              <a:gd name="connsiteY20" fmla="*/ 105630 h 445531"/>
              <a:gd name="connsiteX21" fmla="*/ 255398 w 457190"/>
              <a:gd name="connsiteY21" fmla="*/ 72246 h 445531"/>
              <a:gd name="connsiteX22" fmla="*/ 384996 w 457190"/>
              <a:gd name="connsiteY22" fmla="*/ 62193 h 445531"/>
              <a:gd name="connsiteX23" fmla="*/ 399226 w 457190"/>
              <a:gd name="connsiteY23" fmla="*/ 185735 h 44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7190" h="445531">
                <a:moveTo>
                  <a:pt x="456376" y="114899"/>
                </a:moveTo>
                <a:cubicBezTo>
                  <a:pt x="448527" y="44081"/>
                  <a:pt x="384348" y="-7007"/>
                  <a:pt x="313025" y="785"/>
                </a:cubicBezTo>
                <a:cubicBezTo>
                  <a:pt x="280259" y="4361"/>
                  <a:pt x="250093" y="20173"/>
                  <a:pt x="228633" y="45008"/>
                </a:cubicBezTo>
                <a:cubicBezTo>
                  <a:pt x="182989" y="-7717"/>
                  <a:pt x="103475" y="-15084"/>
                  <a:pt x="48801" y="28363"/>
                </a:cubicBezTo>
                <a:cubicBezTo>
                  <a:pt x="-7244" y="72851"/>
                  <a:pt x="-16359" y="154024"/>
                  <a:pt x="28446" y="209672"/>
                </a:cubicBezTo>
                <a:cubicBezTo>
                  <a:pt x="28465" y="209700"/>
                  <a:pt x="28494" y="209729"/>
                  <a:pt x="28513" y="209757"/>
                </a:cubicBezTo>
                <a:lnTo>
                  <a:pt x="228538" y="445532"/>
                </a:lnTo>
                <a:lnTo>
                  <a:pt x="428563" y="209757"/>
                </a:lnTo>
                <a:cubicBezTo>
                  <a:pt x="450232" y="183097"/>
                  <a:pt x="460243" y="148937"/>
                  <a:pt x="456376" y="114899"/>
                </a:cubicBezTo>
                <a:close/>
                <a:moveTo>
                  <a:pt x="399226" y="185735"/>
                </a:moveTo>
                <a:lnTo>
                  <a:pt x="392653" y="193491"/>
                </a:lnTo>
                <a:lnTo>
                  <a:pt x="348077" y="245885"/>
                </a:lnTo>
                <a:lnTo>
                  <a:pt x="348077" y="245885"/>
                </a:lnTo>
                <a:lnTo>
                  <a:pt x="228538" y="386801"/>
                </a:lnTo>
                <a:lnTo>
                  <a:pt x="108904" y="245885"/>
                </a:lnTo>
                <a:lnTo>
                  <a:pt x="108904" y="245885"/>
                </a:lnTo>
                <a:lnTo>
                  <a:pt x="64422" y="193491"/>
                </a:lnTo>
                <a:lnTo>
                  <a:pt x="57850" y="185735"/>
                </a:lnTo>
                <a:cubicBezTo>
                  <a:pt x="27713" y="145172"/>
                  <a:pt x="36400" y="88040"/>
                  <a:pt x="77252" y="58116"/>
                </a:cubicBezTo>
                <a:cubicBezTo>
                  <a:pt x="116038" y="29697"/>
                  <a:pt x="170350" y="35863"/>
                  <a:pt x="201677" y="72246"/>
                </a:cubicBezTo>
                <a:lnTo>
                  <a:pt x="228538" y="105630"/>
                </a:lnTo>
                <a:lnTo>
                  <a:pt x="255398" y="72246"/>
                </a:lnTo>
                <a:cubicBezTo>
                  <a:pt x="288393" y="33934"/>
                  <a:pt x="346410" y="29432"/>
                  <a:pt x="384996" y="62193"/>
                </a:cubicBezTo>
                <a:cubicBezTo>
                  <a:pt x="421629" y="93298"/>
                  <a:pt x="427839" y="147215"/>
                  <a:pt x="399226" y="185735"/>
                </a:cubicBezTo>
                <a:close/>
              </a:path>
            </a:pathLst>
          </a:custGeom>
          <a:solidFill>
            <a:schemeClr val="tx2"/>
          </a:solidFill>
          <a:ln w="9525" cap="flat">
            <a:noFill/>
            <a:prstDash val="solid"/>
            <a:miter/>
          </a:ln>
        </p:spPr>
        <p:txBody>
          <a:bodyPr rtlCol="0" anchor="ctr"/>
          <a:lstStyle/>
          <a:p>
            <a:endParaRPr lang="en-US"/>
          </a:p>
        </p:txBody>
      </p:sp>
      <p:sp>
        <p:nvSpPr>
          <p:cNvPr id="375" name="TextBox 53">
            <a:extLst>
              <a:ext uri="{FF2B5EF4-FFF2-40B4-BE49-F238E27FC236}">
                <a16:creationId xmlns:a16="http://schemas.microsoft.com/office/drawing/2014/main" id="{CDE5A42A-E00F-7744-AF59-7556E203D393}"/>
              </a:ext>
            </a:extLst>
          </p:cNvPr>
          <p:cNvSpPr txBox="1"/>
          <p:nvPr/>
        </p:nvSpPr>
        <p:spPr>
          <a:xfrm>
            <a:off x="3656270" y="5773766"/>
            <a:ext cx="258083" cy="215444"/>
          </a:xfrm>
          <a:prstGeom prst="rect">
            <a:avLst/>
          </a:prstGeom>
          <a:noFill/>
        </p:spPr>
        <p:txBody>
          <a:bodyPr wrap="none" lIns="0" rIns="0" rtlCol="0" anchor="ctr" anchorCtr="0">
            <a:noAutofit/>
          </a:bodyPr>
          <a:lstStyle/>
          <a:p>
            <a:pPr algn="ctr"/>
            <a:r>
              <a:rPr lang="en-US" sz="800"/>
              <a:t>Heart</a:t>
            </a:r>
          </a:p>
        </p:txBody>
      </p:sp>
      <p:sp>
        <p:nvSpPr>
          <p:cNvPr id="377" name="Freeform: Shape 166">
            <a:extLst>
              <a:ext uri="{FF2B5EF4-FFF2-40B4-BE49-F238E27FC236}">
                <a16:creationId xmlns:a16="http://schemas.microsoft.com/office/drawing/2014/main" id="{90AAE03E-24B5-7745-9335-1233F95E61AB}"/>
              </a:ext>
            </a:extLst>
          </p:cNvPr>
          <p:cNvSpPr>
            <a:spLocks noChangeAspect="1"/>
          </p:cNvSpPr>
          <p:nvPr/>
        </p:nvSpPr>
        <p:spPr>
          <a:xfrm>
            <a:off x="10765602" y="5268375"/>
            <a:ext cx="504825" cy="390525"/>
          </a:xfrm>
          <a:custGeom>
            <a:avLst/>
            <a:gdLst>
              <a:gd name="connsiteX0" fmla="*/ 7144 w 504825"/>
              <a:gd name="connsiteY0" fmla="*/ 159544 h 390525"/>
              <a:gd name="connsiteX1" fmla="*/ 159544 w 504825"/>
              <a:gd name="connsiteY1" fmla="*/ 159544 h 390525"/>
              <a:gd name="connsiteX2" fmla="*/ 159544 w 504825"/>
              <a:gd name="connsiteY2" fmla="*/ 7144 h 390525"/>
              <a:gd name="connsiteX3" fmla="*/ 7144 w 504825"/>
              <a:gd name="connsiteY3" fmla="*/ 7144 h 390525"/>
              <a:gd name="connsiteX4" fmla="*/ 7144 w 504825"/>
              <a:gd name="connsiteY4" fmla="*/ 159544 h 390525"/>
              <a:gd name="connsiteX5" fmla="*/ 45244 w 504825"/>
              <a:gd name="connsiteY5" fmla="*/ 45244 h 390525"/>
              <a:gd name="connsiteX6" fmla="*/ 121444 w 504825"/>
              <a:gd name="connsiteY6" fmla="*/ 45244 h 390525"/>
              <a:gd name="connsiteX7" fmla="*/ 121444 w 504825"/>
              <a:gd name="connsiteY7" fmla="*/ 121444 h 390525"/>
              <a:gd name="connsiteX8" fmla="*/ 45244 w 504825"/>
              <a:gd name="connsiteY8" fmla="*/ 121444 h 390525"/>
              <a:gd name="connsiteX9" fmla="*/ 45244 w 504825"/>
              <a:gd name="connsiteY9" fmla="*/ 45244 h 390525"/>
              <a:gd name="connsiteX10" fmla="*/ 7144 w 504825"/>
              <a:gd name="connsiteY10" fmla="*/ 388144 h 390525"/>
              <a:gd name="connsiteX11" fmla="*/ 159544 w 504825"/>
              <a:gd name="connsiteY11" fmla="*/ 388144 h 390525"/>
              <a:gd name="connsiteX12" fmla="*/ 159544 w 504825"/>
              <a:gd name="connsiteY12" fmla="*/ 235744 h 390525"/>
              <a:gd name="connsiteX13" fmla="*/ 7144 w 504825"/>
              <a:gd name="connsiteY13" fmla="*/ 235744 h 390525"/>
              <a:gd name="connsiteX14" fmla="*/ 7144 w 504825"/>
              <a:gd name="connsiteY14" fmla="*/ 388144 h 390525"/>
              <a:gd name="connsiteX15" fmla="*/ 45244 w 504825"/>
              <a:gd name="connsiteY15" fmla="*/ 273844 h 390525"/>
              <a:gd name="connsiteX16" fmla="*/ 121444 w 504825"/>
              <a:gd name="connsiteY16" fmla="*/ 273844 h 390525"/>
              <a:gd name="connsiteX17" fmla="*/ 121444 w 504825"/>
              <a:gd name="connsiteY17" fmla="*/ 350044 h 390525"/>
              <a:gd name="connsiteX18" fmla="*/ 45244 w 504825"/>
              <a:gd name="connsiteY18" fmla="*/ 350044 h 390525"/>
              <a:gd name="connsiteX19" fmla="*/ 45244 w 504825"/>
              <a:gd name="connsiteY19" fmla="*/ 273844 h 390525"/>
              <a:gd name="connsiteX20" fmla="*/ 502444 w 504825"/>
              <a:gd name="connsiteY20" fmla="*/ 26194 h 390525"/>
              <a:gd name="connsiteX21" fmla="*/ 502444 w 504825"/>
              <a:gd name="connsiteY21" fmla="*/ 64294 h 390525"/>
              <a:gd name="connsiteX22" fmla="*/ 197644 w 504825"/>
              <a:gd name="connsiteY22" fmla="*/ 64294 h 390525"/>
              <a:gd name="connsiteX23" fmla="*/ 197644 w 504825"/>
              <a:gd name="connsiteY23" fmla="*/ 26194 h 390525"/>
              <a:gd name="connsiteX24" fmla="*/ 502444 w 504825"/>
              <a:gd name="connsiteY24" fmla="*/ 26194 h 390525"/>
              <a:gd name="connsiteX25" fmla="*/ 426244 w 504825"/>
              <a:gd name="connsiteY25" fmla="*/ 140494 h 390525"/>
              <a:gd name="connsiteX26" fmla="*/ 197644 w 504825"/>
              <a:gd name="connsiteY26" fmla="*/ 140494 h 390525"/>
              <a:gd name="connsiteX27" fmla="*/ 197644 w 504825"/>
              <a:gd name="connsiteY27" fmla="*/ 102394 h 390525"/>
              <a:gd name="connsiteX28" fmla="*/ 426244 w 504825"/>
              <a:gd name="connsiteY28" fmla="*/ 102394 h 390525"/>
              <a:gd name="connsiteX29" fmla="*/ 426244 w 504825"/>
              <a:gd name="connsiteY29" fmla="*/ 140494 h 390525"/>
              <a:gd name="connsiteX30" fmla="*/ 197644 w 504825"/>
              <a:gd name="connsiteY30" fmla="*/ 254794 h 390525"/>
              <a:gd name="connsiteX31" fmla="*/ 502444 w 504825"/>
              <a:gd name="connsiteY31" fmla="*/ 254794 h 390525"/>
              <a:gd name="connsiteX32" fmla="*/ 502444 w 504825"/>
              <a:gd name="connsiteY32" fmla="*/ 292894 h 390525"/>
              <a:gd name="connsiteX33" fmla="*/ 197644 w 504825"/>
              <a:gd name="connsiteY33" fmla="*/ 292894 h 390525"/>
              <a:gd name="connsiteX34" fmla="*/ 197644 w 504825"/>
              <a:gd name="connsiteY34" fmla="*/ 254794 h 390525"/>
              <a:gd name="connsiteX35" fmla="*/ 197644 w 504825"/>
              <a:gd name="connsiteY35" fmla="*/ 330994 h 390525"/>
              <a:gd name="connsiteX36" fmla="*/ 426244 w 504825"/>
              <a:gd name="connsiteY36" fmla="*/ 330994 h 390525"/>
              <a:gd name="connsiteX37" fmla="*/ 426244 w 504825"/>
              <a:gd name="connsiteY37" fmla="*/ 369094 h 390525"/>
              <a:gd name="connsiteX38" fmla="*/ 197644 w 504825"/>
              <a:gd name="connsiteY38" fmla="*/ 369094 h 390525"/>
              <a:gd name="connsiteX39" fmla="*/ 197644 w 504825"/>
              <a:gd name="connsiteY39" fmla="*/ 33099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4825" h="390525">
                <a:moveTo>
                  <a:pt x="7144" y="159544"/>
                </a:moveTo>
                <a:lnTo>
                  <a:pt x="159544" y="159544"/>
                </a:lnTo>
                <a:lnTo>
                  <a:pt x="159544" y="7144"/>
                </a:lnTo>
                <a:lnTo>
                  <a:pt x="7144" y="7144"/>
                </a:lnTo>
                <a:lnTo>
                  <a:pt x="7144" y="159544"/>
                </a:lnTo>
                <a:close/>
                <a:moveTo>
                  <a:pt x="45244" y="45244"/>
                </a:moveTo>
                <a:lnTo>
                  <a:pt x="121444" y="45244"/>
                </a:lnTo>
                <a:lnTo>
                  <a:pt x="121444" y="121444"/>
                </a:lnTo>
                <a:lnTo>
                  <a:pt x="45244" y="121444"/>
                </a:lnTo>
                <a:lnTo>
                  <a:pt x="45244" y="45244"/>
                </a:lnTo>
                <a:close/>
                <a:moveTo>
                  <a:pt x="7144" y="388144"/>
                </a:moveTo>
                <a:lnTo>
                  <a:pt x="159544" y="388144"/>
                </a:lnTo>
                <a:lnTo>
                  <a:pt x="159544" y="235744"/>
                </a:lnTo>
                <a:lnTo>
                  <a:pt x="7144" y="235744"/>
                </a:lnTo>
                <a:lnTo>
                  <a:pt x="7144" y="388144"/>
                </a:lnTo>
                <a:close/>
                <a:moveTo>
                  <a:pt x="45244" y="273844"/>
                </a:moveTo>
                <a:lnTo>
                  <a:pt x="121444" y="273844"/>
                </a:lnTo>
                <a:lnTo>
                  <a:pt x="121444" y="350044"/>
                </a:lnTo>
                <a:lnTo>
                  <a:pt x="45244" y="350044"/>
                </a:lnTo>
                <a:lnTo>
                  <a:pt x="45244" y="273844"/>
                </a:lnTo>
                <a:close/>
                <a:moveTo>
                  <a:pt x="502444" y="26194"/>
                </a:moveTo>
                <a:lnTo>
                  <a:pt x="502444" y="64294"/>
                </a:lnTo>
                <a:lnTo>
                  <a:pt x="197644" y="64294"/>
                </a:lnTo>
                <a:lnTo>
                  <a:pt x="197644" y="26194"/>
                </a:lnTo>
                <a:lnTo>
                  <a:pt x="502444" y="26194"/>
                </a:lnTo>
                <a:close/>
                <a:moveTo>
                  <a:pt x="426244" y="140494"/>
                </a:moveTo>
                <a:lnTo>
                  <a:pt x="197644" y="140494"/>
                </a:lnTo>
                <a:lnTo>
                  <a:pt x="197644" y="102394"/>
                </a:lnTo>
                <a:lnTo>
                  <a:pt x="426244" y="102394"/>
                </a:lnTo>
                <a:lnTo>
                  <a:pt x="426244" y="140494"/>
                </a:lnTo>
                <a:close/>
                <a:moveTo>
                  <a:pt x="197644" y="254794"/>
                </a:moveTo>
                <a:lnTo>
                  <a:pt x="502444" y="254794"/>
                </a:lnTo>
                <a:lnTo>
                  <a:pt x="502444" y="292894"/>
                </a:lnTo>
                <a:lnTo>
                  <a:pt x="197644" y="292894"/>
                </a:lnTo>
                <a:lnTo>
                  <a:pt x="197644" y="254794"/>
                </a:lnTo>
                <a:close/>
                <a:moveTo>
                  <a:pt x="197644" y="330994"/>
                </a:moveTo>
                <a:lnTo>
                  <a:pt x="426244" y="330994"/>
                </a:lnTo>
                <a:lnTo>
                  <a:pt x="426244" y="369094"/>
                </a:lnTo>
                <a:lnTo>
                  <a:pt x="197644" y="369094"/>
                </a:lnTo>
                <a:lnTo>
                  <a:pt x="197644" y="330994"/>
                </a:lnTo>
                <a:close/>
              </a:path>
            </a:pathLst>
          </a:custGeom>
          <a:solidFill>
            <a:schemeClr val="tx2"/>
          </a:solidFill>
          <a:ln w="9525" cap="flat">
            <a:noFill/>
            <a:prstDash val="solid"/>
            <a:miter/>
          </a:ln>
        </p:spPr>
        <p:txBody>
          <a:bodyPr rtlCol="0" anchor="ctr"/>
          <a:lstStyle/>
          <a:p>
            <a:endParaRPr lang="en-US"/>
          </a:p>
        </p:txBody>
      </p:sp>
      <p:sp>
        <p:nvSpPr>
          <p:cNvPr id="378" name="TextBox 54">
            <a:extLst>
              <a:ext uri="{FF2B5EF4-FFF2-40B4-BE49-F238E27FC236}">
                <a16:creationId xmlns:a16="http://schemas.microsoft.com/office/drawing/2014/main" id="{0B195615-724B-5946-8157-D004D0E298C4}"/>
              </a:ext>
            </a:extLst>
          </p:cNvPr>
          <p:cNvSpPr txBox="1"/>
          <p:nvPr/>
        </p:nvSpPr>
        <p:spPr>
          <a:xfrm>
            <a:off x="10937864" y="5773766"/>
            <a:ext cx="160300" cy="215444"/>
          </a:xfrm>
          <a:prstGeom prst="rect">
            <a:avLst/>
          </a:prstGeom>
          <a:noFill/>
        </p:spPr>
        <p:txBody>
          <a:bodyPr wrap="none" lIns="0" rIns="0" rtlCol="0" anchor="ctr" anchorCtr="0">
            <a:noAutofit/>
          </a:bodyPr>
          <a:lstStyle/>
          <a:p>
            <a:pPr algn="ctr"/>
            <a:r>
              <a:rPr lang="en-US" sz="800"/>
              <a:t>List</a:t>
            </a:r>
          </a:p>
        </p:txBody>
      </p:sp>
      <p:sp>
        <p:nvSpPr>
          <p:cNvPr id="2" name="Graphic 379">
            <a:extLst>
              <a:ext uri="{FF2B5EF4-FFF2-40B4-BE49-F238E27FC236}">
                <a16:creationId xmlns:a16="http://schemas.microsoft.com/office/drawing/2014/main" id="{D139AA9D-B473-C943-B5D2-551F6A32F5FC}"/>
              </a:ext>
            </a:extLst>
          </p:cNvPr>
          <p:cNvSpPr>
            <a:spLocks noChangeAspect="1"/>
          </p:cNvSpPr>
          <p:nvPr/>
        </p:nvSpPr>
        <p:spPr>
          <a:xfrm>
            <a:off x="5351376" y="5282662"/>
            <a:ext cx="571500" cy="381000"/>
          </a:xfrm>
          <a:custGeom>
            <a:avLst/>
            <a:gdLst>
              <a:gd name="connsiteX0" fmla="*/ 204788 w 571500"/>
              <a:gd name="connsiteY0" fmla="*/ 247650 h 381000"/>
              <a:gd name="connsiteX1" fmla="*/ 166688 w 571500"/>
              <a:gd name="connsiteY1" fmla="*/ 247650 h 381000"/>
              <a:gd name="connsiteX2" fmla="*/ 166688 w 571500"/>
              <a:gd name="connsiteY2" fmla="*/ 150285 h 381000"/>
              <a:gd name="connsiteX3" fmla="*/ 204788 w 571500"/>
              <a:gd name="connsiteY3" fmla="*/ 150285 h 381000"/>
              <a:gd name="connsiteX4" fmla="*/ 204788 w 571500"/>
              <a:gd name="connsiteY4" fmla="*/ 247650 h 381000"/>
              <a:gd name="connsiteX5" fmla="*/ 271463 w 571500"/>
              <a:gd name="connsiteY5" fmla="*/ 113243 h 381000"/>
              <a:gd name="connsiteX6" fmla="*/ 233363 w 571500"/>
              <a:gd name="connsiteY6" fmla="*/ 113243 h 381000"/>
              <a:gd name="connsiteX7" fmla="*/ 233363 w 571500"/>
              <a:gd name="connsiteY7" fmla="*/ 247650 h 381000"/>
              <a:gd name="connsiteX8" fmla="*/ 271463 w 571500"/>
              <a:gd name="connsiteY8" fmla="*/ 247650 h 381000"/>
              <a:gd name="connsiteX9" fmla="*/ 271463 w 571500"/>
              <a:gd name="connsiteY9" fmla="*/ 113243 h 381000"/>
              <a:gd name="connsiteX10" fmla="*/ 338138 w 571500"/>
              <a:gd name="connsiteY10" fmla="*/ 150285 h 381000"/>
              <a:gd name="connsiteX11" fmla="*/ 300038 w 571500"/>
              <a:gd name="connsiteY11" fmla="*/ 150285 h 381000"/>
              <a:gd name="connsiteX12" fmla="*/ 300038 w 571500"/>
              <a:gd name="connsiteY12" fmla="*/ 247650 h 381000"/>
              <a:gd name="connsiteX13" fmla="*/ 338138 w 571500"/>
              <a:gd name="connsiteY13" fmla="*/ 247650 h 381000"/>
              <a:gd name="connsiteX14" fmla="*/ 338138 w 571500"/>
              <a:gd name="connsiteY14" fmla="*/ 150285 h 381000"/>
              <a:gd name="connsiteX15" fmla="*/ 404813 w 571500"/>
              <a:gd name="connsiteY15" fmla="*/ 76200 h 381000"/>
              <a:gd name="connsiteX16" fmla="*/ 366713 w 571500"/>
              <a:gd name="connsiteY16" fmla="*/ 76200 h 381000"/>
              <a:gd name="connsiteX17" fmla="*/ 366713 w 571500"/>
              <a:gd name="connsiteY17" fmla="*/ 247650 h 381000"/>
              <a:gd name="connsiteX18" fmla="*/ 404813 w 571500"/>
              <a:gd name="connsiteY18" fmla="*/ 247650 h 381000"/>
              <a:gd name="connsiteX19" fmla="*/ 404813 w 571500"/>
              <a:gd name="connsiteY19" fmla="*/ 76200 h 381000"/>
              <a:gd name="connsiteX20" fmla="*/ 0 w 571500"/>
              <a:gd name="connsiteY20" fmla="*/ 342900 h 381000"/>
              <a:gd name="connsiteX21" fmla="*/ 0 w 571500"/>
              <a:gd name="connsiteY21" fmla="*/ 381000 h 381000"/>
              <a:gd name="connsiteX22" fmla="*/ 571500 w 571500"/>
              <a:gd name="connsiteY22" fmla="*/ 381000 h 381000"/>
              <a:gd name="connsiteX23" fmla="*/ 571500 w 571500"/>
              <a:gd name="connsiteY23" fmla="*/ 342900 h 381000"/>
              <a:gd name="connsiteX24" fmla="*/ 0 w 571500"/>
              <a:gd name="connsiteY24" fmla="*/ 342900 h 381000"/>
              <a:gd name="connsiteX25" fmla="*/ 495300 w 571500"/>
              <a:gd name="connsiteY25" fmla="*/ 304800 h 381000"/>
              <a:gd name="connsiteX26" fmla="*/ 76200 w 571500"/>
              <a:gd name="connsiteY26" fmla="*/ 304800 h 381000"/>
              <a:gd name="connsiteX27" fmla="*/ 76200 w 571500"/>
              <a:gd name="connsiteY27" fmla="*/ 0 h 381000"/>
              <a:gd name="connsiteX28" fmla="*/ 495300 w 571500"/>
              <a:gd name="connsiteY28" fmla="*/ 0 h 381000"/>
              <a:gd name="connsiteX29" fmla="*/ 495300 w 571500"/>
              <a:gd name="connsiteY29" fmla="*/ 304800 h 381000"/>
              <a:gd name="connsiteX30" fmla="*/ 457200 w 571500"/>
              <a:gd name="connsiteY30" fmla="*/ 38100 h 381000"/>
              <a:gd name="connsiteX31" fmla="*/ 114300 w 571500"/>
              <a:gd name="connsiteY31" fmla="*/ 38100 h 381000"/>
              <a:gd name="connsiteX32" fmla="*/ 114300 w 571500"/>
              <a:gd name="connsiteY32" fmla="*/ 266700 h 381000"/>
              <a:gd name="connsiteX33" fmla="*/ 457200 w 571500"/>
              <a:gd name="connsiteY33" fmla="*/ 266700 h 381000"/>
              <a:gd name="connsiteX34" fmla="*/ 457200 w 571500"/>
              <a:gd name="connsiteY34" fmla="*/ 381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71500" h="381000">
                <a:moveTo>
                  <a:pt x="204788" y="247650"/>
                </a:moveTo>
                <a:lnTo>
                  <a:pt x="166688" y="247650"/>
                </a:lnTo>
                <a:lnTo>
                  <a:pt x="166688" y="150285"/>
                </a:lnTo>
                <a:lnTo>
                  <a:pt x="204788" y="150285"/>
                </a:lnTo>
                <a:lnTo>
                  <a:pt x="204788" y="247650"/>
                </a:lnTo>
                <a:close/>
                <a:moveTo>
                  <a:pt x="271463" y="113243"/>
                </a:moveTo>
                <a:lnTo>
                  <a:pt x="233363" y="113243"/>
                </a:lnTo>
                <a:lnTo>
                  <a:pt x="233363" y="247650"/>
                </a:lnTo>
                <a:lnTo>
                  <a:pt x="271463" y="247650"/>
                </a:lnTo>
                <a:lnTo>
                  <a:pt x="271463" y="113243"/>
                </a:lnTo>
                <a:close/>
                <a:moveTo>
                  <a:pt x="338138" y="150285"/>
                </a:moveTo>
                <a:lnTo>
                  <a:pt x="300038" y="150285"/>
                </a:lnTo>
                <a:lnTo>
                  <a:pt x="300038" y="247650"/>
                </a:lnTo>
                <a:lnTo>
                  <a:pt x="338138" y="247650"/>
                </a:lnTo>
                <a:lnTo>
                  <a:pt x="338138" y="150285"/>
                </a:lnTo>
                <a:close/>
                <a:moveTo>
                  <a:pt x="404813" y="76200"/>
                </a:moveTo>
                <a:lnTo>
                  <a:pt x="366713" y="76200"/>
                </a:lnTo>
                <a:lnTo>
                  <a:pt x="366713" y="247650"/>
                </a:lnTo>
                <a:lnTo>
                  <a:pt x="404813" y="247650"/>
                </a:lnTo>
                <a:lnTo>
                  <a:pt x="404813" y="76200"/>
                </a:lnTo>
                <a:close/>
                <a:moveTo>
                  <a:pt x="0" y="342900"/>
                </a:moveTo>
                <a:lnTo>
                  <a:pt x="0" y="381000"/>
                </a:lnTo>
                <a:lnTo>
                  <a:pt x="571500" y="381000"/>
                </a:lnTo>
                <a:lnTo>
                  <a:pt x="571500" y="342900"/>
                </a:lnTo>
                <a:lnTo>
                  <a:pt x="0" y="342900"/>
                </a:lnTo>
                <a:close/>
                <a:moveTo>
                  <a:pt x="495300" y="304800"/>
                </a:moveTo>
                <a:lnTo>
                  <a:pt x="76200" y="304800"/>
                </a:lnTo>
                <a:lnTo>
                  <a:pt x="76200" y="0"/>
                </a:lnTo>
                <a:lnTo>
                  <a:pt x="495300" y="0"/>
                </a:lnTo>
                <a:lnTo>
                  <a:pt x="495300" y="304800"/>
                </a:lnTo>
                <a:close/>
                <a:moveTo>
                  <a:pt x="457200" y="38100"/>
                </a:moveTo>
                <a:lnTo>
                  <a:pt x="114300" y="38100"/>
                </a:lnTo>
                <a:lnTo>
                  <a:pt x="114300" y="266700"/>
                </a:lnTo>
                <a:lnTo>
                  <a:pt x="457200" y="266700"/>
                </a:lnTo>
                <a:lnTo>
                  <a:pt x="457200" y="38100"/>
                </a:lnTo>
                <a:close/>
              </a:path>
            </a:pathLst>
          </a:custGeom>
          <a:solidFill>
            <a:schemeClr val="tx2"/>
          </a:solidFill>
          <a:ln w="9525" cap="flat">
            <a:noFill/>
            <a:prstDash val="solid"/>
            <a:miter/>
          </a:ln>
        </p:spPr>
        <p:txBody>
          <a:bodyPr rtlCol="0" anchor="ctr"/>
          <a:lstStyle/>
          <a:p>
            <a:endParaRPr lang="en-US"/>
          </a:p>
        </p:txBody>
      </p:sp>
      <p:sp>
        <p:nvSpPr>
          <p:cNvPr id="381" name="TextBox 55">
            <a:extLst>
              <a:ext uri="{FF2B5EF4-FFF2-40B4-BE49-F238E27FC236}">
                <a16:creationId xmlns:a16="http://schemas.microsoft.com/office/drawing/2014/main" id="{D2293D5E-A2A9-C54A-ADA9-47567F9B8858}"/>
              </a:ext>
            </a:extLst>
          </p:cNvPr>
          <p:cNvSpPr txBox="1"/>
          <p:nvPr/>
        </p:nvSpPr>
        <p:spPr>
          <a:xfrm>
            <a:off x="5258017" y="5773766"/>
            <a:ext cx="758220" cy="215444"/>
          </a:xfrm>
          <a:prstGeom prst="rect">
            <a:avLst/>
          </a:prstGeom>
          <a:noFill/>
        </p:spPr>
        <p:txBody>
          <a:bodyPr wrap="none" lIns="0" rIns="0" rtlCol="0" anchor="ctr" anchorCtr="0">
            <a:noAutofit/>
          </a:bodyPr>
          <a:lstStyle/>
          <a:p>
            <a:pPr algn="ctr"/>
            <a:r>
              <a:rPr lang="en-US" sz="800"/>
              <a:t>Laptop bar chart</a:t>
            </a:r>
          </a:p>
        </p:txBody>
      </p:sp>
      <p:sp>
        <p:nvSpPr>
          <p:cNvPr id="383" name="Graphic 216">
            <a:extLst>
              <a:ext uri="{FF2B5EF4-FFF2-40B4-BE49-F238E27FC236}">
                <a16:creationId xmlns:a16="http://schemas.microsoft.com/office/drawing/2014/main" id="{EDAF4382-19F1-1B4D-9AE7-21036AEEC274}"/>
              </a:ext>
            </a:extLst>
          </p:cNvPr>
          <p:cNvSpPr>
            <a:spLocks noChangeAspect="1"/>
          </p:cNvSpPr>
          <p:nvPr/>
        </p:nvSpPr>
        <p:spPr>
          <a:xfrm>
            <a:off x="7992369" y="5273137"/>
            <a:ext cx="571500" cy="381000"/>
          </a:xfrm>
          <a:custGeom>
            <a:avLst/>
            <a:gdLst>
              <a:gd name="connsiteX0" fmla="*/ 201349 w 571500"/>
              <a:gd name="connsiteY0" fmla="*/ 179003 h 381000"/>
              <a:gd name="connsiteX1" fmla="*/ 168011 w 571500"/>
              <a:gd name="connsiteY1" fmla="*/ 179003 h 381000"/>
              <a:gd name="connsiteX2" fmla="*/ 287550 w 571500"/>
              <a:gd name="connsiteY2" fmla="*/ 59465 h 381000"/>
              <a:gd name="connsiteX3" fmla="*/ 407089 w 571500"/>
              <a:gd name="connsiteY3" fmla="*/ 179003 h 381000"/>
              <a:gd name="connsiteX4" fmla="*/ 373751 w 571500"/>
              <a:gd name="connsiteY4" fmla="*/ 179003 h 381000"/>
              <a:gd name="connsiteX5" fmla="*/ 287550 w 571500"/>
              <a:gd name="connsiteY5" fmla="*/ 92802 h 381000"/>
              <a:gd name="connsiteX6" fmla="*/ 201349 w 571500"/>
              <a:gd name="connsiteY6" fmla="*/ 179003 h 381000"/>
              <a:gd name="connsiteX7" fmla="*/ 310601 w 571500"/>
              <a:gd name="connsiteY7" fmla="*/ 131321 h 381000"/>
              <a:gd name="connsiteX8" fmla="*/ 275844 w 571500"/>
              <a:gd name="connsiteY8" fmla="*/ 167288 h 381000"/>
              <a:gd name="connsiteX9" fmla="*/ 242907 w 571500"/>
              <a:gd name="connsiteY9" fmla="*/ 175308 h 381000"/>
              <a:gd name="connsiteX10" fmla="*/ 233143 w 571500"/>
              <a:gd name="connsiteY10" fmla="*/ 198892 h 381000"/>
              <a:gd name="connsiteX11" fmla="*/ 242907 w 571500"/>
              <a:gd name="connsiteY11" fmla="*/ 222466 h 381000"/>
              <a:gd name="connsiteX12" fmla="*/ 266481 w 571500"/>
              <a:gd name="connsiteY12" fmla="*/ 232229 h 381000"/>
              <a:gd name="connsiteX13" fmla="*/ 290055 w 571500"/>
              <a:gd name="connsiteY13" fmla="*/ 222466 h 381000"/>
              <a:gd name="connsiteX14" fmla="*/ 290055 w 571500"/>
              <a:gd name="connsiteY14" fmla="*/ 222466 h 381000"/>
              <a:gd name="connsiteX15" fmla="*/ 299818 w 571500"/>
              <a:gd name="connsiteY15" fmla="*/ 198892 h 381000"/>
              <a:gd name="connsiteX16" fmla="*/ 298904 w 571500"/>
              <a:gd name="connsiteY16" fmla="*/ 191424 h 381000"/>
              <a:gd name="connsiteX17" fmla="*/ 334594 w 571500"/>
              <a:gd name="connsiteY17" fmla="*/ 154505 h 381000"/>
              <a:gd name="connsiteX18" fmla="*/ 310601 w 571500"/>
              <a:gd name="connsiteY18" fmla="*/ 131321 h 381000"/>
              <a:gd name="connsiteX19" fmla="*/ 0 w 571500"/>
              <a:gd name="connsiteY19" fmla="*/ 342900 h 381000"/>
              <a:gd name="connsiteX20" fmla="*/ 0 w 571500"/>
              <a:gd name="connsiteY20" fmla="*/ 381000 h 381000"/>
              <a:gd name="connsiteX21" fmla="*/ 571500 w 571500"/>
              <a:gd name="connsiteY21" fmla="*/ 381000 h 381000"/>
              <a:gd name="connsiteX22" fmla="*/ 571500 w 571500"/>
              <a:gd name="connsiteY22" fmla="*/ 342900 h 381000"/>
              <a:gd name="connsiteX23" fmla="*/ 0 w 571500"/>
              <a:gd name="connsiteY23" fmla="*/ 342900 h 381000"/>
              <a:gd name="connsiteX24" fmla="*/ 495300 w 571500"/>
              <a:gd name="connsiteY24" fmla="*/ 304800 h 381000"/>
              <a:gd name="connsiteX25" fmla="*/ 76200 w 571500"/>
              <a:gd name="connsiteY25" fmla="*/ 304800 h 381000"/>
              <a:gd name="connsiteX26" fmla="*/ 76200 w 571500"/>
              <a:gd name="connsiteY26" fmla="*/ 0 h 381000"/>
              <a:gd name="connsiteX27" fmla="*/ 495300 w 571500"/>
              <a:gd name="connsiteY27" fmla="*/ 0 h 381000"/>
              <a:gd name="connsiteX28" fmla="*/ 495300 w 571500"/>
              <a:gd name="connsiteY28" fmla="*/ 304800 h 381000"/>
              <a:gd name="connsiteX29" fmla="*/ 457200 w 571500"/>
              <a:gd name="connsiteY29" fmla="*/ 38100 h 381000"/>
              <a:gd name="connsiteX30" fmla="*/ 114300 w 571500"/>
              <a:gd name="connsiteY30" fmla="*/ 38100 h 381000"/>
              <a:gd name="connsiteX31" fmla="*/ 114300 w 571500"/>
              <a:gd name="connsiteY31" fmla="*/ 266700 h 381000"/>
              <a:gd name="connsiteX32" fmla="*/ 457200 w 571500"/>
              <a:gd name="connsiteY32" fmla="*/ 266700 h 381000"/>
              <a:gd name="connsiteX33" fmla="*/ 457200 w 571500"/>
              <a:gd name="connsiteY33" fmla="*/ 381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71500" h="381000">
                <a:moveTo>
                  <a:pt x="201349" y="179003"/>
                </a:moveTo>
                <a:lnTo>
                  <a:pt x="168011" y="179003"/>
                </a:lnTo>
                <a:cubicBezTo>
                  <a:pt x="168011" y="113090"/>
                  <a:pt x="221637" y="59465"/>
                  <a:pt x="287550" y="59465"/>
                </a:cubicBezTo>
                <a:cubicBezTo>
                  <a:pt x="353463" y="59465"/>
                  <a:pt x="407089" y="113090"/>
                  <a:pt x="407089" y="179003"/>
                </a:cubicBezTo>
                <a:lnTo>
                  <a:pt x="373751" y="179003"/>
                </a:lnTo>
                <a:cubicBezTo>
                  <a:pt x="373751" y="131474"/>
                  <a:pt x="335080" y="92802"/>
                  <a:pt x="287550" y="92802"/>
                </a:cubicBezTo>
                <a:cubicBezTo>
                  <a:pt x="240020" y="92802"/>
                  <a:pt x="201349" y="131474"/>
                  <a:pt x="201349" y="179003"/>
                </a:cubicBezTo>
                <a:close/>
                <a:moveTo>
                  <a:pt x="310601" y="131321"/>
                </a:moveTo>
                <a:lnTo>
                  <a:pt x="275844" y="167288"/>
                </a:lnTo>
                <a:cubicBezTo>
                  <a:pt x="264462" y="164125"/>
                  <a:pt x="251508" y="166697"/>
                  <a:pt x="242907" y="175308"/>
                </a:cubicBezTo>
                <a:cubicBezTo>
                  <a:pt x="236611" y="181604"/>
                  <a:pt x="233143" y="189976"/>
                  <a:pt x="233143" y="198892"/>
                </a:cubicBezTo>
                <a:cubicBezTo>
                  <a:pt x="233143" y="207797"/>
                  <a:pt x="236611" y="216160"/>
                  <a:pt x="242907" y="222466"/>
                </a:cubicBezTo>
                <a:cubicBezTo>
                  <a:pt x="249203" y="228762"/>
                  <a:pt x="257575" y="232229"/>
                  <a:pt x="266481" y="232229"/>
                </a:cubicBezTo>
                <a:cubicBezTo>
                  <a:pt x="275387" y="232229"/>
                  <a:pt x="283759" y="228762"/>
                  <a:pt x="290055" y="222466"/>
                </a:cubicBezTo>
                <a:cubicBezTo>
                  <a:pt x="290055" y="222466"/>
                  <a:pt x="290055" y="222466"/>
                  <a:pt x="290055" y="222466"/>
                </a:cubicBezTo>
                <a:cubicBezTo>
                  <a:pt x="296351" y="216170"/>
                  <a:pt x="299818" y="207797"/>
                  <a:pt x="299818" y="198892"/>
                </a:cubicBezTo>
                <a:cubicBezTo>
                  <a:pt x="299818" y="196339"/>
                  <a:pt x="299456" y="193853"/>
                  <a:pt x="298904" y="191424"/>
                </a:cubicBezTo>
                <a:lnTo>
                  <a:pt x="334594" y="154505"/>
                </a:lnTo>
                <a:lnTo>
                  <a:pt x="310601" y="131321"/>
                </a:lnTo>
                <a:close/>
                <a:moveTo>
                  <a:pt x="0" y="342900"/>
                </a:moveTo>
                <a:lnTo>
                  <a:pt x="0" y="381000"/>
                </a:lnTo>
                <a:lnTo>
                  <a:pt x="571500" y="381000"/>
                </a:lnTo>
                <a:lnTo>
                  <a:pt x="571500" y="342900"/>
                </a:lnTo>
                <a:lnTo>
                  <a:pt x="0" y="342900"/>
                </a:lnTo>
                <a:close/>
                <a:moveTo>
                  <a:pt x="495300" y="304800"/>
                </a:moveTo>
                <a:lnTo>
                  <a:pt x="76200" y="304800"/>
                </a:lnTo>
                <a:lnTo>
                  <a:pt x="76200" y="0"/>
                </a:lnTo>
                <a:lnTo>
                  <a:pt x="495300" y="0"/>
                </a:lnTo>
                <a:lnTo>
                  <a:pt x="495300" y="304800"/>
                </a:lnTo>
                <a:close/>
                <a:moveTo>
                  <a:pt x="457200" y="38100"/>
                </a:moveTo>
                <a:lnTo>
                  <a:pt x="114300" y="38100"/>
                </a:lnTo>
                <a:lnTo>
                  <a:pt x="114300" y="266700"/>
                </a:lnTo>
                <a:lnTo>
                  <a:pt x="457200" y="266700"/>
                </a:lnTo>
                <a:lnTo>
                  <a:pt x="457200" y="38100"/>
                </a:lnTo>
                <a:close/>
              </a:path>
            </a:pathLst>
          </a:custGeom>
          <a:solidFill>
            <a:schemeClr val="tx2"/>
          </a:solidFill>
          <a:ln w="9525" cap="flat">
            <a:noFill/>
            <a:prstDash val="solid"/>
            <a:miter/>
          </a:ln>
        </p:spPr>
        <p:txBody>
          <a:bodyPr rtlCol="0" anchor="ctr"/>
          <a:lstStyle/>
          <a:p>
            <a:endParaRPr lang="en-US"/>
          </a:p>
        </p:txBody>
      </p:sp>
      <p:sp>
        <p:nvSpPr>
          <p:cNvPr id="384" name="TextBox 56">
            <a:extLst>
              <a:ext uri="{FF2B5EF4-FFF2-40B4-BE49-F238E27FC236}">
                <a16:creationId xmlns:a16="http://schemas.microsoft.com/office/drawing/2014/main" id="{8D83C525-371A-0D4F-9B55-F5E9F5BD7F2D}"/>
              </a:ext>
            </a:extLst>
          </p:cNvPr>
          <p:cNvSpPr txBox="1"/>
          <p:nvPr/>
        </p:nvSpPr>
        <p:spPr>
          <a:xfrm>
            <a:off x="7967137" y="5773765"/>
            <a:ext cx="621965" cy="338554"/>
          </a:xfrm>
          <a:prstGeom prst="rect">
            <a:avLst/>
          </a:prstGeom>
          <a:noFill/>
        </p:spPr>
        <p:txBody>
          <a:bodyPr wrap="none" lIns="0" rIns="0" rtlCol="0" anchor="ctr" anchorCtr="0">
            <a:noAutofit/>
          </a:bodyPr>
          <a:lstStyle/>
          <a:p>
            <a:pPr algn="ctr"/>
            <a:r>
              <a:rPr lang="en-US" sz="800"/>
              <a:t>Laptop </a:t>
            </a:r>
            <a:br>
              <a:rPr lang="en-US" sz="800"/>
            </a:br>
            <a:r>
              <a:rPr lang="en-US" sz="800"/>
              <a:t>speedometer</a:t>
            </a:r>
          </a:p>
        </p:txBody>
      </p:sp>
      <p:sp>
        <p:nvSpPr>
          <p:cNvPr id="386" name="Freeform: Shape 25">
            <a:extLst>
              <a:ext uri="{FF2B5EF4-FFF2-40B4-BE49-F238E27FC236}">
                <a16:creationId xmlns:a16="http://schemas.microsoft.com/office/drawing/2014/main" id="{87A2577D-8FCB-4B44-AED7-6E1EB57EC9D6}"/>
              </a:ext>
            </a:extLst>
          </p:cNvPr>
          <p:cNvSpPr>
            <a:spLocks noChangeAspect="1"/>
          </p:cNvSpPr>
          <p:nvPr/>
        </p:nvSpPr>
        <p:spPr>
          <a:xfrm>
            <a:off x="7118292" y="5268375"/>
            <a:ext cx="581025" cy="390525"/>
          </a:xfrm>
          <a:custGeom>
            <a:avLst/>
            <a:gdLst>
              <a:gd name="connsiteX0" fmla="*/ 578644 w 581025"/>
              <a:gd name="connsiteY0" fmla="*/ 350044 h 390525"/>
              <a:gd name="connsiteX1" fmla="*/ 578644 w 581025"/>
              <a:gd name="connsiteY1" fmla="*/ 388144 h 390525"/>
              <a:gd name="connsiteX2" fmla="*/ 7144 w 581025"/>
              <a:gd name="connsiteY2" fmla="*/ 388144 h 390525"/>
              <a:gd name="connsiteX3" fmla="*/ 7144 w 581025"/>
              <a:gd name="connsiteY3" fmla="*/ 350044 h 390525"/>
              <a:gd name="connsiteX4" fmla="*/ 578644 w 581025"/>
              <a:gd name="connsiteY4" fmla="*/ 350044 h 390525"/>
              <a:gd name="connsiteX5" fmla="*/ 502444 w 581025"/>
              <a:gd name="connsiteY5" fmla="*/ 311944 h 390525"/>
              <a:gd name="connsiteX6" fmla="*/ 83344 w 581025"/>
              <a:gd name="connsiteY6" fmla="*/ 311944 h 390525"/>
              <a:gd name="connsiteX7" fmla="*/ 83344 w 581025"/>
              <a:gd name="connsiteY7" fmla="*/ 7144 h 390525"/>
              <a:gd name="connsiteX8" fmla="*/ 502444 w 581025"/>
              <a:gd name="connsiteY8" fmla="*/ 7144 h 390525"/>
              <a:gd name="connsiteX9" fmla="*/ 502444 w 581025"/>
              <a:gd name="connsiteY9" fmla="*/ 311944 h 390525"/>
              <a:gd name="connsiteX10" fmla="*/ 464344 w 581025"/>
              <a:gd name="connsiteY10" fmla="*/ 45244 h 390525"/>
              <a:gd name="connsiteX11" fmla="*/ 121444 w 581025"/>
              <a:gd name="connsiteY11" fmla="*/ 45244 h 390525"/>
              <a:gd name="connsiteX12" fmla="*/ 121444 w 581025"/>
              <a:gd name="connsiteY12" fmla="*/ 273844 h 390525"/>
              <a:gd name="connsiteX13" fmla="*/ 464344 w 581025"/>
              <a:gd name="connsiteY13" fmla="*/ 273844 h 390525"/>
              <a:gd name="connsiteX14" fmla="*/ 464344 w 581025"/>
              <a:gd name="connsiteY14" fmla="*/ 45244 h 390525"/>
              <a:gd name="connsiteX15" fmla="*/ 254794 w 581025"/>
              <a:gd name="connsiteY15" fmla="*/ 107156 h 390525"/>
              <a:gd name="connsiteX16" fmla="*/ 254794 w 581025"/>
              <a:gd name="connsiteY16" fmla="*/ 211931 h 390525"/>
              <a:gd name="connsiteX17" fmla="*/ 346520 w 581025"/>
              <a:gd name="connsiteY17" fmla="*/ 159544 h 390525"/>
              <a:gd name="connsiteX18" fmla="*/ 254794 w 581025"/>
              <a:gd name="connsiteY18" fmla="*/ 107156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1025" h="390525">
                <a:moveTo>
                  <a:pt x="578644" y="350044"/>
                </a:moveTo>
                <a:lnTo>
                  <a:pt x="578644" y="388144"/>
                </a:lnTo>
                <a:lnTo>
                  <a:pt x="7144" y="388144"/>
                </a:lnTo>
                <a:lnTo>
                  <a:pt x="7144" y="350044"/>
                </a:lnTo>
                <a:lnTo>
                  <a:pt x="578644" y="350044"/>
                </a:lnTo>
                <a:close/>
                <a:moveTo>
                  <a:pt x="502444" y="311944"/>
                </a:moveTo>
                <a:lnTo>
                  <a:pt x="83344" y="311944"/>
                </a:lnTo>
                <a:lnTo>
                  <a:pt x="83344" y="7144"/>
                </a:lnTo>
                <a:lnTo>
                  <a:pt x="502444" y="7144"/>
                </a:lnTo>
                <a:lnTo>
                  <a:pt x="502444" y="311944"/>
                </a:lnTo>
                <a:close/>
                <a:moveTo>
                  <a:pt x="464344" y="45244"/>
                </a:moveTo>
                <a:lnTo>
                  <a:pt x="121444" y="45244"/>
                </a:lnTo>
                <a:lnTo>
                  <a:pt x="121444" y="273844"/>
                </a:lnTo>
                <a:lnTo>
                  <a:pt x="464344" y="273844"/>
                </a:lnTo>
                <a:lnTo>
                  <a:pt x="464344" y="45244"/>
                </a:lnTo>
                <a:close/>
                <a:moveTo>
                  <a:pt x="254794" y="107156"/>
                </a:moveTo>
                <a:lnTo>
                  <a:pt x="254794" y="211931"/>
                </a:lnTo>
                <a:lnTo>
                  <a:pt x="346520" y="159544"/>
                </a:lnTo>
                <a:lnTo>
                  <a:pt x="254794" y="107156"/>
                </a:lnTo>
                <a:close/>
              </a:path>
            </a:pathLst>
          </a:custGeom>
          <a:solidFill>
            <a:schemeClr val="tx2"/>
          </a:solidFill>
          <a:ln w="9525" cap="flat">
            <a:noFill/>
            <a:prstDash val="solid"/>
            <a:miter/>
          </a:ln>
        </p:spPr>
        <p:txBody>
          <a:bodyPr rtlCol="0" anchor="ctr"/>
          <a:lstStyle/>
          <a:p>
            <a:endParaRPr lang="en-US"/>
          </a:p>
        </p:txBody>
      </p:sp>
      <p:sp>
        <p:nvSpPr>
          <p:cNvPr id="387" name="TextBox 57">
            <a:extLst>
              <a:ext uri="{FF2B5EF4-FFF2-40B4-BE49-F238E27FC236}">
                <a16:creationId xmlns:a16="http://schemas.microsoft.com/office/drawing/2014/main" id="{EDE99C9B-F4DA-2944-91E6-57F497B5692D}"/>
              </a:ext>
            </a:extLst>
          </p:cNvPr>
          <p:cNvSpPr txBox="1"/>
          <p:nvPr/>
        </p:nvSpPr>
        <p:spPr>
          <a:xfrm>
            <a:off x="7242893" y="5773765"/>
            <a:ext cx="331822" cy="338554"/>
          </a:xfrm>
          <a:prstGeom prst="rect">
            <a:avLst/>
          </a:prstGeom>
          <a:noFill/>
        </p:spPr>
        <p:txBody>
          <a:bodyPr wrap="none" lIns="0" rIns="0" rtlCol="0" anchor="ctr" anchorCtr="0">
            <a:noAutofit/>
          </a:bodyPr>
          <a:lstStyle/>
          <a:p>
            <a:pPr algn="ctr"/>
            <a:r>
              <a:rPr lang="en-US" sz="800"/>
              <a:t>Laptop</a:t>
            </a:r>
            <a:br>
              <a:rPr lang="en-US" sz="800"/>
            </a:br>
            <a:r>
              <a:rPr lang="en-US" sz="800"/>
              <a:t>play</a:t>
            </a:r>
          </a:p>
        </p:txBody>
      </p:sp>
      <p:sp>
        <p:nvSpPr>
          <p:cNvPr id="389" name="Freeform: Shape 21">
            <a:extLst>
              <a:ext uri="{FF2B5EF4-FFF2-40B4-BE49-F238E27FC236}">
                <a16:creationId xmlns:a16="http://schemas.microsoft.com/office/drawing/2014/main" id="{D1716361-7D4F-DD42-968C-9336AF89BEB5}"/>
              </a:ext>
            </a:extLst>
          </p:cNvPr>
          <p:cNvSpPr>
            <a:spLocks noChangeAspect="1"/>
          </p:cNvSpPr>
          <p:nvPr/>
        </p:nvSpPr>
        <p:spPr>
          <a:xfrm>
            <a:off x="6210947" y="5268375"/>
            <a:ext cx="581025" cy="390525"/>
          </a:xfrm>
          <a:custGeom>
            <a:avLst/>
            <a:gdLst>
              <a:gd name="connsiteX0" fmla="*/ 192024 w 581025"/>
              <a:gd name="connsiteY0" fmla="*/ 239459 h 390525"/>
              <a:gd name="connsiteX1" fmla="*/ 165068 w 581025"/>
              <a:gd name="connsiteY1" fmla="*/ 212503 h 390525"/>
              <a:gd name="connsiteX2" fmla="*/ 262509 w 581025"/>
              <a:gd name="connsiteY2" fmla="*/ 115062 h 390525"/>
              <a:gd name="connsiteX3" fmla="*/ 313849 w 581025"/>
              <a:gd name="connsiteY3" fmla="*/ 166402 h 390525"/>
              <a:gd name="connsiteX4" fmla="*/ 393668 w 581025"/>
              <a:gd name="connsiteY4" fmla="*/ 86582 h 390525"/>
              <a:gd name="connsiteX5" fmla="*/ 420624 w 581025"/>
              <a:gd name="connsiteY5" fmla="*/ 113538 h 390525"/>
              <a:gd name="connsiteX6" fmla="*/ 313849 w 581025"/>
              <a:gd name="connsiteY6" fmla="*/ 220313 h 390525"/>
              <a:gd name="connsiteX7" fmla="*/ 262509 w 581025"/>
              <a:gd name="connsiteY7" fmla="*/ 168974 h 390525"/>
              <a:gd name="connsiteX8" fmla="*/ 192024 w 581025"/>
              <a:gd name="connsiteY8" fmla="*/ 239459 h 390525"/>
              <a:gd name="connsiteX9" fmla="*/ 7144 w 581025"/>
              <a:gd name="connsiteY9" fmla="*/ 350044 h 390525"/>
              <a:gd name="connsiteX10" fmla="*/ 7144 w 581025"/>
              <a:gd name="connsiteY10" fmla="*/ 388144 h 390525"/>
              <a:gd name="connsiteX11" fmla="*/ 578644 w 581025"/>
              <a:gd name="connsiteY11" fmla="*/ 388144 h 390525"/>
              <a:gd name="connsiteX12" fmla="*/ 578644 w 581025"/>
              <a:gd name="connsiteY12" fmla="*/ 350044 h 390525"/>
              <a:gd name="connsiteX13" fmla="*/ 7144 w 581025"/>
              <a:gd name="connsiteY13" fmla="*/ 350044 h 390525"/>
              <a:gd name="connsiteX14" fmla="*/ 502444 w 581025"/>
              <a:gd name="connsiteY14" fmla="*/ 311944 h 390525"/>
              <a:gd name="connsiteX15" fmla="*/ 83344 w 581025"/>
              <a:gd name="connsiteY15" fmla="*/ 311944 h 390525"/>
              <a:gd name="connsiteX16" fmla="*/ 83344 w 581025"/>
              <a:gd name="connsiteY16" fmla="*/ 7144 h 390525"/>
              <a:gd name="connsiteX17" fmla="*/ 502444 w 581025"/>
              <a:gd name="connsiteY17" fmla="*/ 7144 h 390525"/>
              <a:gd name="connsiteX18" fmla="*/ 502444 w 581025"/>
              <a:gd name="connsiteY18" fmla="*/ 311944 h 390525"/>
              <a:gd name="connsiteX19" fmla="*/ 464344 w 581025"/>
              <a:gd name="connsiteY19" fmla="*/ 45244 h 390525"/>
              <a:gd name="connsiteX20" fmla="*/ 121444 w 581025"/>
              <a:gd name="connsiteY20" fmla="*/ 45244 h 390525"/>
              <a:gd name="connsiteX21" fmla="*/ 121444 w 581025"/>
              <a:gd name="connsiteY21" fmla="*/ 273844 h 390525"/>
              <a:gd name="connsiteX22" fmla="*/ 464344 w 581025"/>
              <a:gd name="connsiteY22" fmla="*/ 273844 h 390525"/>
              <a:gd name="connsiteX23" fmla="*/ 464344 w 581025"/>
              <a:gd name="connsiteY23" fmla="*/ 4524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1025" h="390525">
                <a:moveTo>
                  <a:pt x="192024" y="239459"/>
                </a:moveTo>
                <a:lnTo>
                  <a:pt x="165068" y="212503"/>
                </a:lnTo>
                <a:lnTo>
                  <a:pt x="262509" y="115062"/>
                </a:lnTo>
                <a:lnTo>
                  <a:pt x="313849" y="166402"/>
                </a:lnTo>
                <a:lnTo>
                  <a:pt x="393668" y="86582"/>
                </a:lnTo>
                <a:lnTo>
                  <a:pt x="420624" y="113538"/>
                </a:lnTo>
                <a:lnTo>
                  <a:pt x="313849" y="220313"/>
                </a:lnTo>
                <a:lnTo>
                  <a:pt x="262509" y="168974"/>
                </a:lnTo>
                <a:lnTo>
                  <a:pt x="192024" y="239459"/>
                </a:lnTo>
                <a:close/>
                <a:moveTo>
                  <a:pt x="7144" y="350044"/>
                </a:moveTo>
                <a:lnTo>
                  <a:pt x="7144" y="388144"/>
                </a:lnTo>
                <a:lnTo>
                  <a:pt x="578644" y="388144"/>
                </a:lnTo>
                <a:lnTo>
                  <a:pt x="578644" y="350044"/>
                </a:lnTo>
                <a:lnTo>
                  <a:pt x="7144" y="350044"/>
                </a:lnTo>
                <a:close/>
                <a:moveTo>
                  <a:pt x="502444" y="311944"/>
                </a:moveTo>
                <a:lnTo>
                  <a:pt x="83344" y="311944"/>
                </a:lnTo>
                <a:lnTo>
                  <a:pt x="83344" y="7144"/>
                </a:lnTo>
                <a:lnTo>
                  <a:pt x="502444" y="7144"/>
                </a:lnTo>
                <a:lnTo>
                  <a:pt x="502444" y="311944"/>
                </a:lnTo>
                <a:close/>
                <a:moveTo>
                  <a:pt x="464344" y="45244"/>
                </a:moveTo>
                <a:lnTo>
                  <a:pt x="121444" y="45244"/>
                </a:lnTo>
                <a:lnTo>
                  <a:pt x="121444" y="273844"/>
                </a:lnTo>
                <a:lnTo>
                  <a:pt x="464344" y="273844"/>
                </a:lnTo>
                <a:lnTo>
                  <a:pt x="464344" y="45244"/>
                </a:lnTo>
                <a:close/>
              </a:path>
            </a:pathLst>
          </a:custGeom>
          <a:solidFill>
            <a:schemeClr val="tx2"/>
          </a:solidFill>
          <a:ln w="9525" cap="flat">
            <a:noFill/>
            <a:prstDash val="solid"/>
            <a:miter/>
          </a:ln>
        </p:spPr>
        <p:txBody>
          <a:bodyPr rtlCol="0" anchor="ctr"/>
          <a:lstStyle/>
          <a:p>
            <a:endParaRPr lang="en-US"/>
          </a:p>
        </p:txBody>
      </p:sp>
      <p:sp>
        <p:nvSpPr>
          <p:cNvPr id="390" name="TextBox 58">
            <a:extLst>
              <a:ext uri="{FF2B5EF4-FFF2-40B4-BE49-F238E27FC236}">
                <a16:creationId xmlns:a16="http://schemas.microsoft.com/office/drawing/2014/main" id="{E21EA9BC-C0AD-9843-B143-DFFC454DF512}"/>
              </a:ext>
            </a:extLst>
          </p:cNvPr>
          <p:cNvSpPr txBox="1"/>
          <p:nvPr/>
        </p:nvSpPr>
        <p:spPr>
          <a:xfrm>
            <a:off x="6207307" y="5773766"/>
            <a:ext cx="588303" cy="215444"/>
          </a:xfrm>
          <a:prstGeom prst="rect">
            <a:avLst/>
          </a:prstGeom>
          <a:noFill/>
        </p:spPr>
        <p:txBody>
          <a:bodyPr wrap="none" lIns="0" rIns="0" rtlCol="0" anchor="ctr" anchorCtr="0">
            <a:noAutofit/>
          </a:bodyPr>
          <a:lstStyle/>
          <a:p>
            <a:pPr algn="ctr"/>
            <a:r>
              <a:rPr lang="en-US" sz="800" dirty="0"/>
              <a:t>Laptop chart</a:t>
            </a:r>
          </a:p>
        </p:txBody>
      </p:sp>
      <p:sp>
        <p:nvSpPr>
          <p:cNvPr id="392" name="Freeform: Shape 29">
            <a:extLst>
              <a:ext uri="{FF2B5EF4-FFF2-40B4-BE49-F238E27FC236}">
                <a16:creationId xmlns:a16="http://schemas.microsoft.com/office/drawing/2014/main" id="{AA19765D-03CD-1845-98B0-C8D43A0A714E}"/>
              </a:ext>
            </a:extLst>
          </p:cNvPr>
          <p:cNvSpPr>
            <a:spLocks noChangeAspect="1"/>
          </p:cNvSpPr>
          <p:nvPr/>
        </p:nvSpPr>
        <p:spPr>
          <a:xfrm>
            <a:off x="8918553" y="5244562"/>
            <a:ext cx="542925" cy="438150"/>
          </a:xfrm>
          <a:custGeom>
            <a:avLst/>
            <a:gdLst>
              <a:gd name="connsiteX0" fmla="*/ 407194 w 542925"/>
              <a:gd name="connsiteY0" fmla="*/ 171069 h 438150"/>
              <a:gd name="connsiteX1" fmla="*/ 338995 w 542925"/>
              <a:gd name="connsiteY1" fmla="*/ 306419 h 438150"/>
              <a:gd name="connsiteX2" fmla="*/ 226219 w 542925"/>
              <a:gd name="connsiteY2" fmla="*/ 92488 h 438150"/>
              <a:gd name="connsiteX3" fmla="*/ 226219 w 542925"/>
              <a:gd name="connsiteY3" fmla="*/ 52864 h 438150"/>
              <a:gd name="connsiteX4" fmla="*/ 283369 w 542925"/>
              <a:gd name="connsiteY4" fmla="*/ 35719 h 438150"/>
              <a:gd name="connsiteX5" fmla="*/ 188119 w 542925"/>
              <a:gd name="connsiteY5" fmla="*/ 7144 h 438150"/>
              <a:gd name="connsiteX6" fmla="*/ 188119 w 542925"/>
              <a:gd name="connsiteY6" fmla="*/ 26194 h 438150"/>
              <a:gd name="connsiteX7" fmla="*/ 188119 w 542925"/>
              <a:gd name="connsiteY7" fmla="*/ 64294 h 438150"/>
              <a:gd name="connsiteX8" fmla="*/ 188119 w 542925"/>
              <a:gd name="connsiteY8" fmla="*/ 92488 h 438150"/>
              <a:gd name="connsiteX9" fmla="*/ 7144 w 542925"/>
              <a:gd name="connsiteY9" fmla="*/ 435769 h 438150"/>
              <a:gd name="connsiteX10" fmla="*/ 273844 w 542925"/>
              <a:gd name="connsiteY10" fmla="*/ 435769 h 438150"/>
              <a:gd name="connsiteX11" fmla="*/ 407194 w 542925"/>
              <a:gd name="connsiteY11" fmla="*/ 435769 h 438150"/>
              <a:gd name="connsiteX12" fmla="*/ 540544 w 542925"/>
              <a:gd name="connsiteY12" fmla="*/ 435769 h 438150"/>
              <a:gd name="connsiteX13" fmla="*/ 407194 w 542925"/>
              <a:gd name="connsiteY13" fmla="*/ 171069 h 438150"/>
              <a:gd name="connsiteX14" fmla="*/ 207169 w 542925"/>
              <a:gd name="connsiteY14" fmla="*/ 138017 h 438150"/>
              <a:gd name="connsiteX15" fmla="*/ 238601 w 542925"/>
              <a:gd name="connsiteY15" fmla="*/ 197644 h 438150"/>
              <a:gd name="connsiteX16" fmla="*/ 175736 w 542925"/>
              <a:gd name="connsiteY16" fmla="*/ 197644 h 438150"/>
              <a:gd name="connsiteX17" fmla="*/ 207169 w 542925"/>
              <a:gd name="connsiteY17" fmla="*/ 138017 h 438150"/>
              <a:gd name="connsiteX18" fmla="*/ 335661 w 542925"/>
              <a:gd name="connsiteY18" fmla="*/ 397669 h 438150"/>
              <a:gd name="connsiteX19" fmla="*/ 292989 w 542925"/>
              <a:gd name="connsiteY19" fmla="*/ 397669 h 438150"/>
              <a:gd name="connsiteX20" fmla="*/ 70295 w 542925"/>
              <a:gd name="connsiteY20" fmla="*/ 397669 h 438150"/>
              <a:gd name="connsiteX21" fmla="*/ 155638 w 542925"/>
              <a:gd name="connsiteY21" fmla="*/ 235744 h 438150"/>
              <a:gd name="connsiteX22" fmla="*/ 258699 w 542925"/>
              <a:gd name="connsiteY22" fmla="*/ 235744 h 438150"/>
              <a:gd name="connsiteX23" fmla="*/ 317945 w 542925"/>
              <a:gd name="connsiteY23" fmla="*/ 348234 h 438150"/>
              <a:gd name="connsiteX24" fmla="*/ 339757 w 542925"/>
              <a:gd name="connsiteY24" fmla="*/ 389573 h 438150"/>
              <a:gd name="connsiteX25" fmla="*/ 344043 w 542925"/>
              <a:gd name="connsiteY25" fmla="*/ 397669 h 438150"/>
              <a:gd name="connsiteX26" fmla="*/ 335661 w 542925"/>
              <a:gd name="connsiteY26" fmla="*/ 397669 h 438150"/>
              <a:gd name="connsiteX27" fmla="*/ 387096 w 542925"/>
              <a:gd name="connsiteY27" fmla="*/ 397669 h 438150"/>
              <a:gd name="connsiteX28" fmla="*/ 360807 w 542925"/>
              <a:gd name="connsiteY28" fmla="*/ 347758 h 438150"/>
              <a:gd name="connsiteX29" fmla="*/ 407194 w 542925"/>
              <a:gd name="connsiteY29" fmla="*/ 255651 h 438150"/>
              <a:gd name="connsiteX30" fmla="*/ 478727 w 542925"/>
              <a:gd name="connsiteY30" fmla="*/ 397574 h 438150"/>
              <a:gd name="connsiteX31" fmla="*/ 387096 w 542925"/>
              <a:gd name="connsiteY31" fmla="*/ 397574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2925" h="438150">
                <a:moveTo>
                  <a:pt x="407194" y="171069"/>
                </a:moveTo>
                <a:lnTo>
                  <a:pt x="338995" y="306419"/>
                </a:lnTo>
                <a:lnTo>
                  <a:pt x="226219" y="92488"/>
                </a:lnTo>
                <a:lnTo>
                  <a:pt x="226219" y="52864"/>
                </a:lnTo>
                <a:lnTo>
                  <a:pt x="283369" y="35719"/>
                </a:lnTo>
                <a:lnTo>
                  <a:pt x="188119" y="7144"/>
                </a:lnTo>
                <a:lnTo>
                  <a:pt x="188119" y="26194"/>
                </a:lnTo>
                <a:lnTo>
                  <a:pt x="188119" y="64294"/>
                </a:lnTo>
                <a:lnTo>
                  <a:pt x="188119" y="92488"/>
                </a:lnTo>
                <a:lnTo>
                  <a:pt x="7144" y="435769"/>
                </a:lnTo>
                <a:lnTo>
                  <a:pt x="273844" y="435769"/>
                </a:lnTo>
                <a:lnTo>
                  <a:pt x="407194" y="435769"/>
                </a:lnTo>
                <a:lnTo>
                  <a:pt x="540544" y="435769"/>
                </a:lnTo>
                <a:lnTo>
                  <a:pt x="407194" y="171069"/>
                </a:lnTo>
                <a:close/>
                <a:moveTo>
                  <a:pt x="207169" y="138017"/>
                </a:moveTo>
                <a:lnTo>
                  <a:pt x="238601" y="197644"/>
                </a:lnTo>
                <a:lnTo>
                  <a:pt x="175736" y="197644"/>
                </a:lnTo>
                <a:lnTo>
                  <a:pt x="207169" y="138017"/>
                </a:lnTo>
                <a:close/>
                <a:moveTo>
                  <a:pt x="335661" y="397669"/>
                </a:moveTo>
                <a:lnTo>
                  <a:pt x="292989" y="397669"/>
                </a:lnTo>
                <a:lnTo>
                  <a:pt x="70295" y="397669"/>
                </a:lnTo>
                <a:lnTo>
                  <a:pt x="155638" y="235744"/>
                </a:lnTo>
                <a:lnTo>
                  <a:pt x="258699" y="235744"/>
                </a:lnTo>
                <a:lnTo>
                  <a:pt x="317945" y="348234"/>
                </a:lnTo>
                <a:lnTo>
                  <a:pt x="339757" y="389573"/>
                </a:lnTo>
                <a:lnTo>
                  <a:pt x="344043" y="397669"/>
                </a:lnTo>
                <a:lnTo>
                  <a:pt x="335661" y="397669"/>
                </a:lnTo>
                <a:close/>
                <a:moveTo>
                  <a:pt x="387096" y="397669"/>
                </a:moveTo>
                <a:lnTo>
                  <a:pt x="360807" y="347758"/>
                </a:lnTo>
                <a:lnTo>
                  <a:pt x="407194" y="255651"/>
                </a:lnTo>
                <a:lnTo>
                  <a:pt x="478727" y="397574"/>
                </a:lnTo>
                <a:lnTo>
                  <a:pt x="387096" y="397574"/>
                </a:lnTo>
                <a:close/>
              </a:path>
            </a:pathLst>
          </a:custGeom>
          <a:solidFill>
            <a:schemeClr val="tx2"/>
          </a:solidFill>
          <a:ln w="9525" cap="flat">
            <a:noFill/>
            <a:prstDash val="solid"/>
            <a:miter/>
          </a:ln>
        </p:spPr>
        <p:txBody>
          <a:bodyPr rtlCol="0" anchor="ctr"/>
          <a:lstStyle/>
          <a:p>
            <a:endParaRPr lang="en-US"/>
          </a:p>
        </p:txBody>
      </p:sp>
      <p:sp>
        <p:nvSpPr>
          <p:cNvPr id="393" name="TextBox 59">
            <a:extLst>
              <a:ext uri="{FF2B5EF4-FFF2-40B4-BE49-F238E27FC236}">
                <a16:creationId xmlns:a16="http://schemas.microsoft.com/office/drawing/2014/main" id="{5539F587-7939-E347-8045-60C047EC61BC}"/>
              </a:ext>
            </a:extLst>
          </p:cNvPr>
          <p:cNvSpPr txBox="1"/>
          <p:nvPr/>
        </p:nvSpPr>
        <p:spPr>
          <a:xfrm>
            <a:off x="8937542" y="5773766"/>
            <a:ext cx="504946" cy="215444"/>
          </a:xfrm>
          <a:prstGeom prst="rect">
            <a:avLst/>
          </a:prstGeom>
          <a:noFill/>
        </p:spPr>
        <p:txBody>
          <a:bodyPr wrap="none" lIns="0" rIns="0" rtlCol="0" anchor="ctr" anchorCtr="0">
            <a:noAutofit/>
          </a:bodyPr>
          <a:lstStyle/>
          <a:p>
            <a:pPr algn="ctr"/>
            <a:r>
              <a:rPr lang="en-US" sz="800"/>
              <a:t>Leadership</a:t>
            </a:r>
          </a:p>
        </p:txBody>
      </p:sp>
      <p:sp>
        <p:nvSpPr>
          <p:cNvPr id="395" name="Freeform: Shape 160">
            <a:extLst>
              <a:ext uri="{FF2B5EF4-FFF2-40B4-BE49-F238E27FC236}">
                <a16:creationId xmlns:a16="http://schemas.microsoft.com/office/drawing/2014/main" id="{DBC21801-851E-EA48-BA8B-D74F63BFF4A7}"/>
              </a:ext>
            </a:extLst>
          </p:cNvPr>
          <p:cNvSpPr>
            <a:spLocks noChangeAspect="1"/>
          </p:cNvSpPr>
          <p:nvPr/>
        </p:nvSpPr>
        <p:spPr>
          <a:xfrm>
            <a:off x="9854282" y="5211225"/>
            <a:ext cx="495300" cy="504825"/>
          </a:xfrm>
          <a:custGeom>
            <a:avLst/>
            <a:gdLst>
              <a:gd name="connsiteX0" fmla="*/ 328231 w 495300"/>
              <a:gd name="connsiteY0" fmla="*/ 433007 h 504825"/>
              <a:gd name="connsiteX1" fmla="*/ 175831 w 495300"/>
              <a:gd name="connsiteY1" fmla="*/ 433007 h 504825"/>
              <a:gd name="connsiteX2" fmla="*/ 175831 w 495300"/>
              <a:gd name="connsiteY2" fmla="*/ 349663 h 504825"/>
              <a:gd name="connsiteX3" fmla="*/ 128206 w 495300"/>
              <a:gd name="connsiteY3" fmla="*/ 252127 h 504825"/>
              <a:gd name="connsiteX4" fmla="*/ 252031 w 495300"/>
              <a:gd name="connsiteY4" fmla="*/ 128302 h 504825"/>
              <a:gd name="connsiteX5" fmla="*/ 375856 w 495300"/>
              <a:gd name="connsiteY5" fmla="*/ 252127 h 504825"/>
              <a:gd name="connsiteX6" fmla="*/ 328231 w 495300"/>
              <a:gd name="connsiteY6" fmla="*/ 349663 h 504825"/>
              <a:gd name="connsiteX7" fmla="*/ 328231 w 495300"/>
              <a:gd name="connsiteY7" fmla="*/ 433007 h 504825"/>
              <a:gd name="connsiteX8" fmla="*/ 213931 w 495300"/>
              <a:gd name="connsiteY8" fmla="*/ 394907 h 504825"/>
              <a:gd name="connsiteX9" fmla="*/ 290131 w 495300"/>
              <a:gd name="connsiteY9" fmla="*/ 394907 h 504825"/>
              <a:gd name="connsiteX10" fmla="*/ 290131 w 495300"/>
              <a:gd name="connsiteY10" fmla="*/ 329470 h 504825"/>
              <a:gd name="connsiteX11" fmla="*/ 298799 w 495300"/>
              <a:gd name="connsiteY11" fmla="*/ 323850 h 504825"/>
              <a:gd name="connsiteX12" fmla="*/ 337756 w 495300"/>
              <a:gd name="connsiteY12" fmla="*/ 252032 h 504825"/>
              <a:gd name="connsiteX13" fmla="*/ 252031 w 495300"/>
              <a:gd name="connsiteY13" fmla="*/ 166307 h 504825"/>
              <a:gd name="connsiteX14" fmla="*/ 166306 w 495300"/>
              <a:gd name="connsiteY14" fmla="*/ 252032 h 504825"/>
              <a:gd name="connsiteX15" fmla="*/ 205264 w 495300"/>
              <a:gd name="connsiteY15" fmla="*/ 323850 h 504825"/>
              <a:gd name="connsiteX16" fmla="*/ 213931 w 495300"/>
              <a:gd name="connsiteY16" fmla="*/ 329470 h 504825"/>
              <a:gd name="connsiteX17" fmla="*/ 213931 w 495300"/>
              <a:gd name="connsiteY17" fmla="*/ 394907 h 504825"/>
              <a:gd name="connsiteX18" fmla="*/ 290131 w 495300"/>
              <a:gd name="connsiteY18" fmla="*/ 461582 h 504825"/>
              <a:gd name="connsiteX19" fmla="*/ 213931 w 495300"/>
              <a:gd name="connsiteY19" fmla="*/ 461582 h 504825"/>
              <a:gd name="connsiteX20" fmla="*/ 213931 w 495300"/>
              <a:gd name="connsiteY20" fmla="*/ 499682 h 504825"/>
              <a:gd name="connsiteX21" fmla="*/ 290131 w 495300"/>
              <a:gd name="connsiteY21" fmla="*/ 499682 h 504825"/>
              <a:gd name="connsiteX22" fmla="*/ 290131 w 495300"/>
              <a:gd name="connsiteY22" fmla="*/ 461582 h 504825"/>
              <a:gd name="connsiteX23" fmla="*/ 207645 w 495300"/>
              <a:gd name="connsiteY23" fmla="*/ 95155 h 504825"/>
              <a:gd name="connsiteX24" fmla="*/ 171164 w 495300"/>
              <a:gd name="connsiteY24" fmla="*/ 7144 h 504825"/>
              <a:gd name="connsiteX25" fmla="*/ 135922 w 495300"/>
              <a:gd name="connsiteY25" fmla="*/ 21717 h 504825"/>
              <a:gd name="connsiteX26" fmla="*/ 172402 w 495300"/>
              <a:gd name="connsiteY26" fmla="*/ 109728 h 504825"/>
              <a:gd name="connsiteX27" fmla="*/ 207645 w 495300"/>
              <a:gd name="connsiteY27" fmla="*/ 95155 h 504825"/>
              <a:gd name="connsiteX28" fmla="*/ 109728 w 495300"/>
              <a:gd name="connsiteY28" fmla="*/ 172498 h 504825"/>
              <a:gd name="connsiteX29" fmla="*/ 21717 w 495300"/>
              <a:gd name="connsiteY29" fmla="*/ 136017 h 504825"/>
              <a:gd name="connsiteX30" fmla="*/ 7144 w 495300"/>
              <a:gd name="connsiteY30" fmla="*/ 171260 h 504825"/>
              <a:gd name="connsiteX31" fmla="*/ 95155 w 495300"/>
              <a:gd name="connsiteY31" fmla="*/ 207740 h 504825"/>
              <a:gd name="connsiteX32" fmla="*/ 109728 w 495300"/>
              <a:gd name="connsiteY32" fmla="*/ 172498 h 504825"/>
              <a:gd name="connsiteX33" fmla="*/ 109728 w 495300"/>
              <a:gd name="connsiteY33" fmla="*/ 331661 h 504825"/>
              <a:gd name="connsiteX34" fmla="*/ 95155 w 495300"/>
              <a:gd name="connsiteY34" fmla="*/ 296418 h 504825"/>
              <a:gd name="connsiteX35" fmla="*/ 7144 w 495300"/>
              <a:gd name="connsiteY35" fmla="*/ 332899 h 504825"/>
              <a:gd name="connsiteX36" fmla="*/ 21717 w 495300"/>
              <a:gd name="connsiteY36" fmla="*/ 368141 h 504825"/>
              <a:gd name="connsiteX37" fmla="*/ 109728 w 495300"/>
              <a:gd name="connsiteY37" fmla="*/ 331661 h 504825"/>
              <a:gd name="connsiteX38" fmla="*/ 496919 w 495300"/>
              <a:gd name="connsiteY38" fmla="*/ 332899 h 504825"/>
              <a:gd name="connsiteX39" fmla="*/ 408908 w 495300"/>
              <a:gd name="connsiteY39" fmla="*/ 296418 h 504825"/>
              <a:gd name="connsiteX40" fmla="*/ 394335 w 495300"/>
              <a:gd name="connsiteY40" fmla="*/ 331661 h 504825"/>
              <a:gd name="connsiteX41" fmla="*/ 482346 w 495300"/>
              <a:gd name="connsiteY41" fmla="*/ 368141 h 504825"/>
              <a:gd name="connsiteX42" fmla="*/ 496919 w 495300"/>
              <a:gd name="connsiteY42" fmla="*/ 332899 h 504825"/>
              <a:gd name="connsiteX43" fmla="*/ 496919 w 495300"/>
              <a:gd name="connsiteY43" fmla="*/ 171260 h 504825"/>
              <a:gd name="connsiteX44" fmla="*/ 482346 w 495300"/>
              <a:gd name="connsiteY44" fmla="*/ 136017 h 504825"/>
              <a:gd name="connsiteX45" fmla="*/ 394335 w 495300"/>
              <a:gd name="connsiteY45" fmla="*/ 172498 h 504825"/>
              <a:gd name="connsiteX46" fmla="*/ 408908 w 495300"/>
              <a:gd name="connsiteY46" fmla="*/ 207740 h 504825"/>
              <a:gd name="connsiteX47" fmla="*/ 496919 w 495300"/>
              <a:gd name="connsiteY47" fmla="*/ 171260 h 504825"/>
              <a:gd name="connsiteX48" fmla="*/ 368046 w 495300"/>
              <a:gd name="connsiteY48" fmla="*/ 21812 h 504825"/>
              <a:gd name="connsiteX49" fmla="*/ 332804 w 495300"/>
              <a:gd name="connsiteY49" fmla="*/ 7239 h 504825"/>
              <a:gd name="connsiteX50" fmla="*/ 296323 w 495300"/>
              <a:gd name="connsiteY50" fmla="*/ 95250 h 504825"/>
              <a:gd name="connsiteX51" fmla="*/ 331565 w 495300"/>
              <a:gd name="connsiteY51" fmla="*/ 109823 h 504825"/>
              <a:gd name="connsiteX52" fmla="*/ 368046 w 495300"/>
              <a:gd name="connsiteY52" fmla="*/ 21812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95300" h="504825">
                <a:moveTo>
                  <a:pt x="328231" y="433007"/>
                </a:moveTo>
                <a:lnTo>
                  <a:pt x="175831" y="433007"/>
                </a:lnTo>
                <a:lnTo>
                  <a:pt x="175831" y="349663"/>
                </a:lnTo>
                <a:cubicBezTo>
                  <a:pt x="145828" y="326231"/>
                  <a:pt x="128206" y="290513"/>
                  <a:pt x="128206" y="252127"/>
                </a:cubicBezTo>
                <a:cubicBezTo>
                  <a:pt x="128206" y="183833"/>
                  <a:pt x="183737" y="128302"/>
                  <a:pt x="252031" y="128302"/>
                </a:cubicBezTo>
                <a:cubicBezTo>
                  <a:pt x="320326" y="128302"/>
                  <a:pt x="375856" y="183833"/>
                  <a:pt x="375856" y="252127"/>
                </a:cubicBezTo>
                <a:cubicBezTo>
                  <a:pt x="375856" y="290513"/>
                  <a:pt x="358235" y="326231"/>
                  <a:pt x="328231" y="349663"/>
                </a:cubicBezTo>
                <a:lnTo>
                  <a:pt x="328231" y="433007"/>
                </a:lnTo>
                <a:close/>
                <a:moveTo>
                  <a:pt x="213931" y="394907"/>
                </a:moveTo>
                <a:lnTo>
                  <a:pt x="290131" y="394907"/>
                </a:lnTo>
                <a:lnTo>
                  <a:pt x="290131" y="329470"/>
                </a:lnTo>
                <a:lnTo>
                  <a:pt x="298799" y="323850"/>
                </a:lnTo>
                <a:cubicBezTo>
                  <a:pt x="323183" y="307943"/>
                  <a:pt x="337756" y="281083"/>
                  <a:pt x="337756" y="252032"/>
                </a:cubicBezTo>
                <a:cubicBezTo>
                  <a:pt x="337756" y="204788"/>
                  <a:pt x="299275" y="166307"/>
                  <a:pt x="252031" y="166307"/>
                </a:cubicBezTo>
                <a:cubicBezTo>
                  <a:pt x="204788" y="166307"/>
                  <a:pt x="166306" y="204788"/>
                  <a:pt x="166306" y="252032"/>
                </a:cubicBezTo>
                <a:cubicBezTo>
                  <a:pt x="166306" y="281083"/>
                  <a:pt x="180880" y="307943"/>
                  <a:pt x="205264" y="323850"/>
                </a:cubicBezTo>
                <a:lnTo>
                  <a:pt x="213931" y="329470"/>
                </a:lnTo>
                <a:lnTo>
                  <a:pt x="213931" y="394907"/>
                </a:lnTo>
                <a:close/>
                <a:moveTo>
                  <a:pt x="290131" y="461582"/>
                </a:moveTo>
                <a:lnTo>
                  <a:pt x="213931" y="461582"/>
                </a:lnTo>
                <a:lnTo>
                  <a:pt x="213931" y="499682"/>
                </a:lnTo>
                <a:lnTo>
                  <a:pt x="290131" y="499682"/>
                </a:lnTo>
                <a:lnTo>
                  <a:pt x="290131" y="461582"/>
                </a:lnTo>
                <a:close/>
                <a:moveTo>
                  <a:pt x="207645" y="95155"/>
                </a:moveTo>
                <a:lnTo>
                  <a:pt x="171164" y="7144"/>
                </a:lnTo>
                <a:lnTo>
                  <a:pt x="135922" y="21717"/>
                </a:lnTo>
                <a:lnTo>
                  <a:pt x="172402" y="109728"/>
                </a:lnTo>
                <a:lnTo>
                  <a:pt x="207645" y="95155"/>
                </a:lnTo>
                <a:close/>
                <a:moveTo>
                  <a:pt x="109728" y="172498"/>
                </a:moveTo>
                <a:lnTo>
                  <a:pt x="21717" y="136017"/>
                </a:lnTo>
                <a:lnTo>
                  <a:pt x="7144" y="171260"/>
                </a:lnTo>
                <a:lnTo>
                  <a:pt x="95155" y="207740"/>
                </a:lnTo>
                <a:lnTo>
                  <a:pt x="109728" y="172498"/>
                </a:lnTo>
                <a:close/>
                <a:moveTo>
                  <a:pt x="109728" y="331661"/>
                </a:moveTo>
                <a:lnTo>
                  <a:pt x="95155" y="296418"/>
                </a:lnTo>
                <a:lnTo>
                  <a:pt x="7144" y="332899"/>
                </a:lnTo>
                <a:lnTo>
                  <a:pt x="21717" y="368141"/>
                </a:lnTo>
                <a:lnTo>
                  <a:pt x="109728" y="331661"/>
                </a:lnTo>
                <a:close/>
                <a:moveTo>
                  <a:pt x="496919" y="332899"/>
                </a:moveTo>
                <a:lnTo>
                  <a:pt x="408908" y="296418"/>
                </a:lnTo>
                <a:lnTo>
                  <a:pt x="394335" y="331661"/>
                </a:lnTo>
                <a:lnTo>
                  <a:pt x="482346" y="368141"/>
                </a:lnTo>
                <a:lnTo>
                  <a:pt x="496919" y="332899"/>
                </a:lnTo>
                <a:close/>
                <a:moveTo>
                  <a:pt x="496919" y="171260"/>
                </a:moveTo>
                <a:lnTo>
                  <a:pt x="482346" y="136017"/>
                </a:lnTo>
                <a:lnTo>
                  <a:pt x="394335" y="172498"/>
                </a:lnTo>
                <a:lnTo>
                  <a:pt x="408908" y="207740"/>
                </a:lnTo>
                <a:lnTo>
                  <a:pt x="496919" y="171260"/>
                </a:lnTo>
                <a:close/>
                <a:moveTo>
                  <a:pt x="368046" y="21812"/>
                </a:moveTo>
                <a:lnTo>
                  <a:pt x="332804" y="7239"/>
                </a:lnTo>
                <a:lnTo>
                  <a:pt x="296323" y="95250"/>
                </a:lnTo>
                <a:lnTo>
                  <a:pt x="331565" y="109823"/>
                </a:lnTo>
                <a:lnTo>
                  <a:pt x="368046" y="21812"/>
                </a:lnTo>
                <a:close/>
              </a:path>
            </a:pathLst>
          </a:custGeom>
          <a:solidFill>
            <a:schemeClr val="tx2"/>
          </a:solidFill>
          <a:ln w="9525" cap="flat">
            <a:noFill/>
            <a:prstDash val="solid"/>
            <a:miter/>
          </a:ln>
        </p:spPr>
        <p:txBody>
          <a:bodyPr rtlCol="0" anchor="ctr"/>
          <a:lstStyle/>
          <a:p>
            <a:endParaRPr lang="en-US"/>
          </a:p>
        </p:txBody>
      </p:sp>
      <p:sp>
        <p:nvSpPr>
          <p:cNvPr id="396" name="TextBox 60">
            <a:extLst>
              <a:ext uri="{FF2B5EF4-FFF2-40B4-BE49-F238E27FC236}">
                <a16:creationId xmlns:a16="http://schemas.microsoft.com/office/drawing/2014/main" id="{2AC9B1E5-40E4-C344-A88A-C06D939E09FD}"/>
              </a:ext>
            </a:extLst>
          </p:cNvPr>
          <p:cNvSpPr txBox="1"/>
          <p:nvPr/>
        </p:nvSpPr>
        <p:spPr>
          <a:xfrm>
            <a:off x="9883122" y="5773766"/>
            <a:ext cx="437620" cy="338554"/>
          </a:xfrm>
          <a:prstGeom prst="rect">
            <a:avLst/>
          </a:prstGeom>
          <a:noFill/>
        </p:spPr>
        <p:txBody>
          <a:bodyPr wrap="none" lIns="0" rIns="0" rtlCol="0" anchor="ctr" anchorCtr="0">
            <a:noAutofit/>
          </a:bodyPr>
          <a:lstStyle/>
          <a:p>
            <a:pPr algn="ctr"/>
            <a:r>
              <a:rPr lang="en-US" sz="800"/>
              <a:t>Lightbulb</a:t>
            </a:r>
            <a:br>
              <a:rPr lang="en-US" sz="800"/>
            </a:br>
            <a:r>
              <a:rPr lang="en-US" sz="800"/>
              <a:t>rays</a:t>
            </a:r>
          </a:p>
        </p:txBody>
      </p:sp>
      <p:sp>
        <p:nvSpPr>
          <p:cNvPr id="12" name="TextBox 52">
            <a:extLst>
              <a:ext uri="{FF2B5EF4-FFF2-40B4-BE49-F238E27FC236}">
                <a16:creationId xmlns:a16="http://schemas.microsoft.com/office/drawing/2014/main" id="{79810F70-C481-A928-0936-73D0FF919541}"/>
              </a:ext>
            </a:extLst>
          </p:cNvPr>
          <p:cNvSpPr txBox="1"/>
          <p:nvPr/>
        </p:nvSpPr>
        <p:spPr>
          <a:xfrm>
            <a:off x="3785311" y="232043"/>
            <a:ext cx="6544631" cy="646331"/>
          </a:xfrm>
          <a:prstGeom prst="rect">
            <a:avLst/>
          </a:prstGeom>
          <a:noFill/>
        </p:spPr>
        <p:txBody>
          <a:bodyPr wrap="square" lIns="0" tIns="45720" rIns="0" bIns="45720" rtlCol="0" anchor="t">
            <a:spAutoFit/>
          </a:bodyPr>
          <a:lstStyle/>
          <a:p>
            <a:pPr>
              <a:spcBef>
                <a:spcPts val="600"/>
              </a:spcBef>
            </a:pPr>
            <a:r>
              <a:rPr lang="en-US" b="1" dirty="0"/>
              <a:t>Can’t find what you need here? You can search and download all our icons in the </a:t>
            </a:r>
            <a:r>
              <a:rPr lang="en-US" b="1" dirty="0">
                <a:hlinkClick r:id="rId3"/>
              </a:rPr>
              <a:t>Brand Center</a:t>
            </a:r>
            <a:r>
              <a:rPr lang="en-US" b="1" dirty="0"/>
              <a:t>.</a:t>
            </a:r>
          </a:p>
        </p:txBody>
      </p:sp>
    </p:spTree>
    <p:extLst>
      <p:ext uri="{BB962C8B-B14F-4D97-AF65-F5344CB8AC3E}">
        <p14:creationId xmlns:p14="http://schemas.microsoft.com/office/powerpoint/2010/main" val="40506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218">
            <a:extLst>
              <a:ext uri="{FF2B5EF4-FFF2-40B4-BE49-F238E27FC236}">
                <a16:creationId xmlns:a16="http://schemas.microsoft.com/office/drawing/2014/main" id="{20C9A7D4-B39A-7F48-A649-57AD4678797E}"/>
              </a:ext>
            </a:extLst>
          </p:cNvPr>
          <p:cNvSpPr>
            <a:spLocks noChangeAspect="1"/>
          </p:cNvSpPr>
          <p:nvPr/>
        </p:nvSpPr>
        <p:spPr>
          <a:xfrm>
            <a:off x="8002323" y="2280731"/>
            <a:ext cx="561975" cy="523875"/>
          </a:xfrm>
          <a:custGeom>
            <a:avLst/>
            <a:gdLst>
              <a:gd name="connsiteX0" fmla="*/ 111824 w 561975"/>
              <a:gd name="connsiteY0" fmla="*/ 381953 h 523875"/>
              <a:gd name="connsiteX1" fmla="*/ 159639 w 561975"/>
              <a:gd name="connsiteY1" fmla="*/ 428911 h 523875"/>
              <a:gd name="connsiteX2" fmla="*/ 182975 w 561975"/>
              <a:gd name="connsiteY2" fmla="*/ 405098 h 523875"/>
              <a:gd name="connsiteX3" fmla="*/ 95060 w 561975"/>
              <a:gd name="connsiteY3" fmla="*/ 318897 h 523875"/>
              <a:gd name="connsiteX4" fmla="*/ 7144 w 561975"/>
              <a:gd name="connsiteY4" fmla="*/ 405098 h 523875"/>
              <a:gd name="connsiteX5" fmla="*/ 30480 w 561975"/>
              <a:gd name="connsiteY5" fmla="*/ 428911 h 523875"/>
              <a:gd name="connsiteX6" fmla="*/ 78296 w 561975"/>
              <a:gd name="connsiteY6" fmla="*/ 381953 h 523875"/>
              <a:gd name="connsiteX7" fmla="*/ 78296 w 561975"/>
              <a:gd name="connsiteY7" fmla="*/ 516636 h 523875"/>
              <a:gd name="connsiteX8" fmla="*/ 266415 w 561975"/>
              <a:gd name="connsiteY8" fmla="*/ 516636 h 523875"/>
              <a:gd name="connsiteX9" fmla="*/ 266415 w 561975"/>
              <a:gd name="connsiteY9" fmla="*/ 483299 h 523875"/>
              <a:gd name="connsiteX10" fmla="*/ 111633 w 561975"/>
              <a:gd name="connsiteY10" fmla="*/ 483299 h 523875"/>
              <a:gd name="connsiteX11" fmla="*/ 111633 w 561975"/>
              <a:gd name="connsiteY11" fmla="*/ 381953 h 523875"/>
              <a:gd name="connsiteX12" fmla="*/ 95155 w 561975"/>
              <a:gd name="connsiteY12" fmla="*/ 365665 h 523875"/>
              <a:gd name="connsiteX13" fmla="*/ 96203 w 561975"/>
              <a:gd name="connsiteY13" fmla="*/ 366713 h 523875"/>
              <a:gd name="connsiteX14" fmla="*/ 94107 w 561975"/>
              <a:gd name="connsiteY14" fmla="*/ 366713 h 523875"/>
              <a:gd name="connsiteX15" fmla="*/ 95155 w 561975"/>
              <a:gd name="connsiteY15" fmla="*/ 365665 h 523875"/>
              <a:gd name="connsiteX16" fmla="*/ 73724 w 561975"/>
              <a:gd name="connsiteY16" fmla="*/ 194786 h 523875"/>
              <a:gd name="connsiteX17" fmla="*/ 230886 w 561975"/>
              <a:gd name="connsiteY17" fmla="*/ 194786 h 523875"/>
              <a:gd name="connsiteX18" fmla="*/ 230886 w 561975"/>
              <a:gd name="connsiteY18" fmla="*/ 281940 h 523875"/>
              <a:gd name="connsiteX19" fmla="*/ 264224 w 561975"/>
              <a:gd name="connsiteY19" fmla="*/ 281940 h 523875"/>
              <a:gd name="connsiteX20" fmla="*/ 264224 w 561975"/>
              <a:gd name="connsiteY20" fmla="*/ 161449 h 523875"/>
              <a:gd name="connsiteX21" fmla="*/ 208502 w 561975"/>
              <a:gd name="connsiteY21" fmla="*/ 161449 h 523875"/>
              <a:gd name="connsiteX22" fmla="*/ 239745 w 561975"/>
              <a:gd name="connsiteY22" fmla="*/ 94583 h 523875"/>
              <a:gd name="connsiteX23" fmla="*/ 152305 w 561975"/>
              <a:gd name="connsiteY23" fmla="*/ 7144 h 523875"/>
              <a:gd name="connsiteX24" fmla="*/ 64865 w 561975"/>
              <a:gd name="connsiteY24" fmla="*/ 94583 h 523875"/>
              <a:gd name="connsiteX25" fmla="*/ 96108 w 561975"/>
              <a:gd name="connsiteY25" fmla="*/ 161449 h 523875"/>
              <a:gd name="connsiteX26" fmla="*/ 40386 w 561975"/>
              <a:gd name="connsiteY26" fmla="*/ 161449 h 523875"/>
              <a:gd name="connsiteX27" fmla="*/ 40386 w 561975"/>
              <a:gd name="connsiteY27" fmla="*/ 281940 h 523875"/>
              <a:gd name="connsiteX28" fmla="*/ 73724 w 561975"/>
              <a:gd name="connsiteY28" fmla="*/ 281940 h 523875"/>
              <a:gd name="connsiteX29" fmla="*/ 73724 w 561975"/>
              <a:gd name="connsiteY29" fmla="*/ 194786 h 523875"/>
              <a:gd name="connsiteX30" fmla="*/ 152305 w 561975"/>
              <a:gd name="connsiteY30" fmla="*/ 40481 h 523875"/>
              <a:gd name="connsiteX31" fmla="*/ 206407 w 561975"/>
              <a:gd name="connsiteY31" fmla="*/ 94583 h 523875"/>
              <a:gd name="connsiteX32" fmla="*/ 152305 w 561975"/>
              <a:gd name="connsiteY32" fmla="*/ 148685 h 523875"/>
              <a:gd name="connsiteX33" fmla="*/ 98203 w 561975"/>
              <a:gd name="connsiteY33" fmla="*/ 94583 h 523875"/>
              <a:gd name="connsiteX34" fmla="*/ 152305 w 561975"/>
              <a:gd name="connsiteY34" fmla="*/ 40481 h 523875"/>
              <a:gd name="connsiteX35" fmla="*/ 506445 w 561975"/>
              <a:gd name="connsiteY35" fmla="*/ 331756 h 523875"/>
              <a:gd name="connsiteX36" fmla="*/ 419005 w 561975"/>
              <a:gd name="connsiteY36" fmla="*/ 244316 h 523875"/>
              <a:gd name="connsiteX37" fmla="*/ 331565 w 561975"/>
              <a:gd name="connsiteY37" fmla="*/ 331756 h 523875"/>
              <a:gd name="connsiteX38" fmla="*/ 362808 w 561975"/>
              <a:gd name="connsiteY38" fmla="*/ 398621 h 523875"/>
              <a:gd name="connsiteX39" fmla="*/ 307087 w 561975"/>
              <a:gd name="connsiteY39" fmla="*/ 398621 h 523875"/>
              <a:gd name="connsiteX40" fmla="*/ 307087 w 561975"/>
              <a:gd name="connsiteY40" fmla="*/ 519113 h 523875"/>
              <a:gd name="connsiteX41" fmla="*/ 340424 w 561975"/>
              <a:gd name="connsiteY41" fmla="*/ 519113 h 523875"/>
              <a:gd name="connsiteX42" fmla="*/ 340424 w 561975"/>
              <a:gd name="connsiteY42" fmla="*/ 431959 h 523875"/>
              <a:gd name="connsiteX43" fmla="*/ 497587 w 561975"/>
              <a:gd name="connsiteY43" fmla="*/ 431959 h 523875"/>
              <a:gd name="connsiteX44" fmla="*/ 497587 w 561975"/>
              <a:gd name="connsiteY44" fmla="*/ 519113 h 523875"/>
              <a:gd name="connsiteX45" fmla="*/ 530924 w 561975"/>
              <a:gd name="connsiteY45" fmla="*/ 519113 h 523875"/>
              <a:gd name="connsiteX46" fmla="*/ 530924 w 561975"/>
              <a:gd name="connsiteY46" fmla="*/ 398621 h 523875"/>
              <a:gd name="connsiteX47" fmla="*/ 475202 w 561975"/>
              <a:gd name="connsiteY47" fmla="*/ 398621 h 523875"/>
              <a:gd name="connsiteX48" fmla="*/ 506445 w 561975"/>
              <a:gd name="connsiteY48" fmla="*/ 331756 h 523875"/>
              <a:gd name="connsiteX49" fmla="*/ 419005 w 561975"/>
              <a:gd name="connsiteY49" fmla="*/ 277654 h 523875"/>
              <a:gd name="connsiteX50" fmla="*/ 473107 w 561975"/>
              <a:gd name="connsiteY50" fmla="*/ 331756 h 523875"/>
              <a:gd name="connsiteX51" fmla="*/ 419005 w 561975"/>
              <a:gd name="connsiteY51" fmla="*/ 385858 h 523875"/>
              <a:gd name="connsiteX52" fmla="*/ 364903 w 561975"/>
              <a:gd name="connsiteY52" fmla="*/ 331756 h 523875"/>
              <a:gd name="connsiteX53" fmla="*/ 419005 w 561975"/>
              <a:gd name="connsiteY53" fmla="*/ 277654 h 523875"/>
              <a:gd name="connsiteX54" fmla="*/ 459487 w 561975"/>
              <a:gd name="connsiteY54" fmla="*/ 151352 h 523875"/>
              <a:gd name="connsiteX55" fmla="*/ 411671 w 561975"/>
              <a:gd name="connsiteY55" fmla="*/ 104394 h 523875"/>
              <a:gd name="connsiteX56" fmla="*/ 388334 w 561975"/>
              <a:gd name="connsiteY56" fmla="*/ 128207 h 523875"/>
              <a:gd name="connsiteX57" fmla="*/ 476250 w 561975"/>
              <a:gd name="connsiteY57" fmla="*/ 214408 h 523875"/>
              <a:gd name="connsiteX58" fmla="*/ 564166 w 561975"/>
              <a:gd name="connsiteY58" fmla="*/ 128207 h 523875"/>
              <a:gd name="connsiteX59" fmla="*/ 540830 w 561975"/>
              <a:gd name="connsiteY59" fmla="*/ 104394 h 523875"/>
              <a:gd name="connsiteX60" fmla="*/ 493014 w 561975"/>
              <a:gd name="connsiteY60" fmla="*/ 151352 h 523875"/>
              <a:gd name="connsiteX61" fmla="*/ 493014 w 561975"/>
              <a:gd name="connsiteY61" fmla="*/ 7144 h 523875"/>
              <a:gd name="connsiteX62" fmla="*/ 304895 w 561975"/>
              <a:gd name="connsiteY62" fmla="*/ 7144 h 523875"/>
              <a:gd name="connsiteX63" fmla="*/ 304895 w 561975"/>
              <a:gd name="connsiteY63" fmla="*/ 40481 h 523875"/>
              <a:gd name="connsiteX64" fmla="*/ 459677 w 561975"/>
              <a:gd name="connsiteY64" fmla="*/ 40481 h 523875"/>
              <a:gd name="connsiteX65" fmla="*/ 459677 w 561975"/>
              <a:gd name="connsiteY65" fmla="*/ 151352 h 523875"/>
              <a:gd name="connsiteX66" fmla="*/ 476155 w 561975"/>
              <a:gd name="connsiteY66" fmla="*/ 167735 h 523875"/>
              <a:gd name="connsiteX67" fmla="*/ 475107 w 561975"/>
              <a:gd name="connsiteY67" fmla="*/ 166688 h 523875"/>
              <a:gd name="connsiteX68" fmla="*/ 477203 w 561975"/>
              <a:gd name="connsiteY68" fmla="*/ 166688 h 523875"/>
              <a:gd name="connsiteX69" fmla="*/ 476155 w 561975"/>
              <a:gd name="connsiteY69" fmla="*/ 167735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61975" h="523875">
                <a:moveTo>
                  <a:pt x="111824" y="381953"/>
                </a:moveTo>
                <a:lnTo>
                  <a:pt x="159639" y="428911"/>
                </a:lnTo>
                <a:lnTo>
                  <a:pt x="182975" y="405098"/>
                </a:lnTo>
                <a:lnTo>
                  <a:pt x="95060" y="318897"/>
                </a:lnTo>
                <a:lnTo>
                  <a:pt x="7144" y="405098"/>
                </a:lnTo>
                <a:lnTo>
                  <a:pt x="30480" y="428911"/>
                </a:lnTo>
                <a:lnTo>
                  <a:pt x="78296" y="381953"/>
                </a:lnTo>
                <a:lnTo>
                  <a:pt x="78296" y="516636"/>
                </a:lnTo>
                <a:lnTo>
                  <a:pt x="266415" y="516636"/>
                </a:lnTo>
                <a:lnTo>
                  <a:pt x="266415" y="483299"/>
                </a:lnTo>
                <a:lnTo>
                  <a:pt x="111633" y="483299"/>
                </a:lnTo>
                <a:lnTo>
                  <a:pt x="111633" y="381953"/>
                </a:lnTo>
                <a:close/>
                <a:moveTo>
                  <a:pt x="95155" y="365665"/>
                </a:moveTo>
                <a:lnTo>
                  <a:pt x="96203" y="366713"/>
                </a:lnTo>
                <a:lnTo>
                  <a:pt x="94107" y="366713"/>
                </a:lnTo>
                <a:lnTo>
                  <a:pt x="95155" y="365665"/>
                </a:lnTo>
                <a:close/>
                <a:moveTo>
                  <a:pt x="73724" y="194786"/>
                </a:moveTo>
                <a:lnTo>
                  <a:pt x="230886" y="194786"/>
                </a:lnTo>
                <a:lnTo>
                  <a:pt x="230886" y="281940"/>
                </a:lnTo>
                <a:lnTo>
                  <a:pt x="264224" y="281940"/>
                </a:lnTo>
                <a:lnTo>
                  <a:pt x="264224" y="161449"/>
                </a:lnTo>
                <a:lnTo>
                  <a:pt x="208502" y="161449"/>
                </a:lnTo>
                <a:cubicBezTo>
                  <a:pt x="227552" y="145447"/>
                  <a:pt x="239745" y="121349"/>
                  <a:pt x="239745" y="94583"/>
                </a:cubicBezTo>
                <a:cubicBezTo>
                  <a:pt x="239745" y="46387"/>
                  <a:pt x="200502" y="7144"/>
                  <a:pt x="152305" y="7144"/>
                </a:cubicBezTo>
                <a:cubicBezTo>
                  <a:pt x="104108" y="7144"/>
                  <a:pt x="64865" y="46387"/>
                  <a:pt x="64865" y="94583"/>
                </a:cubicBezTo>
                <a:cubicBezTo>
                  <a:pt x="64865" y="121444"/>
                  <a:pt x="77058" y="145447"/>
                  <a:pt x="96108" y="161449"/>
                </a:cubicBezTo>
                <a:lnTo>
                  <a:pt x="40386" y="161449"/>
                </a:lnTo>
                <a:lnTo>
                  <a:pt x="40386" y="281940"/>
                </a:lnTo>
                <a:lnTo>
                  <a:pt x="73724" y="281940"/>
                </a:lnTo>
                <a:lnTo>
                  <a:pt x="73724" y="194786"/>
                </a:lnTo>
                <a:close/>
                <a:moveTo>
                  <a:pt x="152305" y="40481"/>
                </a:moveTo>
                <a:cubicBezTo>
                  <a:pt x="182118" y="40481"/>
                  <a:pt x="206407" y="64770"/>
                  <a:pt x="206407" y="94583"/>
                </a:cubicBezTo>
                <a:cubicBezTo>
                  <a:pt x="206407" y="124397"/>
                  <a:pt x="182118" y="148685"/>
                  <a:pt x="152305" y="148685"/>
                </a:cubicBezTo>
                <a:cubicBezTo>
                  <a:pt x="122492" y="148685"/>
                  <a:pt x="98203" y="124397"/>
                  <a:pt x="98203" y="94583"/>
                </a:cubicBezTo>
                <a:cubicBezTo>
                  <a:pt x="98203" y="64770"/>
                  <a:pt x="122492" y="40481"/>
                  <a:pt x="152305" y="40481"/>
                </a:cubicBezTo>
                <a:close/>
                <a:moveTo>
                  <a:pt x="506445" y="331756"/>
                </a:moveTo>
                <a:cubicBezTo>
                  <a:pt x="506445" y="283559"/>
                  <a:pt x="467202" y="244316"/>
                  <a:pt x="419005" y="244316"/>
                </a:cubicBezTo>
                <a:cubicBezTo>
                  <a:pt x="370808" y="244316"/>
                  <a:pt x="331565" y="283559"/>
                  <a:pt x="331565" y="331756"/>
                </a:cubicBezTo>
                <a:cubicBezTo>
                  <a:pt x="331565" y="358616"/>
                  <a:pt x="343758" y="382619"/>
                  <a:pt x="362808" y="398621"/>
                </a:cubicBezTo>
                <a:lnTo>
                  <a:pt x="307087" y="398621"/>
                </a:lnTo>
                <a:lnTo>
                  <a:pt x="307087" y="519113"/>
                </a:lnTo>
                <a:lnTo>
                  <a:pt x="340424" y="519113"/>
                </a:lnTo>
                <a:lnTo>
                  <a:pt x="340424" y="431959"/>
                </a:lnTo>
                <a:lnTo>
                  <a:pt x="497587" y="431959"/>
                </a:lnTo>
                <a:lnTo>
                  <a:pt x="497587" y="519113"/>
                </a:lnTo>
                <a:lnTo>
                  <a:pt x="530924" y="519113"/>
                </a:lnTo>
                <a:lnTo>
                  <a:pt x="530924" y="398621"/>
                </a:lnTo>
                <a:lnTo>
                  <a:pt x="475202" y="398621"/>
                </a:lnTo>
                <a:cubicBezTo>
                  <a:pt x="494348" y="382619"/>
                  <a:pt x="506445" y="358616"/>
                  <a:pt x="506445" y="331756"/>
                </a:cubicBezTo>
                <a:close/>
                <a:moveTo>
                  <a:pt x="419005" y="277654"/>
                </a:moveTo>
                <a:cubicBezTo>
                  <a:pt x="448818" y="277654"/>
                  <a:pt x="473107" y="301943"/>
                  <a:pt x="473107" y="331756"/>
                </a:cubicBezTo>
                <a:cubicBezTo>
                  <a:pt x="473107" y="361569"/>
                  <a:pt x="448818" y="385858"/>
                  <a:pt x="419005" y="385858"/>
                </a:cubicBezTo>
                <a:cubicBezTo>
                  <a:pt x="389192" y="385858"/>
                  <a:pt x="364903" y="361569"/>
                  <a:pt x="364903" y="331756"/>
                </a:cubicBezTo>
                <a:cubicBezTo>
                  <a:pt x="364903" y="301943"/>
                  <a:pt x="389192" y="277654"/>
                  <a:pt x="419005" y="277654"/>
                </a:cubicBezTo>
                <a:close/>
                <a:moveTo>
                  <a:pt x="459487" y="151352"/>
                </a:moveTo>
                <a:lnTo>
                  <a:pt x="411671" y="104394"/>
                </a:lnTo>
                <a:lnTo>
                  <a:pt x="388334" y="128207"/>
                </a:lnTo>
                <a:lnTo>
                  <a:pt x="476250" y="214408"/>
                </a:lnTo>
                <a:lnTo>
                  <a:pt x="564166" y="128207"/>
                </a:lnTo>
                <a:lnTo>
                  <a:pt x="540830" y="104394"/>
                </a:lnTo>
                <a:lnTo>
                  <a:pt x="493014" y="151352"/>
                </a:lnTo>
                <a:lnTo>
                  <a:pt x="493014" y="7144"/>
                </a:lnTo>
                <a:lnTo>
                  <a:pt x="304895" y="7144"/>
                </a:lnTo>
                <a:lnTo>
                  <a:pt x="304895" y="40481"/>
                </a:lnTo>
                <a:lnTo>
                  <a:pt x="459677" y="40481"/>
                </a:lnTo>
                <a:lnTo>
                  <a:pt x="459677" y="151352"/>
                </a:lnTo>
                <a:close/>
                <a:moveTo>
                  <a:pt x="476155" y="167735"/>
                </a:moveTo>
                <a:lnTo>
                  <a:pt x="475107" y="166688"/>
                </a:lnTo>
                <a:lnTo>
                  <a:pt x="477203" y="166688"/>
                </a:lnTo>
                <a:lnTo>
                  <a:pt x="476155" y="167735"/>
                </a:lnTo>
                <a:close/>
              </a:path>
            </a:pathLst>
          </a:custGeom>
          <a:solidFill>
            <a:schemeClr val="tx2"/>
          </a:solidFill>
          <a:ln w="9525" cap="flat">
            <a:noFill/>
            <a:prstDash val="solid"/>
            <a:miter/>
          </a:ln>
        </p:spPr>
        <p:txBody>
          <a:bodyPr rtlCol="0" anchor="ctr"/>
          <a:lstStyle/>
          <a:p>
            <a:endParaRPr lang="en-US"/>
          </a:p>
        </p:txBody>
      </p:sp>
      <p:sp>
        <p:nvSpPr>
          <p:cNvPr id="4" name="TextBox 1">
            <a:extLst>
              <a:ext uri="{FF2B5EF4-FFF2-40B4-BE49-F238E27FC236}">
                <a16:creationId xmlns:a16="http://schemas.microsoft.com/office/drawing/2014/main" id="{7983820B-055D-9F4F-A0DB-F6E108D98E0D}"/>
              </a:ext>
            </a:extLst>
          </p:cNvPr>
          <p:cNvSpPr txBox="1"/>
          <p:nvPr/>
        </p:nvSpPr>
        <p:spPr>
          <a:xfrm>
            <a:off x="7827095" y="2832126"/>
            <a:ext cx="912429" cy="215444"/>
          </a:xfrm>
          <a:prstGeom prst="rect">
            <a:avLst/>
          </a:prstGeom>
          <a:noFill/>
        </p:spPr>
        <p:txBody>
          <a:bodyPr wrap="none" lIns="0" rIns="0" rtlCol="0" anchor="ctr" anchorCtr="0">
            <a:noAutofit/>
          </a:bodyPr>
          <a:lstStyle/>
          <a:p>
            <a:pPr algn="ctr"/>
            <a:r>
              <a:rPr lang="en-US" sz="800"/>
              <a:t>People connect</a:t>
            </a:r>
          </a:p>
        </p:txBody>
      </p:sp>
      <p:sp>
        <p:nvSpPr>
          <p:cNvPr id="6" name="Freeform: Shape 11">
            <a:extLst>
              <a:ext uri="{FF2B5EF4-FFF2-40B4-BE49-F238E27FC236}">
                <a16:creationId xmlns:a16="http://schemas.microsoft.com/office/drawing/2014/main" id="{BDF4AAA9-EF69-D343-9B5F-67144B2F38FD}"/>
              </a:ext>
            </a:extLst>
          </p:cNvPr>
          <p:cNvSpPr>
            <a:spLocks noChangeAspect="1"/>
          </p:cNvSpPr>
          <p:nvPr/>
        </p:nvSpPr>
        <p:spPr>
          <a:xfrm>
            <a:off x="4394227" y="2333118"/>
            <a:ext cx="600075" cy="419100"/>
          </a:xfrm>
          <a:custGeom>
            <a:avLst/>
            <a:gdLst>
              <a:gd name="connsiteX0" fmla="*/ 514445 w 600075"/>
              <a:gd name="connsiteY0" fmla="*/ 169069 h 419100"/>
              <a:gd name="connsiteX1" fmla="*/ 554641 w 600075"/>
              <a:gd name="connsiteY1" fmla="*/ 95250 h 419100"/>
              <a:gd name="connsiteX2" fmla="*/ 466534 w 600075"/>
              <a:gd name="connsiteY2" fmla="*/ 7144 h 419100"/>
              <a:gd name="connsiteX3" fmla="*/ 378428 w 600075"/>
              <a:gd name="connsiteY3" fmla="*/ 95250 h 419100"/>
              <a:gd name="connsiteX4" fmla="*/ 418624 w 600075"/>
              <a:gd name="connsiteY4" fmla="*/ 169069 h 419100"/>
              <a:gd name="connsiteX5" fmla="*/ 368808 w 600075"/>
              <a:gd name="connsiteY5" fmla="*/ 169069 h 419100"/>
              <a:gd name="connsiteX6" fmla="*/ 299942 w 600075"/>
              <a:gd name="connsiteY6" fmla="*/ 135731 h 419100"/>
              <a:gd name="connsiteX7" fmla="*/ 231076 w 600075"/>
              <a:gd name="connsiteY7" fmla="*/ 169069 h 419100"/>
              <a:gd name="connsiteX8" fmla="*/ 181261 w 600075"/>
              <a:gd name="connsiteY8" fmla="*/ 169069 h 419100"/>
              <a:gd name="connsiteX9" fmla="*/ 221456 w 600075"/>
              <a:gd name="connsiteY9" fmla="*/ 95250 h 419100"/>
              <a:gd name="connsiteX10" fmla="*/ 133350 w 600075"/>
              <a:gd name="connsiteY10" fmla="*/ 7144 h 419100"/>
              <a:gd name="connsiteX11" fmla="*/ 45244 w 600075"/>
              <a:gd name="connsiteY11" fmla="*/ 95250 h 419100"/>
              <a:gd name="connsiteX12" fmla="*/ 85439 w 600075"/>
              <a:gd name="connsiteY12" fmla="*/ 169069 h 419100"/>
              <a:gd name="connsiteX13" fmla="*/ 7144 w 600075"/>
              <a:gd name="connsiteY13" fmla="*/ 169069 h 419100"/>
              <a:gd name="connsiteX14" fmla="*/ 7144 w 600075"/>
              <a:gd name="connsiteY14" fmla="*/ 342900 h 419100"/>
              <a:gd name="connsiteX15" fmla="*/ 40481 w 600075"/>
              <a:gd name="connsiteY15" fmla="*/ 342900 h 419100"/>
              <a:gd name="connsiteX16" fmla="*/ 40481 w 600075"/>
              <a:gd name="connsiteY16" fmla="*/ 202406 h 419100"/>
              <a:gd name="connsiteX17" fmla="*/ 214693 w 600075"/>
              <a:gd name="connsiteY17" fmla="*/ 202406 h 419100"/>
              <a:gd name="connsiteX18" fmla="*/ 211931 w 600075"/>
              <a:gd name="connsiteY18" fmla="*/ 223837 h 419100"/>
              <a:gd name="connsiteX19" fmla="*/ 252127 w 600075"/>
              <a:gd name="connsiteY19" fmla="*/ 297656 h 419100"/>
              <a:gd name="connsiteX20" fmla="*/ 178594 w 600075"/>
              <a:gd name="connsiteY20" fmla="*/ 297656 h 419100"/>
              <a:gd name="connsiteX21" fmla="*/ 178594 w 600075"/>
              <a:gd name="connsiteY21" fmla="*/ 419100 h 419100"/>
              <a:gd name="connsiteX22" fmla="*/ 211931 w 600075"/>
              <a:gd name="connsiteY22" fmla="*/ 419100 h 419100"/>
              <a:gd name="connsiteX23" fmla="*/ 211931 w 600075"/>
              <a:gd name="connsiteY23" fmla="*/ 330994 h 419100"/>
              <a:gd name="connsiteX24" fmla="*/ 388144 w 600075"/>
              <a:gd name="connsiteY24" fmla="*/ 330994 h 419100"/>
              <a:gd name="connsiteX25" fmla="*/ 388144 w 600075"/>
              <a:gd name="connsiteY25" fmla="*/ 419100 h 419100"/>
              <a:gd name="connsiteX26" fmla="*/ 421481 w 600075"/>
              <a:gd name="connsiteY26" fmla="*/ 419100 h 419100"/>
              <a:gd name="connsiteX27" fmla="*/ 421481 w 600075"/>
              <a:gd name="connsiteY27" fmla="*/ 297656 h 419100"/>
              <a:gd name="connsiteX28" fmla="*/ 347948 w 600075"/>
              <a:gd name="connsiteY28" fmla="*/ 297656 h 419100"/>
              <a:gd name="connsiteX29" fmla="*/ 388144 w 600075"/>
              <a:gd name="connsiteY29" fmla="*/ 223837 h 419100"/>
              <a:gd name="connsiteX30" fmla="*/ 385381 w 600075"/>
              <a:gd name="connsiteY30" fmla="*/ 202406 h 419100"/>
              <a:gd name="connsiteX31" fmla="*/ 559594 w 600075"/>
              <a:gd name="connsiteY31" fmla="*/ 202406 h 419100"/>
              <a:gd name="connsiteX32" fmla="*/ 559594 w 600075"/>
              <a:gd name="connsiteY32" fmla="*/ 342900 h 419100"/>
              <a:gd name="connsiteX33" fmla="*/ 592931 w 600075"/>
              <a:gd name="connsiteY33" fmla="*/ 342900 h 419100"/>
              <a:gd name="connsiteX34" fmla="*/ 592931 w 600075"/>
              <a:gd name="connsiteY34" fmla="*/ 169069 h 419100"/>
              <a:gd name="connsiteX35" fmla="*/ 514445 w 600075"/>
              <a:gd name="connsiteY35" fmla="*/ 169069 h 419100"/>
              <a:gd name="connsiteX36" fmla="*/ 466534 w 600075"/>
              <a:gd name="connsiteY36" fmla="*/ 40481 h 419100"/>
              <a:gd name="connsiteX37" fmla="*/ 521303 w 600075"/>
              <a:gd name="connsiteY37" fmla="*/ 95250 h 419100"/>
              <a:gd name="connsiteX38" fmla="*/ 466534 w 600075"/>
              <a:gd name="connsiteY38" fmla="*/ 150019 h 419100"/>
              <a:gd name="connsiteX39" fmla="*/ 411766 w 600075"/>
              <a:gd name="connsiteY39" fmla="*/ 95250 h 419100"/>
              <a:gd name="connsiteX40" fmla="*/ 466534 w 600075"/>
              <a:gd name="connsiteY40" fmla="*/ 40481 h 419100"/>
              <a:gd name="connsiteX41" fmla="*/ 133159 w 600075"/>
              <a:gd name="connsiteY41" fmla="*/ 40481 h 419100"/>
              <a:gd name="connsiteX42" fmla="*/ 187928 w 600075"/>
              <a:gd name="connsiteY42" fmla="*/ 95250 h 419100"/>
              <a:gd name="connsiteX43" fmla="*/ 133159 w 600075"/>
              <a:gd name="connsiteY43" fmla="*/ 150019 h 419100"/>
              <a:gd name="connsiteX44" fmla="*/ 78391 w 600075"/>
              <a:gd name="connsiteY44" fmla="*/ 95250 h 419100"/>
              <a:gd name="connsiteX45" fmla="*/ 133159 w 600075"/>
              <a:gd name="connsiteY45" fmla="*/ 40481 h 419100"/>
              <a:gd name="connsiteX46" fmla="*/ 299847 w 600075"/>
              <a:gd name="connsiteY46" fmla="*/ 278606 h 419100"/>
              <a:gd name="connsiteX47" fmla="*/ 245078 w 600075"/>
              <a:gd name="connsiteY47" fmla="*/ 223837 h 419100"/>
              <a:gd name="connsiteX48" fmla="*/ 299847 w 600075"/>
              <a:gd name="connsiteY48" fmla="*/ 169069 h 419100"/>
              <a:gd name="connsiteX49" fmla="*/ 354616 w 600075"/>
              <a:gd name="connsiteY49" fmla="*/ 223837 h 419100"/>
              <a:gd name="connsiteX50" fmla="*/ 299847 w 600075"/>
              <a:gd name="connsiteY50" fmla="*/ 27860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00075" h="419100">
                <a:moveTo>
                  <a:pt x="514445" y="169069"/>
                </a:moveTo>
                <a:cubicBezTo>
                  <a:pt x="538543" y="153353"/>
                  <a:pt x="554641" y="126111"/>
                  <a:pt x="554641" y="95250"/>
                </a:cubicBezTo>
                <a:cubicBezTo>
                  <a:pt x="554641" y="46672"/>
                  <a:pt x="515112" y="7144"/>
                  <a:pt x="466534" y="7144"/>
                </a:cubicBezTo>
                <a:cubicBezTo>
                  <a:pt x="417957" y="7144"/>
                  <a:pt x="378428" y="46672"/>
                  <a:pt x="378428" y="95250"/>
                </a:cubicBezTo>
                <a:cubicBezTo>
                  <a:pt x="378428" y="126111"/>
                  <a:pt x="394430" y="153353"/>
                  <a:pt x="418624" y="169069"/>
                </a:cubicBezTo>
                <a:lnTo>
                  <a:pt x="368808" y="169069"/>
                </a:lnTo>
                <a:cubicBezTo>
                  <a:pt x="352615" y="148781"/>
                  <a:pt x="327755" y="135731"/>
                  <a:pt x="299942" y="135731"/>
                </a:cubicBezTo>
                <a:cubicBezTo>
                  <a:pt x="272129" y="135731"/>
                  <a:pt x="247174" y="148781"/>
                  <a:pt x="231076" y="169069"/>
                </a:cubicBezTo>
                <a:lnTo>
                  <a:pt x="181261" y="169069"/>
                </a:lnTo>
                <a:cubicBezTo>
                  <a:pt x="205359" y="153353"/>
                  <a:pt x="221456" y="126111"/>
                  <a:pt x="221456" y="95250"/>
                </a:cubicBezTo>
                <a:cubicBezTo>
                  <a:pt x="221456" y="46672"/>
                  <a:pt x="181927" y="7144"/>
                  <a:pt x="133350" y="7144"/>
                </a:cubicBezTo>
                <a:cubicBezTo>
                  <a:pt x="84772" y="7144"/>
                  <a:pt x="45244" y="46672"/>
                  <a:pt x="45244" y="95250"/>
                </a:cubicBezTo>
                <a:cubicBezTo>
                  <a:pt x="45244" y="126111"/>
                  <a:pt x="61246" y="153353"/>
                  <a:pt x="85439" y="169069"/>
                </a:cubicBezTo>
                <a:lnTo>
                  <a:pt x="7144" y="169069"/>
                </a:lnTo>
                <a:lnTo>
                  <a:pt x="7144" y="342900"/>
                </a:lnTo>
                <a:lnTo>
                  <a:pt x="40481" y="342900"/>
                </a:lnTo>
                <a:lnTo>
                  <a:pt x="40481" y="202406"/>
                </a:lnTo>
                <a:lnTo>
                  <a:pt x="214693" y="202406"/>
                </a:lnTo>
                <a:cubicBezTo>
                  <a:pt x="212979" y="209264"/>
                  <a:pt x="211931" y="216408"/>
                  <a:pt x="211931" y="223837"/>
                </a:cubicBezTo>
                <a:cubicBezTo>
                  <a:pt x="211931" y="254698"/>
                  <a:pt x="227933" y="281940"/>
                  <a:pt x="252127" y="297656"/>
                </a:cubicBezTo>
                <a:lnTo>
                  <a:pt x="178594" y="297656"/>
                </a:lnTo>
                <a:lnTo>
                  <a:pt x="178594" y="419100"/>
                </a:lnTo>
                <a:lnTo>
                  <a:pt x="211931" y="419100"/>
                </a:lnTo>
                <a:lnTo>
                  <a:pt x="211931" y="330994"/>
                </a:lnTo>
                <a:lnTo>
                  <a:pt x="388144" y="330994"/>
                </a:lnTo>
                <a:lnTo>
                  <a:pt x="388144" y="419100"/>
                </a:lnTo>
                <a:lnTo>
                  <a:pt x="421481" y="419100"/>
                </a:lnTo>
                <a:lnTo>
                  <a:pt x="421481" y="297656"/>
                </a:lnTo>
                <a:lnTo>
                  <a:pt x="347948" y="297656"/>
                </a:lnTo>
                <a:cubicBezTo>
                  <a:pt x="372046" y="281940"/>
                  <a:pt x="388144" y="254698"/>
                  <a:pt x="388144" y="223837"/>
                </a:cubicBezTo>
                <a:cubicBezTo>
                  <a:pt x="388144" y="216408"/>
                  <a:pt x="387096" y="209264"/>
                  <a:pt x="385381" y="202406"/>
                </a:cubicBezTo>
                <a:lnTo>
                  <a:pt x="559594" y="202406"/>
                </a:lnTo>
                <a:lnTo>
                  <a:pt x="559594" y="342900"/>
                </a:lnTo>
                <a:lnTo>
                  <a:pt x="592931" y="342900"/>
                </a:lnTo>
                <a:lnTo>
                  <a:pt x="592931" y="169069"/>
                </a:lnTo>
                <a:lnTo>
                  <a:pt x="514445" y="169069"/>
                </a:lnTo>
                <a:close/>
                <a:moveTo>
                  <a:pt x="466534" y="40481"/>
                </a:moveTo>
                <a:cubicBezTo>
                  <a:pt x="496729" y="40481"/>
                  <a:pt x="521303" y="65056"/>
                  <a:pt x="521303" y="95250"/>
                </a:cubicBezTo>
                <a:cubicBezTo>
                  <a:pt x="521303" y="125444"/>
                  <a:pt x="496729" y="150019"/>
                  <a:pt x="466534" y="150019"/>
                </a:cubicBezTo>
                <a:cubicBezTo>
                  <a:pt x="436340" y="150019"/>
                  <a:pt x="411766" y="125444"/>
                  <a:pt x="411766" y="95250"/>
                </a:cubicBezTo>
                <a:cubicBezTo>
                  <a:pt x="411766" y="65056"/>
                  <a:pt x="436340" y="40481"/>
                  <a:pt x="466534" y="40481"/>
                </a:cubicBezTo>
                <a:close/>
                <a:moveTo>
                  <a:pt x="133159" y="40481"/>
                </a:moveTo>
                <a:cubicBezTo>
                  <a:pt x="163354" y="40481"/>
                  <a:pt x="187928" y="65056"/>
                  <a:pt x="187928" y="95250"/>
                </a:cubicBezTo>
                <a:cubicBezTo>
                  <a:pt x="187928" y="125444"/>
                  <a:pt x="163354" y="150019"/>
                  <a:pt x="133159" y="150019"/>
                </a:cubicBezTo>
                <a:cubicBezTo>
                  <a:pt x="102965" y="150019"/>
                  <a:pt x="78391" y="125444"/>
                  <a:pt x="78391" y="95250"/>
                </a:cubicBezTo>
                <a:cubicBezTo>
                  <a:pt x="78391" y="65056"/>
                  <a:pt x="102965" y="40481"/>
                  <a:pt x="133159" y="40481"/>
                </a:cubicBezTo>
                <a:close/>
                <a:moveTo>
                  <a:pt x="299847" y="278606"/>
                </a:moveTo>
                <a:cubicBezTo>
                  <a:pt x="269653" y="278606"/>
                  <a:pt x="245078" y="254032"/>
                  <a:pt x="245078" y="223837"/>
                </a:cubicBezTo>
                <a:cubicBezTo>
                  <a:pt x="245078" y="193643"/>
                  <a:pt x="269653" y="169069"/>
                  <a:pt x="299847" y="169069"/>
                </a:cubicBezTo>
                <a:cubicBezTo>
                  <a:pt x="330041" y="169069"/>
                  <a:pt x="354616" y="193643"/>
                  <a:pt x="354616" y="223837"/>
                </a:cubicBezTo>
                <a:cubicBezTo>
                  <a:pt x="354616" y="254032"/>
                  <a:pt x="330041" y="278606"/>
                  <a:pt x="299847" y="278606"/>
                </a:cubicBezTo>
                <a:close/>
              </a:path>
            </a:pathLst>
          </a:custGeom>
          <a:solidFill>
            <a:schemeClr val="tx2"/>
          </a:solidFill>
          <a:ln w="9525" cap="flat">
            <a:noFill/>
            <a:prstDash val="solid"/>
            <a:miter/>
          </a:ln>
        </p:spPr>
        <p:txBody>
          <a:bodyPr rtlCol="0" anchor="ctr"/>
          <a:lstStyle/>
          <a:p>
            <a:endParaRPr lang="en-US"/>
          </a:p>
        </p:txBody>
      </p:sp>
      <p:sp>
        <p:nvSpPr>
          <p:cNvPr id="7" name="TextBox 2">
            <a:extLst>
              <a:ext uri="{FF2B5EF4-FFF2-40B4-BE49-F238E27FC236}">
                <a16:creationId xmlns:a16="http://schemas.microsoft.com/office/drawing/2014/main" id="{E2E854C2-0578-B045-A5D8-84FFA0A15E22}"/>
              </a:ext>
            </a:extLst>
          </p:cNvPr>
          <p:cNvSpPr txBox="1"/>
          <p:nvPr/>
        </p:nvSpPr>
        <p:spPr>
          <a:xfrm>
            <a:off x="4367091" y="2832126"/>
            <a:ext cx="654346" cy="215444"/>
          </a:xfrm>
          <a:prstGeom prst="rect">
            <a:avLst/>
          </a:prstGeom>
          <a:noFill/>
        </p:spPr>
        <p:txBody>
          <a:bodyPr wrap="none" lIns="0" rIns="0" rtlCol="0" anchor="ctr" anchorCtr="0">
            <a:noAutofit/>
          </a:bodyPr>
          <a:lstStyle/>
          <a:p>
            <a:pPr algn="ctr"/>
            <a:r>
              <a:rPr lang="en-US" sz="800"/>
              <a:t>People 03</a:t>
            </a:r>
          </a:p>
        </p:txBody>
      </p:sp>
      <p:sp>
        <p:nvSpPr>
          <p:cNvPr id="9" name="Freeform: Shape 4">
            <a:extLst>
              <a:ext uri="{FF2B5EF4-FFF2-40B4-BE49-F238E27FC236}">
                <a16:creationId xmlns:a16="http://schemas.microsoft.com/office/drawing/2014/main" id="{E8C12558-1799-B049-8484-49A6795500B4}"/>
              </a:ext>
            </a:extLst>
          </p:cNvPr>
          <p:cNvSpPr>
            <a:spLocks noChangeAspect="1"/>
          </p:cNvSpPr>
          <p:nvPr/>
        </p:nvSpPr>
        <p:spPr>
          <a:xfrm>
            <a:off x="8881310" y="4173099"/>
            <a:ext cx="628650" cy="428625"/>
          </a:xfrm>
          <a:custGeom>
            <a:avLst/>
            <a:gdLst>
              <a:gd name="connsiteX0" fmla="*/ 381286 w 628650"/>
              <a:gd name="connsiteY0" fmla="*/ 264319 h 428625"/>
              <a:gd name="connsiteX1" fmla="*/ 420719 w 628650"/>
              <a:gd name="connsiteY1" fmla="*/ 264319 h 428625"/>
              <a:gd name="connsiteX2" fmla="*/ 216694 w 628650"/>
              <a:gd name="connsiteY2" fmla="*/ 426244 h 428625"/>
              <a:gd name="connsiteX3" fmla="*/ 7144 w 628650"/>
              <a:gd name="connsiteY3" fmla="*/ 216694 h 428625"/>
              <a:gd name="connsiteX4" fmla="*/ 216694 w 628650"/>
              <a:gd name="connsiteY4" fmla="*/ 7144 h 428625"/>
              <a:gd name="connsiteX5" fmla="*/ 420719 w 628650"/>
              <a:gd name="connsiteY5" fmla="*/ 169069 h 428625"/>
              <a:gd name="connsiteX6" fmla="*/ 381286 w 628650"/>
              <a:gd name="connsiteY6" fmla="*/ 169069 h 428625"/>
              <a:gd name="connsiteX7" fmla="*/ 216694 w 628650"/>
              <a:gd name="connsiteY7" fmla="*/ 45244 h 428625"/>
              <a:gd name="connsiteX8" fmla="*/ 45244 w 628650"/>
              <a:gd name="connsiteY8" fmla="*/ 216694 h 428625"/>
              <a:gd name="connsiteX9" fmla="*/ 216694 w 628650"/>
              <a:gd name="connsiteY9" fmla="*/ 388144 h 428625"/>
              <a:gd name="connsiteX10" fmla="*/ 381286 w 628650"/>
              <a:gd name="connsiteY10" fmla="*/ 264319 h 428625"/>
              <a:gd name="connsiteX11" fmla="*/ 216694 w 628650"/>
              <a:gd name="connsiteY11" fmla="*/ 139541 h 428625"/>
              <a:gd name="connsiteX12" fmla="*/ 277273 w 628650"/>
              <a:gd name="connsiteY12" fmla="*/ 169069 h 428625"/>
              <a:gd name="connsiteX13" fmla="*/ 321564 w 628650"/>
              <a:gd name="connsiteY13" fmla="*/ 169069 h 428625"/>
              <a:gd name="connsiteX14" fmla="*/ 216694 w 628650"/>
              <a:gd name="connsiteY14" fmla="*/ 101441 h 428625"/>
              <a:gd name="connsiteX15" fmla="*/ 101441 w 628650"/>
              <a:gd name="connsiteY15" fmla="*/ 216694 h 428625"/>
              <a:gd name="connsiteX16" fmla="*/ 216694 w 628650"/>
              <a:gd name="connsiteY16" fmla="*/ 331946 h 428625"/>
              <a:gd name="connsiteX17" fmla="*/ 321564 w 628650"/>
              <a:gd name="connsiteY17" fmla="*/ 264319 h 428625"/>
              <a:gd name="connsiteX18" fmla="*/ 277273 w 628650"/>
              <a:gd name="connsiteY18" fmla="*/ 264319 h 428625"/>
              <a:gd name="connsiteX19" fmla="*/ 216694 w 628650"/>
              <a:gd name="connsiteY19" fmla="*/ 293846 h 428625"/>
              <a:gd name="connsiteX20" fmla="*/ 139541 w 628650"/>
              <a:gd name="connsiteY20" fmla="*/ 216694 h 428625"/>
              <a:gd name="connsiteX21" fmla="*/ 216694 w 628650"/>
              <a:gd name="connsiteY21" fmla="*/ 139541 h 428625"/>
              <a:gd name="connsiteX22" fmla="*/ 530257 w 628650"/>
              <a:gd name="connsiteY22" fmla="*/ 168212 h 428625"/>
              <a:gd name="connsiteX23" fmla="*/ 503301 w 628650"/>
              <a:gd name="connsiteY23" fmla="*/ 141256 h 428625"/>
              <a:gd name="connsiteX24" fmla="*/ 447008 w 628650"/>
              <a:gd name="connsiteY24" fmla="*/ 197644 h 428625"/>
              <a:gd name="connsiteX25" fmla="*/ 435864 w 628650"/>
              <a:gd name="connsiteY25" fmla="*/ 197644 h 428625"/>
              <a:gd name="connsiteX26" fmla="*/ 425482 w 628650"/>
              <a:gd name="connsiteY26" fmla="*/ 197644 h 428625"/>
              <a:gd name="connsiteX27" fmla="*/ 387191 w 628650"/>
              <a:gd name="connsiteY27" fmla="*/ 197644 h 428625"/>
              <a:gd name="connsiteX28" fmla="*/ 330422 w 628650"/>
              <a:gd name="connsiteY28" fmla="*/ 197644 h 428625"/>
              <a:gd name="connsiteX29" fmla="*/ 291560 w 628650"/>
              <a:gd name="connsiteY29" fmla="*/ 197644 h 428625"/>
              <a:gd name="connsiteX30" fmla="*/ 216884 w 628650"/>
              <a:gd name="connsiteY30" fmla="*/ 197644 h 428625"/>
              <a:gd name="connsiteX31" fmla="*/ 216884 w 628650"/>
              <a:gd name="connsiteY31" fmla="*/ 235744 h 428625"/>
              <a:gd name="connsiteX32" fmla="*/ 291560 w 628650"/>
              <a:gd name="connsiteY32" fmla="*/ 235744 h 428625"/>
              <a:gd name="connsiteX33" fmla="*/ 330422 w 628650"/>
              <a:gd name="connsiteY33" fmla="*/ 235744 h 428625"/>
              <a:gd name="connsiteX34" fmla="*/ 387191 w 628650"/>
              <a:gd name="connsiteY34" fmla="*/ 235744 h 428625"/>
              <a:gd name="connsiteX35" fmla="*/ 425482 w 628650"/>
              <a:gd name="connsiteY35" fmla="*/ 235744 h 428625"/>
              <a:gd name="connsiteX36" fmla="*/ 435864 w 628650"/>
              <a:gd name="connsiteY36" fmla="*/ 235744 h 428625"/>
              <a:gd name="connsiteX37" fmla="*/ 447008 w 628650"/>
              <a:gd name="connsiteY37" fmla="*/ 235744 h 428625"/>
              <a:gd name="connsiteX38" fmla="*/ 503301 w 628650"/>
              <a:gd name="connsiteY38" fmla="*/ 292037 h 428625"/>
              <a:gd name="connsiteX39" fmla="*/ 530257 w 628650"/>
              <a:gd name="connsiteY39" fmla="*/ 265081 h 428625"/>
              <a:gd name="connsiteX40" fmla="*/ 481775 w 628650"/>
              <a:gd name="connsiteY40" fmla="*/ 216694 h 428625"/>
              <a:gd name="connsiteX41" fmla="*/ 530257 w 628650"/>
              <a:gd name="connsiteY41" fmla="*/ 168212 h 428625"/>
              <a:gd name="connsiteX42" fmla="*/ 625507 w 628650"/>
              <a:gd name="connsiteY42" fmla="*/ 168212 h 428625"/>
              <a:gd name="connsiteX43" fmla="*/ 598551 w 628650"/>
              <a:gd name="connsiteY43" fmla="*/ 141256 h 428625"/>
              <a:gd name="connsiteX44" fmla="*/ 523208 w 628650"/>
              <a:gd name="connsiteY44" fmla="*/ 216694 h 428625"/>
              <a:gd name="connsiteX45" fmla="*/ 598551 w 628650"/>
              <a:gd name="connsiteY45" fmla="*/ 292037 h 428625"/>
              <a:gd name="connsiteX46" fmla="*/ 625507 w 628650"/>
              <a:gd name="connsiteY46" fmla="*/ 265081 h 428625"/>
              <a:gd name="connsiteX47" fmla="*/ 577025 w 628650"/>
              <a:gd name="connsiteY47" fmla="*/ 216694 h 428625"/>
              <a:gd name="connsiteX48" fmla="*/ 625507 w 628650"/>
              <a:gd name="connsiteY48" fmla="*/ 16821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28650" h="428625">
                <a:moveTo>
                  <a:pt x="381286" y="264319"/>
                </a:moveTo>
                <a:lnTo>
                  <a:pt x="420719" y="264319"/>
                </a:lnTo>
                <a:cubicBezTo>
                  <a:pt x="399193" y="357092"/>
                  <a:pt x="316040" y="426244"/>
                  <a:pt x="216694" y="426244"/>
                </a:cubicBezTo>
                <a:cubicBezTo>
                  <a:pt x="100965" y="426244"/>
                  <a:pt x="7144" y="332423"/>
                  <a:pt x="7144" y="216694"/>
                </a:cubicBezTo>
                <a:cubicBezTo>
                  <a:pt x="7144" y="100965"/>
                  <a:pt x="100965" y="7144"/>
                  <a:pt x="216694" y="7144"/>
                </a:cubicBezTo>
                <a:cubicBezTo>
                  <a:pt x="316040" y="7144"/>
                  <a:pt x="399193" y="76295"/>
                  <a:pt x="420719" y="169069"/>
                </a:cubicBezTo>
                <a:lnTo>
                  <a:pt x="381286" y="169069"/>
                </a:lnTo>
                <a:cubicBezTo>
                  <a:pt x="360617" y="97631"/>
                  <a:pt x="294704" y="45244"/>
                  <a:pt x="216694" y="45244"/>
                </a:cubicBezTo>
                <a:cubicBezTo>
                  <a:pt x="122111" y="45244"/>
                  <a:pt x="45244" y="122111"/>
                  <a:pt x="45244" y="216694"/>
                </a:cubicBezTo>
                <a:cubicBezTo>
                  <a:pt x="45244" y="311277"/>
                  <a:pt x="122111" y="388144"/>
                  <a:pt x="216694" y="388144"/>
                </a:cubicBezTo>
                <a:cubicBezTo>
                  <a:pt x="294704" y="388144"/>
                  <a:pt x="360617" y="335756"/>
                  <a:pt x="381286" y="264319"/>
                </a:cubicBezTo>
                <a:close/>
                <a:moveTo>
                  <a:pt x="216694" y="139541"/>
                </a:moveTo>
                <a:cubicBezTo>
                  <a:pt x="241268" y="139541"/>
                  <a:pt x="263176" y="151162"/>
                  <a:pt x="277273" y="169069"/>
                </a:cubicBezTo>
                <a:lnTo>
                  <a:pt x="321564" y="169069"/>
                </a:lnTo>
                <a:cubicBezTo>
                  <a:pt x="303467" y="129254"/>
                  <a:pt x="263366" y="101441"/>
                  <a:pt x="216694" y="101441"/>
                </a:cubicBezTo>
                <a:cubicBezTo>
                  <a:pt x="153067" y="101441"/>
                  <a:pt x="101441" y="153067"/>
                  <a:pt x="101441" y="216694"/>
                </a:cubicBezTo>
                <a:cubicBezTo>
                  <a:pt x="101441" y="280321"/>
                  <a:pt x="153067" y="331946"/>
                  <a:pt x="216694" y="331946"/>
                </a:cubicBezTo>
                <a:cubicBezTo>
                  <a:pt x="263366" y="331946"/>
                  <a:pt x="303467" y="304133"/>
                  <a:pt x="321564" y="264319"/>
                </a:cubicBezTo>
                <a:lnTo>
                  <a:pt x="277273" y="264319"/>
                </a:lnTo>
                <a:cubicBezTo>
                  <a:pt x="263176" y="282226"/>
                  <a:pt x="241268" y="293846"/>
                  <a:pt x="216694" y="293846"/>
                </a:cubicBezTo>
                <a:cubicBezTo>
                  <a:pt x="174117" y="293846"/>
                  <a:pt x="139541" y="259271"/>
                  <a:pt x="139541" y="216694"/>
                </a:cubicBezTo>
                <a:cubicBezTo>
                  <a:pt x="139541" y="174117"/>
                  <a:pt x="174212" y="139541"/>
                  <a:pt x="216694" y="139541"/>
                </a:cubicBezTo>
                <a:close/>
                <a:moveTo>
                  <a:pt x="530257" y="168212"/>
                </a:moveTo>
                <a:lnTo>
                  <a:pt x="503301" y="141256"/>
                </a:lnTo>
                <a:lnTo>
                  <a:pt x="447008" y="197644"/>
                </a:lnTo>
                <a:lnTo>
                  <a:pt x="435864" y="197644"/>
                </a:lnTo>
                <a:lnTo>
                  <a:pt x="425482" y="197644"/>
                </a:lnTo>
                <a:lnTo>
                  <a:pt x="387191" y="197644"/>
                </a:lnTo>
                <a:lnTo>
                  <a:pt x="330422" y="197644"/>
                </a:lnTo>
                <a:lnTo>
                  <a:pt x="291560" y="197644"/>
                </a:lnTo>
                <a:lnTo>
                  <a:pt x="216884" y="197644"/>
                </a:lnTo>
                <a:lnTo>
                  <a:pt x="216884" y="235744"/>
                </a:lnTo>
                <a:lnTo>
                  <a:pt x="291560" y="235744"/>
                </a:lnTo>
                <a:lnTo>
                  <a:pt x="330422" y="235744"/>
                </a:lnTo>
                <a:lnTo>
                  <a:pt x="387191" y="235744"/>
                </a:lnTo>
                <a:lnTo>
                  <a:pt x="425482" y="235744"/>
                </a:lnTo>
                <a:lnTo>
                  <a:pt x="435864" y="235744"/>
                </a:lnTo>
                <a:lnTo>
                  <a:pt x="447008" y="235744"/>
                </a:lnTo>
                <a:lnTo>
                  <a:pt x="503301" y="292037"/>
                </a:lnTo>
                <a:lnTo>
                  <a:pt x="530257" y="265081"/>
                </a:lnTo>
                <a:lnTo>
                  <a:pt x="481775" y="216694"/>
                </a:lnTo>
                <a:lnTo>
                  <a:pt x="530257" y="168212"/>
                </a:lnTo>
                <a:close/>
                <a:moveTo>
                  <a:pt x="625507" y="168212"/>
                </a:moveTo>
                <a:lnTo>
                  <a:pt x="598551" y="141256"/>
                </a:lnTo>
                <a:lnTo>
                  <a:pt x="523208" y="216694"/>
                </a:lnTo>
                <a:lnTo>
                  <a:pt x="598551" y="292037"/>
                </a:lnTo>
                <a:lnTo>
                  <a:pt x="625507" y="265081"/>
                </a:lnTo>
                <a:lnTo>
                  <a:pt x="577025" y="216694"/>
                </a:lnTo>
                <a:lnTo>
                  <a:pt x="625507" y="168212"/>
                </a:lnTo>
                <a:close/>
              </a:path>
            </a:pathLst>
          </a:custGeom>
          <a:solidFill>
            <a:schemeClr val="tx2"/>
          </a:solidFill>
          <a:ln w="9525" cap="flat">
            <a:noFill/>
            <a:prstDash val="solid"/>
            <a:miter/>
          </a:ln>
        </p:spPr>
        <p:txBody>
          <a:bodyPr rtlCol="0" anchor="ctr"/>
          <a:lstStyle/>
          <a:p>
            <a:endParaRPr lang="en-US"/>
          </a:p>
        </p:txBody>
      </p:sp>
      <p:sp>
        <p:nvSpPr>
          <p:cNvPr id="10" name="TextBox 3">
            <a:extLst>
              <a:ext uri="{FF2B5EF4-FFF2-40B4-BE49-F238E27FC236}">
                <a16:creationId xmlns:a16="http://schemas.microsoft.com/office/drawing/2014/main" id="{8C706F0F-8A5A-A34A-873B-12AD2774B23D}"/>
              </a:ext>
            </a:extLst>
          </p:cNvPr>
          <p:cNvSpPr txBox="1"/>
          <p:nvPr/>
        </p:nvSpPr>
        <p:spPr>
          <a:xfrm>
            <a:off x="8951017" y="4695590"/>
            <a:ext cx="489236" cy="215444"/>
          </a:xfrm>
          <a:prstGeom prst="rect">
            <a:avLst/>
          </a:prstGeom>
          <a:noFill/>
        </p:spPr>
        <p:txBody>
          <a:bodyPr wrap="none" lIns="0" rIns="0" rtlCol="0" anchor="ctr" anchorCtr="0">
            <a:noAutofit/>
          </a:bodyPr>
          <a:lstStyle/>
          <a:p>
            <a:pPr algn="ctr"/>
            <a:r>
              <a:rPr lang="en-US" sz="800"/>
              <a:t>Target</a:t>
            </a:r>
          </a:p>
        </p:txBody>
      </p:sp>
      <p:sp>
        <p:nvSpPr>
          <p:cNvPr id="12" name="Freeform: Shape 211">
            <a:extLst>
              <a:ext uri="{FF2B5EF4-FFF2-40B4-BE49-F238E27FC236}">
                <a16:creationId xmlns:a16="http://schemas.microsoft.com/office/drawing/2014/main" id="{870F7546-C674-FE43-B28D-CBA4DD483A7E}"/>
              </a:ext>
            </a:extLst>
          </p:cNvPr>
          <p:cNvSpPr>
            <a:spLocks noChangeAspect="1"/>
          </p:cNvSpPr>
          <p:nvPr/>
        </p:nvSpPr>
        <p:spPr>
          <a:xfrm>
            <a:off x="797175" y="2347406"/>
            <a:ext cx="542925" cy="390525"/>
          </a:xfrm>
          <a:custGeom>
            <a:avLst/>
            <a:gdLst>
              <a:gd name="connsiteX0" fmla="*/ 539924 w 542925"/>
              <a:gd name="connsiteY0" fmla="*/ 188928 h 390525"/>
              <a:gd name="connsiteX1" fmla="*/ 517064 w 542925"/>
              <a:gd name="connsiteY1" fmla="*/ 151590 h 390525"/>
              <a:gd name="connsiteX2" fmla="*/ 474583 w 542925"/>
              <a:gd name="connsiteY2" fmla="*/ 141398 h 390525"/>
              <a:gd name="connsiteX3" fmla="*/ 437245 w 542925"/>
              <a:gd name="connsiteY3" fmla="*/ 164258 h 390525"/>
              <a:gd name="connsiteX4" fmla="*/ 429625 w 542925"/>
              <a:gd name="connsiteY4" fmla="*/ 178832 h 390525"/>
              <a:gd name="connsiteX5" fmla="*/ 396192 w 542925"/>
              <a:gd name="connsiteY5" fmla="*/ 178832 h 390525"/>
              <a:gd name="connsiteX6" fmla="*/ 385238 w 542925"/>
              <a:gd name="connsiteY6" fmla="*/ 143875 h 390525"/>
              <a:gd name="connsiteX7" fmla="*/ 418861 w 542925"/>
              <a:gd name="connsiteY7" fmla="*/ 115014 h 390525"/>
              <a:gd name="connsiteX8" fmla="*/ 445246 w 542925"/>
              <a:gd name="connsiteY8" fmla="*/ 121586 h 390525"/>
              <a:gd name="connsiteX9" fmla="*/ 454294 w 542925"/>
              <a:gd name="connsiteY9" fmla="*/ 120824 h 390525"/>
              <a:gd name="connsiteX10" fmla="*/ 491632 w 542925"/>
              <a:gd name="connsiteY10" fmla="*/ 97964 h 390525"/>
              <a:gd name="connsiteX11" fmla="*/ 501824 w 542925"/>
              <a:gd name="connsiteY11" fmla="*/ 55388 h 390525"/>
              <a:gd name="connsiteX12" fmla="*/ 478964 w 542925"/>
              <a:gd name="connsiteY12" fmla="*/ 18049 h 390525"/>
              <a:gd name="connsiteX13" fmla="*/ 436483 w 542925"/>
              <a:gd name="connsiteY13" fmla="*/ 7858 h 390525"/>
              <a:gd name="connsiteX14" fmla="*/ 399145 w 542925"/>
              <a:gd name="connsiteY14" fmla="*/ 30718 h 390525"/>
              <a:gd name="connsiteX15" fmla="*/ 388953 w 542925"/>
              <a:gd name="connsiteY15" fmla="*/ 73295 h 390525"/>
              <a:gd name="connsiteX16" fmla="*/ 393049 w 542925"/>
              <a:gd name="connsiteY16" fmla="*/ 86820 h 390525"/>
              <a:gd name="connsiteX17" fmla="*/ 363331 w 542925"/>
              <a:gd name="connsiteY17" fmla="*/ 112252 h 390525"/>
              <a:gd name="connsiteX18" fmla="*/ 273891 w 542925"/>
              <a:gd name="connsiteY18" fmla="*/ 73866 h 390525"/>
              <a:gd name="connsiteX19" fmla="*/ 184451 w 542925"/>
              <a:gd name="connsiteY19" fmla="*/ 112252 h 390525"/>
              <a:gd name="connsiteX20" fmla="*/ 154733 w 542925"/>
              <a:gd name="connsiteY20" fmla="*/ 86820 h 390525"/>
              <a:gd name="connsiteX21" fmla="*/ 158829 w 542925"/>
              <a:gd name="connsiteY21" fmla="*/ 73295 h 390525"/>
              <a:gd name="connsiteX22" fmla="*/ 148637 w 542925"/>
              <a:gd name="connsiteY22" fmla="*/ 30718 h 390525"/>
              <a:gd name="connsiteX23" fmla="*/ 111299 w 542925"/>
              <a:gd name="connsiteY23" fmla="*/ 7858 h 390525"/>
              <a:gd name="connsiteX24" fmla="*/ 68818 w 542925"/>
              <a:gd name="connsiteY24" fmla="*/ 18049 h 390525"/>
              <a:gd name="connsiteX25" fmla="*/ 45958 w 542925"/>
              <a:gd name="connsiteY25" fmla="*/ 55388 h 390525"/>
              <a:gd name="connsiteX26" fmla="*/ 56149 w 542925"/>
              <a:gd name="connsiteY26" fmla="*/ 97869 h 390525"/>
              <a:gd name="connsiteX27" fmla="*/ 93487 w 542925"/>
              <a:gd name="connsiteY27" fmla="*/ 120729 h 390525"/>
              <a:gd name="connsiteX28" fmla="*/ 102536 w 542925"/>
              <a:gd name="connsiteY28" fmla="*/ 121491 h 390525"/>
              <a:gd name="connsiteX29" fmla="*/ 128920 w 542925"/>
              <a:gd name="connsiteY29" fmla="*/ 114919 h 390525"/>
              <a:gd name="connsiteX30" fmla="*/ 162544 w 542925"/>
              <a:gd name="connsiteY30" fmla="*/ 143780 h 390525"/>
              <a:gd name="connsiteX31" fmla="*/ 151590 w 542925"/>
              <a:gd name="connsiteY31" fmla="*/ 178736 h 390525"/>
              <a:gd name="connsiteX32" fmla="*/ 118157 w 542925"/>
              <a:gd name="connsiteY32" fmla="*/ 178736 h 390525"/>
              <a:gd name="connsiteX33" fmla="*/ 110537 w 542925"/>
              <a:gd name="connsiteY33" fmla="*/ 164163 h 390525"/>
              <a:gd name="connsiteX34" fmla="*/ 73199 w 542925"/>
              <a:gd name="connsiteY34" fmla="*/ 141303 h 390525"/>
              <a:gd name="connsiteX35" fmla="*/ 30718 w 542925"/>
              <a:gd name="connsiteY35" fmla="*/ 151495 h 390525"/>
              <a:gd name="connsiteX36" fmla="*/ 7858 w 542925"/>
              <a:gd name="connsiteY36" fmla="*/ 188833 h 390525"/>
              <a:gd name="connsiteX37" fmla="*/ 18049 w 542925"/>
              <a:gd name="connsiteY37" fmla="*/ 231410 h 390525"/>
              <a:gd name="connsiteX38" fmla="*/ 64341 w 542925"/>
              <a:gd name="connsiteY38" fmla="*/ 254936 h 390525"/>
              <a:gd name="connsiteX39" fmla="*/ 97869 w 542925"/>
              <a:gd name="connsiteY39" fmla="*/ 244078 h 390525"/>
              <a:gd name="connsiteX40" fmla="*/ 118062 w 542925"/>
              <a:gd name="connsiteY40" fmla="*/ 216932 h 390525"/>
              <a:gd name="connsiteX41" fmla="*/ 151590 w 542925"/>
              <a:gd name="connsiteY41" fmla="*/ 216932 h 390525"/>
              <a:gd name="connsiteX42" fmla="*/ 162544 w 542925"/>
              <a:gd name="connsiteY42" fmla="*/ 251888 h 390525"/>
              <a:gd name="connsiteX43" fmla="*/ 128920 w 542925"/>
              <a:gd name="connsiteY43" fmla="*/ 280749 h 390525"/>
              <a:gd name="connsiteX44" fmla="*/ 68818 w 542925"/>
              <a:gd name="connsiteY44" fmla="*/ 285035 h 390525"/>
              <a:gd name="connsiteX45" fmla="*/ 56149 w 542925"/>
              <a:gd name="connsiteY45" fmla="*/ 364855 h 390525"/>
              <a:gd name="connsiteX46" fmla="*/ 102441 w 542925"/>
              <a:gd name="connsiteY46" fmla="*/ 388382 h 390525"/>
              <a:gd name="connsiteX47" fmla="*/ 135969 w 542925"/>
              <a:gd name="connsiteY47" fmla="*/ 377523 h 390525"/>
              <a:gd name="connsiteX48" fmla="*/ 154828 w 542925"/>
              <a:gd name="connsiteY48" fmla="*/ 308657 h 390525"/>
              <a:gd name="connsiteX49" fmla="*/ 184356 w 542925"/>
              <a:gd name="connsiteY49" fmla="*/ 283321 h 390525"/>
              <a:gd name="connsiteX50" fmla="*/ 273796 w 542925"/>
              <a:gd name="connsiteY50" fmla="*/ 321707 h 390525"/>
              <a:gd name="connsiteX51" fmla="*/ 363236 w 542925"/>
              <a:gd name="connsiteY51" fmla="*/ 283321 h 390525"/>
              <a:gd name="connsiteX52" fmla="*/ 392763 w 542925"/>
              <a:gd name="connsiteY52" fmla="*/ 308657 h 390525"/>
              <a:gd name="connsiteX53" fmla="*/ 411623 w 542925"/>
              <a:gd name="connsiteY53" fmla="*/ 377523 h 390525"/>
              <a:gd name="connsiteX54" fmla="*/ 445151 w 542925"/>
              <a:gd name="connsiteY54" fmla="*/ 388382 h 390525"/>
              <a:gd name="connsiteX55" fmla="*/ 491442 w 542925"/>
              <a:gd name="connsiteY55" fmla="*/ 364855 h 390525"/>
              <a:gd name="connsiteX56" fmla="*/ 478774 w 542925"/>
              <a:gd name="connsiteY56" fmla="*/ 285035 h 390525"/>
              <a:gd name="connsiteX57" fmla="*/ 418671 w 542925"/>
              <a:gd name="connsiteY57" fmla="*/ 280749 h 390525"/>
              <a:gd name="connsiteX58" fmla="*/ 385048 w 542925"/>
              <a:gd name="connsiteY58" fmla="*/ 251888 h 390525"/>
              <a:gd name="connsiteX59" fmla="*/ 396002 w 542925"/>
              <a:gd name="connsiteY59" fmla="*/ 217027 h 390525"/>
              <a:gd name="connsiteX60" fmla="*/ 429530 w 542925"/>
              <a:gd name="connsiteY60" fmla="*/ 217027 h 390525"/>
              <a:gd name="connsiteX61" fmla="*/ 449723 w 542925"/>
              <a:gd name="connsiteY61" fmla="*/ 244173 h 390525"/>
              <a:gd name="connsiteX62" fmla="*/ 483251 w 542925"/>
              <a:gd name="connsiteY62" fmla="*/ 255032 h 390525"/>
              <a:gd name="connsiteX63" fmla="*/ 529542 w 542925"/>
              <a:gd name="connsiteY63" fmla="*/ 231505 h 390525"/>
              <a:gd name="connsiteX64" fmla="*/ 539924 w 542925"/>
              <a:gd name="connsiteY64" fmla="*/ 188928 h 390525"/>
              <a:gd name="connsiteX65" fmla="*/ 429911 w 542925"/>
              <a:gd name="connsiteY65" fmla="*/ 53387 h 390525"/>
              <a:gd name="connsiteX66" fmla="*/ 445341 w 542925"/>
              <a:gd name="connsiteY66" fmla="*/ 45577 h 390525"/>
              <a:gd name="connsiteX67" fmla="*/ 456485 w 542925"/>
              <a:gd name="connsiteY67" fmla="*/ 49196 h 390525"/>
              <a:gd name="connsiteX68" fmla="*/ 464105 w 542925"/>
              <a:gd name="connsiteY68" fmla="*/ 61579 h 390525"/>
              <a:gd name="connsiteX69" fmla="*/ 460676 w 542925"/>
              <a:gd name="connsiteY69" fmla="*/ 75771 h 390525"/>
              <a:gd name="connsiteX70" fmla="*/ 448294 w 542925"/>
              <a:gd name="connsiteY70" fmla="*/ 83391 h 390525"/>
              <a:gd name="connsiteX71" fmla="*/ 434102 w 542925"/>
              <a:gd name="connsiteY71" fmla="*/ 79962 h 390525"/>
              <a:gd name="connsiteX72" fmla="*/ 426481 w 542925"/>
              <a:gd name="connsiteY72" fmla="*/ 67580 h 390525"/>
              <a:gd name="connsiteX73" fmla="*/ 429911 w 542925"/>
              <a:gd name="connsiteY73" fmla="*/ 53387 h 390525"/>
              <a:gd name="connsiteX74" fmla="*/ 99488 w 542925"/>
              <a:gd name="connsiteY74" fmla="*/ 83391 h 390525"/>
              <a:gd name="connsiteX75" fmla="*/ 87010 w 542925"/>
              <a:gd name="connsiteY75" fmla="*/ 75771 h 390525"/>
              <a:gd name="connsiteX76" fmla="*/ 83581 w 542925"/>
              <a:gd name="connsiteY76" fmla="*/ 61579 h 390525"/>
              <a:gd name="connsiteX77" fmla="*/ 91202 w 542925"/>
              <a:gd name="connsiteY77" fmla="*/ 49101 h 390525"/>
              <a:gd name="connsiteX78" fmla="*/ 102346 w 542925"/>
              <a:gd name="connsiteY78" fmla="*/ 45482 h 390525"/>
              <a:gd name="connsiteX79" fmla="*/ 105394 w 542925"/>
              <a:gd name="connsiteY79" fmla="*/ 45767 h 390525"/>
              <a:gd name="connsiteX80" fmla="*/ 117776 w 542925"/>
              <a:gd name="connsiteY80" fmla="*/ 53387 h 390525"/>
              <a:gd name="connsiteX81" fmla="*/ 117776 w 542925"/>
              <a:gd name="connsiteY81" fmla="*/ 53387 h 390525"/>
              <a:gd name="connsiteX82" fmla="*/ 121205 w 542925"/>
              <a:gd name="connsiteY82" fmla="*/ 67580 h 390525"/>
              <a:gd name="connsiteX83" fmla="*/ 113585 w 542925"/>
              <a:gd name="connsiteY83" fmla="*/ 80057 h 390525"/>
              <a:gd name="connsiteX84" fmla="*/ 99488 w 542925"/>
              <a:gd name="connsiteY84" fmla="*/ 83391 h 390525"/>
              <a:gd name="connsiteX85" fmla="*/ 113681 w 542925"/>
              <a:gd name="connsiteY85" fmla="*/ 346662 h 390525"/>
              <a:gd name="connsiteX86" fmla="*/ 87106 w 542925"/>
              <a:gd name="connsiteY86" fmla="*/ 342471 h 390525"/>
              <a:gd name="connsiteX87" fmla="*/ 91297 w 542925"/>
              <a:gd name="connsiteY87" fmla="*/ 315896 h 390525"/>
              <a:gd name="connsiteX88" fmla="*/ 102441 w 542925"/>
              <a:gd name="connsiteY88" fmla="*/ 312277 h 390525"/>
              <a:gd name="connsiteX89" fmla="*/ 117872 w 542925"/>
              <a:gd name="connsiteY89" fmla="*/ 320087 h 390525"/>
              <a:gd name="connsiteX90" fmla="*/ 113681 w 542925"/>
              <a:gd name="connsiteY90" fmla="*/ 346662 h 390525"/>
              <a:gd name="connsiteX91" fmla="*/ 456485 w 542925"/>
              <a:gd name="connsiteY91" fmla="*/ 315801 h 390525"/>
              <a:gd name="connsiteX92" fmla="*/ 460676 w 542925"/>
              <a:gd name="connsiteY92" fmla="*/ 342376 h 390525"/>
              <a:gd name="connsiteX93" fmla="*/ 448294 w 542925"/>
              <a:gd name="connsiteY93" fmla="*/ 349996 h 390525"/>
              <a:gd name="connsiteX94" fmla="*/ 434102 w 542925"/>
              <a:gd name="connsiteY94" fmla="*/ 346567 h 390525"/>
              <a:gd name="connsiteX95" fmla="*/ 429911 w 542925"/>
              <a:gd name="connsiteY95" fmla="*/ 319992 h 390525"/>
              <a:gd name="connsiteX96" fmla="*/ 456485 w 542925"/>
              <a:gd name="connsiteY96" fmla="*/ 315801 h 390525"/>
              <a:gd name="connsiteX97" fmla="*/ 273891 w 542925"/>
              <a:gd name="connsiteY97" fmla="*/ 112157 h 390525"/>
              <a:gd name="connsiteX98" fmla="*/ 359616 w 542925"/>
              <a:gd name="connsiteY98" fmla="*/ 197882 h 390525"/>
              <a:gd name="connsiteX99" fmla="*/ 340566 w 542925"/>
              <a:gd name="connsiteY99" fmla="*/ 251603 h 390525"/>
              <a:gd name="connsiteX100" fmla="*/ 340566 w 542925"/>
              <a:gd name="connsiteY100" fmla="*/ 226457 h 390525"/>
              <a:gd name="connsiteX101" fmla="*/ 323326 w 542925"/>
              <a:gd name="connsiteY101" fmla="*/ 226457 h 390525"/>
              <a:gd name="connsiteX102" fmla="*/ 320087 w 542925"/>
              <a:gd name="connsiteY102" fmla="*/ 164258 h 390525"/>
              <a:gd name="connsiteX103" fmla="*/ 320087 w 542925"/>
              <a:gd name="connsiteY103" fmla="*/ 164258 h 390525"/>
              <a:gd name="connsiteX104" fmla="*/ 282749 w 542925"/>
              <a:gd name="connsiteY104" fmla="*/ 141398 h 390525"/>
              <a:gd name="connsiteX105" fmla="*/ 240268 w 542925"/>
              <a:gd name="connsiteY105" fmla="*/ 151590 h 390525"/>
              <a:gd name="connsiteX106" fmla="*/ 217408 w 542925"/>
              <a:gd name="connsiteY106" fmla="*/ 188928 h 390525"/>
              <a:gd name="connsiteX107" fmla="*/ 224361 w 542925"/>
              <a:gd name="connsiteY107" fmla="*/ 226457 h 390525"/>
              <a:gd name="connsiteX108" fmla="*/ 207216 w 542925"/>
              <a:gd name="connsiteY108" fmla="*/ 226457 h 390525"/>
              <a:gd name="connsiteX109" fmla="*/ 207216 w 542925"/>
              <a:gd name="connsiteY109" fmla="*/ 251603 h 390525"/>
              <a:gd name="connsiteX110" fmla="*/ 188166 w 542925"/>
              <a:gd name="connsiteY110" fmla="*/ 197882 h 390525"/>
              <a:gd name="connsiteX111" fmla="*/ 273891 w 542925"/>
              <a:gd name="connsiteY111" fmla="*/ 112157 h 390525"/>
              <a:gd name="connsiteX112" fmla="*/ 255031 w 542925"/>
              <a:gd name="connsiteY112" fmla="*/ 194929 h 390525"/>
              <a:gd name="connsiteX113" fmla="*/ 262652 w 542925"/>
              <a:gd name="connsiteY113" fmla="*/ 182451 h 390525"/>
              <a:gd name="connsiteX114" fmla="*/ 273796 w 542925"/>
              <a:gd name="connsiteY114" fmla="*/ 178832 h 390525"/>
              <a:gd name="connsiteX115" fmla="*/ 276844 w 542925"/>
              <a:gd name="connsiteY115" fmla="*/ 179117 h 390525"/>
              <a:gd name="connsiteX116" fmla="*/ 289322 w 542925"/>
              <a:gd name="connsiteY116" fmla="*/ 186737 h 390525"/>
              <a:gd name="connsiteX117" fmla="*/ 285131 w 542925"/>
              <a:gd name="connsiteY117" fmla="*/ 213312 h 390525"/>
              <a:gd name="connsiteX118" fmla="*/ 258556 w 542925"/>
              <a:gd name="connsiteY118" fmla="*/ 209121 h 390525"/>
              <a:gd name="connsiteX119" fmla="*/ 255031 w 542925"/>
              <a:gd name="connsiteY119" fmla="*/ 194929 h 390525"/>
              <a:gd name="connsiteX120" fmla="*/ 83105 w 542925"/>
              <a:gd name="connsiteY120" fmla="*/ 200834 h 390525"/>
              <a:gd name="connsiteX121" fmla="*/ 75485 w 542925"/>
              <a:gd name="connsiteY121" fmla="*/ 213312 h 390525"/>
              <a:gd name="connsiteX122" fmla="*/ 48910 w 542925"/>
              <a:gd name="connsiteY122" fmla="*/ 209121 h 390525"/>
              <a:gd name="connsiteX123" fmla="*/ 45481 w 542925"/>
              <a:gd name="connsiteY123" fmla="*/ 194929 h 390525"/>
              <a:gd name="connsiteX124" fmla="*/ 53102 w 542925"/>
              <a:gd name="connsiteY124" fmla="*/ 182451 h 390525"/>
              <a:gd name="connsiteX125" fmla="*/ 64246 w 542925"/>
              <a:gd name="connsiteY125" fmla="*/ 178832 h 390525"/>
              <a:gd name="connsiteX126" fmla="*/ 67294 w 542925"/>
              <a:gd name="connsiteY126" fmla="*/ 179117 h 390525"/>
              <a:gd name="connsiteX127" fmla="*/ 79676 w 542925"/>
              <a:gd name="connsiteY127" fmla="*/ 186737 h 390525"/>
              <a:gd name="connsiteX128" fmla="*/ 79676 w 542925"/>
              <a:gd name="connsiteY128" fmla="*/ 186737 h 390525"/>
              <a:gd name="connsiteX129" fmla="*/ 83105 w 542925"/>
              <a:gd name="connsiteY129" fmla="*/ 200834 h 390525"/>
              <a:gd name="connsiteX130" fmla="*/ 245316 w 542925"/>
              <a:gd name="connsiteY130" fmla="*/ 278654 h 390525"/>
              <a:gd name="connsiteX131" fmla="*/ 245316 w 542925"/>
              <a:gd name="connsiteY131" fmla="*/ 264557 h 390525"/>
              <a:gd name="connsiteX132" fmla="*/ 302466 w 542925"/>
              <a:gd name="connsiteY132" fmla="*/ 264557 h 390525"/>
              <a:gd name="connsiteX133" fmla="*/ 302466 w 542925"/>
              <a:gd name="connsiteY133" fmla="*/ 278558 h 390525"/>
              <a:gd name="connsiteX134" fmla="*/ 273891 w 542925"/>
              <a:gd name="connsiteY134" fmla="*/ 283607 h 390525"/>
              <a:gd name="connsiteX135" fmla="*/ 245316 w 542925"/>
              <a:gd name="connsiteY135" fmla="*/ 278654 h 390525"/>
              <a:gd name="connsiteX136" fmla="*/ 498872 w 542925"/>
              <a:gd name="connsiteY136" fmla="*/ 209121 h 390525"/>
              <a:gd name="connsiteX137" fmla="*/ 486489 w 542925"/>
              <a:gd name="connsiteY137" fmla="*/ 216741 h 390525"/>
              <a:gd name="connsiteX138" fmla="*/ 472297 w 542925"/>
              <a:gd name="connsiteY138" fmla="*/ 213312 h 390525"/>
              <a:gd name="connsiteX139" fmla="*/ 468106 w 542925"/>
              <a:gd name="connsiteY139" fmla="*/ 186737 h 390525"/>
              <a:gd name="connsiteX140" fmla="*/ 483536 w 542925"/>
              <a:gd name="connsiteY140" fmla="*/ 178927 h 390525"/>
              <a:gd name="connsiteX141" fmla="*/ 494681 w 542925"/>
              <a:gd name="connsiteY141" fmla="*/ 182546 h 390525"/>
              <a:gd name="connsiteX142" fmla="*/ 502301 w 542925"/>
              <a:gd name="connsiteY142" fmla="*/ 195024 h 390525"/>
              <a:gd name="connsiteX143" fmla="*/ 498872 w 542925"/>
              <a:gd name="connsiteY143" fmla="*/ 209121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542925" h="390525">
                <a:moveTo>
                  <a:pt x="539924" y="188928"/>
                </a:moveTo>
                <a:cubicBezTo>
                  <a:pt x="537543" y="173879"/>
                  <a:pt x="529447" y="160639"/>
                  <a:pt x="517064" y="151590"/>
                </a:cubicBezTo>
                <a:cubicBezTo>
                  <a:pt x="504682" y="142637"/>
                  <a:pt x="489632" y="139017"/>
                  <a:pt x="474583" y="141398"/>
                </a:cubicBezTo>
                <a:cubicBezTo>
                  <a:pt x="459533" y="143780"/>
                  <a:pt x="446294" y="151876"/>
                  <a:pt x="437245" y="164258"/>
                </a:cubicBezTo>
                <a:cubicBezTo>
                  <a:pt x="433911" y="168735"/>
                  <a:pt x="431435" y="173688"/>
                  <a:pt x="429625" y="178832"/>
                </a:cubicBezTo>
                <a:lnTo>
                  <a:pt x="396192" y="178832"/>
                </a:lnTo>
                <a:cubicBezTo>
                  <a:pt x="394287" y="166449"/>
                  <a:pt x="390572" y="154733"/>
                  <a:pt x="385238" y="143875"/>
                </a:cubicBezTo>
                <a:lnTo>
                  <a:pt x="418861" y="115014"/>
                </a:lnTo>
                <a:cubicBezTo>
                  <a:pt x="427053" y="119300"/>
                  <a:pt x="436006" y="121586"/>
                  <a:pt x="445246" y="121586"/>
                </a:cubicBezTo>
                <a:cubicBezTo>
                  <a:pt x="448294" y="121586"/>
                  <a:pt x="451247" y="121396"/>
                  <a:pt x="454294" y="120824"/>
                </a:cubicBezTo>
                <a:cubicBezTo>
                  <a:pt x="469344" y="118443"/>
                  <a:pt x="482584" y="110347"/>
                  <a:pt x="491632" y="97964"/>
                </a:cubicBezTo>
                <a:cubicBezTo>
                  <a:pt x="500586" y="85582"/>
                  <a:pt x="504206" y="70532"/>
                  <a:pt x="501824" y="55388"/>
                </a:cubicBezTo>
                <a:cubicBezTo>
                  <a:pt x="499443" y="40243"/>
                  <a:pt x="491347" y="27098"/>
                  <a:pt x="478964" y="18049"/>
                </a:cubicBezTo>
                <a:cubicBezTo>
                  <a:pt x="466582" y="9096"/>
                  <a:pt x="451532" y="5477"/>
                  <a:pt x="436483" y="7858"/>
                </a:cubicBezTo>
                <a:cubicBezTo>
                  <a:pt x="421433" y="10239"/>
                  <a:pt x="408194" y="18335"/>
                  <a:pt x="399145" y="30718"/>
                </a:cubicBezTo>
                <a:cubicBezTo>
                  <a:pt x="390096" y="43100"/>
                  <a:pt x="386572" y="58150"/>
                  <a:pt x="388953" y="73295"/>
                </a:cubicBezTo>
                <a:cubicBezTo>
                  <a:pt x="389715" y="78057"/>
                  <a:pt x="391239" y="82534"/>
                  <a:pt x="393049" y="86820"/>
                </a:cubicBezTo>
                <a:lnTo>
                  <a:pt x="363331" y="112252"/>
                </a:lnTo>
                <a:cubicBezTo>
                  <a:pt x="340756" y="88630"/>
                  <a:pt x="309038" y="73866"/>
                  <a:pt x="273891" y="73866"/>
                </a:cubicBezTo>
                <a:cubicBezTo>
                  <a:pt x="238744" y="73866"/>
                  <a:pt x="207026" y="88630"/>
                  <a:pt x="184451" y="112252"/>
                </a:cubicBezTo>
                <a:lnTo>
                  <a:pt x="154733" y="86820"/>
                </a:lnTo>
                <a:cubicBezTo>
                  <a:pt x="156543" y="82534"/>
                  <a:pt x="158067" y="78057"/>
                  <a:pt x="158829" y="73295"/>
                </a:cubicBezTo>
                <a:cubicBezTo>
                  <a:pt x="161210" y="58245"/>
                  <a:pt x="157591" y="43100"/>
                  <a:pt x="148637" y="30718"/>
                </a:cubicBezTo>
                <a:cubicBezTo>
                  <a:pt x="139684" y="18335"/>
                  <a:pt x="126444" y="10239"/>
                  <a:pt x="111299" y="7858"/>
                </a:cubicBezTo>
                <a:cubicBezTo>
                  <a:pt x="96250" y="5477"/>
                  <a:pt x="81105" y="9096"/>
                  <a:pt x="68818" y="18049"/>
                </a:cubicBezTo>
                <a:cubicBezTo>
                  <a:pt x="56435" y="27003"/>
                  <a:pt x="48339" y="40243"/>
                  <a:pt x="45958" y="55388"/>
                </a:cubicBezTo>
                <a:cubicBezTo>
                  <a:pt x="43577" y="70437"/>
                  <a:pt x="47196" y="85582"/>
                  <a:pt x="56149" y="97869"/>
                </a:cubicBezTo>
                <a:cubicBezTo>
                  <a:pt x="65103" y="110251"/>
                  <a:pt x="78343" y="118348"/>
                  <a:pt x="93487" y="120729"/>
                </a:cubicBezTo>
                <a:cubicBezTo>
                  <a:pt x="96535" y="121205"/>
                  <a:pt x="99583" y="121491"/>
                  <a:pt x="102536" y="121491"/>
                </a:cubicBezTo>
                <a:cubicBezTo>
                  <a:pt x="111776" y="121491"/>
                  <a:pt x="120824" y="119205"/>
                  <a:pt x="128920" y="114919"/>
                </a:cubicBezTo>
                <a:lnTo>
                  <a:pt x="162544" y="143780"/>
                </a:lnTo>
                <a:cubicBezTo>
                  <a:pt x="157210" y="154638"/>
                  <a:pt x="153495" y="166354"/>
                  <a:pt x="151590" y="178736"/>
                </a:cubicBezTo>
                <a:lnTo>
                  <a:pt x="118157" y="178736"/>
                </a:lnTo>
                <a:cubicBezTo>
                  <a:pt x="116348" y="173593"/>
                  <a:pt x="113776" y="168735"/>
                  <a:pt x="110537" y="164163"/>
                </a:cubicBezTo>
                <a:cubicBezTo>
                  <a:pt x="101584" y="151781"/>
                  <a:pt x="88344" y="143684"/>
                  <a:pt x="73199" y="141303"/>
                </a:cubicBezTo>
                <a:cubicBezTo>
                  <a:pt x="58150" y="138922"/>
                  <a:pt x="43005" y="142541"/>
                  <a:pt x="30718" y="151495"/>
                </a:cubicBezTo>
                <a:cubicBezTo>
                  <a:pt x="18335" y="160448"/>
                  <a:pt x="10239" y="173688"/>
                  <a:pt x="7858" y="188833"/>
                </a:cubicBezTo>
                <a:cubicBezTo>
                  <a:pt x="5477" y="203882"/>
                  <a:pt x="9096" y="219027"/>
                  <a:pt x="18049" y="231410"/>
                </a:cubicBezTo>
                <a:cubicBezTo>
                  <a:pt x="29194" y="246745"/>
                  <a:pt x="46624" y="254936"/>
                  <a:pt x="64341" y="254936"/>
                </a:cubicBezTo>
                <a:cubicBezTo>
                  <a:pt x="75961" y="254936"/>
                  <a:pt x="87773" y="251412"/>
                  <a:pt x="97869" y="244078"/>
                </a:cubicBezTo>
                <a:cubicBezTo>
                  <a:pt x="107394" y="237220"/>
                  <a:pt x="114252" y="227695"/>
                  <a:pt x="118062" y="216932"/>
                </a:cubicBezTo>
                <a:lnTo>
                  <a:pt x="151590" y="216932"/>
                </a:lnTo>
                <a:cubicBezTo>
                  <a:pt x="153495" y="229314"/>
                  <a:pt x="157210" y="241030"/>
                  <a:pt x="162544" y="251888"/>
                </a:cubicBezTo>
                <a:lnTo>
                  <a:pt x="128920" y="280749"/>
                </a:lnTo>
                <a:cubicBezTo>
                  <a:pt x="110252" y="271034"/>
                  <a:pt x="86915" y="271891"/>
                  <a:pt x="68818" y="285035"/>
                </a:cubicBezTo>
                <a:cubicBezTo>
                  <a:pt x="43291" y="303609"/>
                  <a:pt x="37671" y="339423"/>
                  <a:pt x="56149" y="364855"/>
                </a:cubicBezTo>
                <a:cubicBezTo>
                  <a:pt x="67294" y="380190"/>
                  <a:pt x="84724" y="388382"/>
                  <a:pt x="102441" y="388382"/>
                </a:cubicBezTo>
                <a:cubicBezTo>
                  <a:pt x="114061" y="388382"/>
                  <a:pt x="125873" y="384857"/>
                  <a:pt x="135969" y="377523"/>
                </a:cubicBezTo>
                <a:cubicBezTo>
                  <a:pt x="157972" y="361521"/>
                  <a:pt x="165115" y="332660"/>
                  <a:pt x="154828" y="308657"/>
                </a:cubicBezTo>
                <a:lnTo>
                  <a:pt x="184356" y="283321"/>
                </a:lnTo>
                <a:cubicBezTo>
                  <a:pt x="206930" y="306943"/>
                  <a:pt x="238648" y="321707"/>
                  <a:pt x="273796" y="321707"/>
                </a:cubicBezTo>
                <a:cubicBezTo>
                  <a:pt x="308943" y="321707"/>
                  <a:pt x="340661" y="306943"/>
                  <a:pt x="363236" y="283321"/>
                </a:cubicBezTo>
                <a:lnTo>
                  <a:pt x="392763" y="308657"/>
                </a:lnTo>
                <a:cubicBezTo>
                  <a:pt x="382476" y="332660"/>
                  <a:pt x="389620" y="361521"/>
                  <a:pt x="411623" y="377523"/>
                </a:cubicBezTo>
                <a:cubicBezTo>
                  <a:pt x="421719" y="384857"/>
                  <a:pt x="433530" y="388382"/>
                  <a:pt x="445151" y="388382"/>
                </a:cubicBezTo>
                <a:cubicBezTo>
                  <a:pt x="462867" y="388382"/>
                  <a:pt x="480298" y="380190"/>
                  <a:pt x="491442" y="364855"/>
                </a:cubicBezTo>
                <a:cubicBezTo>
                  <a:pt x="509920" y="339328"/>
                  <a:pt x="504301" y="303514"/>
                  <a:pt x="478774" y="285035"/>
                </a:cubicBezTo>
                <a:cubicBezTo>
                  <a:pt x="460676" y="271891"/>
                  <a:pt x="437340" y="271034"/>
                  <a:pt x="418671" y="280749"/>
                </a:cubicBezTo>
                <a:lnTo>
                  <a:pt x="385048" y="251888"/>
                </a:lnTo>
                <a:cubicBezTo>
                  <a:pt x="390382" y="241030"/>
                  <a:pt x="394097" y="229314"/>
                  <a:pt x="396002" y="217027"/>
                </a:cubicBezTo>
                <a:lnTo>
                  <a:pt x="429530" y="217027"/>
                </a:lnTo>
                <a:cubicBezTo>
                  <a:pt x="433340" y="227885"/>
                  <a:pt x="440293" y="237315"/>
                  <a:pt x="449723" y="244173"/>
                </a:cubicBezTo>
                <a:cubicBezTo>
                  <a:pt x="459819" y="251507"/>
                  <a:pt x="471630" y="255032"/>
                  <a:pt x="483251" y="255032"/>
                </a:cubicBezTo>
                <a:cubicBezTo>
                  <a:pt x="500967" y="255032"/>
                  <a:pt x="518398" y="246840"/>
                  <a:pt x="529542" y="231505"/>
                </a:cubicBezTo>
                <a:cubicBezTo>
                  <a:pt x="538686" y="219122"/>
                  <a:pt x="542306" y="204073"/>
                  <a:pt x="539924" y="188928"/>
                </a:cubicBezTo>
                <a:close/>
                <a:moveTo>
                  <a:pt x="429911" y="53387"/>
                </a:moveTo>
                <a:cubicBezTo>
                  <a:pt x="433625" y="48244"/>
                  <a:pt x="439436" y="45577"/>
                  <a:pt x="445341" y="45577"/>
                </a:cubicBezTo>
                <a:cubicBezTo>
                  <a:pt x="449246" y="45577"/>
                  <a:pt x="453152" y="46720"/>
                  <a:pt x="456485" y="49196"/>
                </a:cubicBezTo>
                <a:cubicBezTo>
                  <a:pt x="460581" y="52149"/>
                  <a:pt x="463343" y="56626"/>
                  <a:pt x="464105" y="61579"/>
                </a:cubicBezTo>
                <a:cubicBezTo>
                  <a:pt x="464867" y="66627"/>
                  <a:pt x="463724" y="71675"/>
                  <a:pt x="460676" y="75771"/>
                </a:cubicBezTo>
                <a:cubicBezTo>
                  <a:pt x="457723" y="79867"/>
                  <a:pt x="453247" y="82629"/>
                  <a:pt x="448294" y="83391"/>
                </a:cubicBezTo>
                <a:cubicBezTo>
                  <a:pt x="443245" y="84153"/>
                  <a:pt x="438197" y="83010"/>
                  <a:pt x="434102" y="79962"/>
                </a:cubicBezTo>
                <a:cubicBezTo>
                  <a:pt x="430006" y="76914"/>
                  <a:pt x="427244" y="72533"/>
                  <a:pt x="426481" y="67580"/>
                </a:cubicBezTo>
                <a:cubicBezTo>
                  <a:pt x="425719" y="62531"/>
                  <a:pt x="426958" y="57483"/>
                  <a:pt x="429911" y="53387"/>
                </a:cubicBezTo>
                <a:close/>
                <a:moveTo>
                  <a:pt x="99488" y="83391"/>
                </a:moveTo>
                <a:cubicBezTo>
                  <a:pt x="94440" y="82629"/>
                  <a:pt x="90058" y="79867"/>
                  <a:pt x="87010" y="75771"/>
                </a:cubicBezTo>
                <a:cubicBezTo>
                  <a:pt x="84058" y="71675"/>
                  <a:pt x="82819" y="66627"/>
                  <a:pt x="83581" y="61579"/>
                </a:cubicBezTo>
                <a:cubicBezTo>
                  <a:pt x="84344" y="56531"/>
                  <a:pt x="87106" y="52149"/>
                  <a:pt x="91202" y="49101"/>
                </a:cubicBezTo>
                <a:cubicBezTo>
                  <a:pt x="94535" y="46720"/>
                  <a:pt x="98345" y="45482"/>
                  <a:pt x="102346" y="45482"/>
                </a:cubicBezTo>
                <a:cubicBezTo>
                  <a:pt x="103394" y="45482"/>
                  <a:pt x="104346" y="45577"/>
                  <a:pt x="105394" y="45767"/>
                </a:cubicBezTo>
                <a:cubicBezTo>
                  <a:pt x="110442" y="46529"/>
                  <a:pt x="114823" y="49291"/>
                  <a:pt x="117776" y="53387"/>
                </a:cubicBezTo>
                <a:lnTo>
                  <a:pt x="117776" y="53387"/>
                </a:lnTo>
                <a:cubicBezTo>
                  <a:pt x="120729" y="57483"/>
                  <a:pt x="121967" y="62531"/>
                  <a:pt x="121205" y="67580"/>
                </a:cubicBezTo>
                <a:cubicBezTo>
                  <a:pt x="120443" y="72628"/>
                  <a:pt x="117681" y="77009"/>
                  <a:pt x="113585" y="80057"/>
                </a:cubicBezTo>
                <a:cubicBezTo>
                  <a:pt x="109489" y="82915"/>
                  <a:pt x="104441" y="84153"/>
                  <a:pt x="99488" y="83391"/>
                </a:cubicBezTo>
                <a:close/>
                <a:moveTo>
                  <a:pt x="113681" y="346662"/>
                </a:moveTo>
                <a:cubicBezTo>
                  <a:pt x="105203" y="352853"/>
                  <a:pt x="93202" y="350948"/>
                  <a:pt x="87106" y="342471"/>
                </a:cubicBezTo>
                <a:cubicBezTo>
                  <a:pt x="80914" y="333994"/>
                  <a:pt x="82819" y="321992"/>
                  <a:pt x="91297" y="315896"/>
                </a:cubicBezTo>
                <a:cubicBezTo>
                  <a:pt x="94631" y="313420"/>
                  <a:pt x="98631" y="312277"/>
                  <a:pt x="102441" y="312277"/>
                </a:cubicBezTo>
                <a:cubicBezTo>
                  <a:pt x="108347" y="312277"/>
                  <a:pt x="114157" y="315039"/>
                  <a:pt x="117872" y="320087"/>
                </a:cubicBezTo>
                <a:cubicBezTo>
                  <a:pt x="124063" y="328565"/>
                  <a:pt x="122158" y="340471"/>
                  <a:pt x="113681" y="346662"/>
                </a:cubicBezTo>
                <a:close/>
                <a:moveTo>
                  <a:pt x="456485" y="315801"/>
                </a:moveTo>
                <a:cubicBezTo>
                  <a:pt x="464962" y="321992"/>
                  <a:pt x="466868" y="333899"/>
                  <a:pt x="460676" y="342376"/>
                </a:cubicBezTo>
                <a:cubicBezTo>
                  <a:pt x="457723" y="346472"/>
                  <a:pt x="453247" y="349139"/>
                  <a:pt x="448294" y="349996"/>
                </a:cubicBezTo>
                <a:cubicBezTo>
                  <a:pt x="443341" y="350758"/>
                  <a:pt x="438197" y="349615"/>
                  <a:pt x="434102" y="346567"/>
                </a:cubicBezTo>
                <a:cubicBezTo>
                  <a:pt x="425624" y="340376"/>
                  <a:pt x="423719" y="328469"/>
                  <a:pt x="429911" y="319992"/>
                </a:cubicBezTo>
                <a:cubicBezTo>
                  <a:pt x="436102" y="311515"/>
                  <a:pt x="448103" y="309610"/>
                  <a:pt x="456485" y="315801"/>
                </a:cubicBezTo>
                <a:close/>
                <a:moveTo>
                  <a:pt x="273891" y="112157"/>
                </a:moveTo>
                <a:cubicBezTo>
                  <a:pt x="321135" y="112157"/>
                  <a:pt x="359616" y="150638"/>
                  <a:pt x="359616" y="197882"/>
                </a:cubicBezTo>
                <a:cubicBezTo>
                  <a:pt x="359616" y="218265"/>
                  <a:pt x="352472" y="236934"/>
                  <a:pt x="340566" y="251603"/>
                </a:cubicBezTo>
                <a:lnTo>
                  <a:pt x="340566" y="226457"/>
                </a:lnTo>
                <a:lnTo>
                  <a:pt x="323326" y="226457"/>
                </a:lnTo>
                <a:cubicBezTo>
                  <a:pt x="334280" y="207502"/>
                  <a:pt x="333803" y="183118"/>
                  <a:pt x="320087" y="164258"/>
                </a:cubicBezTo>
                <a:lnTo>
                  <a:pt x="320087" y="164258"/>
                </a:lnTo>
                <a:cubicBezTo>
                  <a:pt x="311134" y="151876"/>
                  <a:pt x="297894" y="143780"/>
                  <a:pt x="282749" y="141398"/>
                </a:cubicBezTo>
                <a:cubicBezTo>
                  <a:pt x="267700" y="139017"/>
                  <a:pt x="252555" y="142637"/>
                  <a:pt x="240268" y="151590"/>
                </a:cubicBezTo>
                <a:cubicBezTo>
                  <a:pt x="227885" y="160544"/>
                  <a:pt x="219789" y="173783"/>
                  <a:pt x="217408" y="188928"/>
                </a:cubicBezTo>
                <a:cubicBezTo>
                  <a:pt x="215312" y="201977"/>
                  <a:pt x="217789" y="215122"/>
                  <a:pt x="224361" y="226457"/>
                </a:cubicBezTo>
                <a:lnTo>
                  <a:pt x="207216" y="226457"/>
                </a:lnTo>
                <a:lnTo>
                  <a:pt x="207216" y="251603"/>
                </a:lnTo>
                <a:cubicBezTo>
                  <a:pt x="195310" y="236839"/>
                  <a:pt x="188166" y="218170"/>
                  <a:pt x="188166" y="197882"/>
                </a:cubicBezTo>
                <a:cubicBezTo>
                  <a:pt x="188166" y="150638"/>
                  <a:pt x="226647" y="112157"/>
                  <a:pt x="273891" y="112157"/>
                </a:cubicBezTo>
                <a:close/>
                <a:moveTo>
                  <a:pt x="255031" y="194929"/>
                </a:moveTo>
                <a:cubicBezTo>
                  <a:pt x="255794" y="189881"/>
                  <a:pt x="258556" y="185499"/>
                  <a:pt x="262652" y="182451"/>
                </a:cubicBezTo>
                <a:cubicBezTo>
                  <a:pt x="265985" y="180070"/>
                  <a:pt x="269795" y="178832"/>
                  <a:pt x="273796" y="178832"/>
                </a:cubicBezTo>
                <a:cubicBezTo>
                  <a:pt x="274844" y="178832"/>
                  <a:pt x="275796" y="178927"/>
                  <a:pt x="276844" y="179117"/>
                </a:cubicBezTo>
                <a:cubicBezTo>
                  <a:pt x="281892" y="179879"/>
                  <a:pt x="286273" y="182642"/>
                  <a:pt x="289322" y="186737"/>
                </a:cubicBezTo>
                <a:cubicBezTo>
                  <a:pt x="295513" y="195215"/>
                  <a:pt x="293608" y="207216"/>
                  <a:pt x="285131" y="213312"/>
                </a:cubicBezTo>
                <a:cubicBezTo>
                  <a:pt x="276653" y="219503"/>
                  <a:pt x="264652" y="217598"/>
                  <a:pt x="258556" y="209121"/>
                </a:cubicBezTo>
                <a:cubicBezTo>
                  <a:pt x="255508" y="205025"/>
                  <a:pt x="254269" y="199977"/>
                  <a:pt x="255031" y="194929"/>
                </a:cubicBezTo>
                <a:close/>
                <a:moveTo>
                  <a:pt x="83105" y="200834"/>
                </a:moveTo>
                <a:cubicBezTo>
                  <a:pt x="82343" y="205883"/>
                  <a:pt x="79581" y="210264"/>
                  <a:pt x="75485" y="213312"/>
                </a:cubicBezTo>
                <a:cubicBezTo>
                  <a:pt x="67008" y="219503"/>
                  <a:pt x="55006" y="217598"/>
                  <a:pt x="48910" y="209121"/>
                </a:cubicBezTo>
                <a:cubicBezTo>
                  <a:pt x="45958" y="205025"/>
                  <a:pt x="44719" y="199977"/>
                  <a:pt x="45481" y="194929"/>
                </a:cubicBezTo>
                <a:cubicBezTo>
                  <a:pt x="46244" y="189881"/>
                  <a:pt x="49006" y="185499"/>
                  <a:pt x="53102" y="182451"/>
                </a:cubicBezTo>
                <a:cubicBezTo>
                  <a:pt x="56435" y="180070"/>
                  <a:pt x="60245" y="178832"/>
                  <a:pt x="64246" y="178832"/>
                </a:cubicBezTo>
                <a:cubicBezTo>
                  <a:pt x="65294" y="178832"/>
                  <a:pt x="66246" y="178927"/>
                  <a:pt x="67294" y="179117"/>
                </a:cubicBezTo>
                <a:cubicBezTo>
                  <a:pt x="72342" y="179879"/>
                  <a:pt x="76723" y="182642"/>
                  <a:pt x="79676" y="186737"/>
                </a:cubicBezTo>
                <a:lnTo>
                  <a:pt x="79676" y="186737"/>
                </a:lnTo>
                <a:cubicBezTo>
                  <a:pt x="82724" y="190833"/>
                  <a:pt x="83962" y="195881"/>
                  <a:pt x="83105" y="200834"/>
                </a:cubicBezTo>
                <a:close/>
                <a:moveTo>
                  <a:pt x="245316" y="278654"/>
                </a:moveTo>
                <a:lnTo>
                  <a:pt x="245316" y="264557"/>
                </a:lnTo>
                <a:lnTo>
                  <a:pt x="302466" y="264557"/>
                </a:lnTo>
                <a:lnTo>
                  <a:pt x="302466" y="278558"/>
                </a:lnTo>
                <a:cubicBezTo>
                  <a:pt x="293512" y="281702"/>
                  <a:pt x="283892" y="283607"/>
                  <a:pt x="273891" y="283607"/>
                </a:cubicBezTo>
                <a:cubicBezTo>
                  <a:pt x="263890" y="283607"/>
                  <a:pt x="254269" y="281797"/>
                  <a:pt x="245316" y="278654"/>
                </a:cubicBezTo>
                <a:close/>
                <a:moveTo>
                  <a:pt x="498872" y="209121"/>
                </a:moveTo>
                <a:cubicBezTo>
                  <a:pt x="495919" y="213217"/>
                  <a:pt x="491442" y="215884"/>
                  <a:pt x="486489" y="216741"/>
                </a:cubicBezTo>
                <a:cubicBezTo>
                  <a:pt x="481441" y="217503"/>
                  <a:pt x="476393" y="216360"/>
                  <a:pt x="472297" y="213312"/>
                </a:cubicBezTo>
                <a:cubicBezTo>
                  <a:pt x="463819" y="207121"/>
                  <a:pt x="461915" y="195215"/>
                  <a:pt x="468106" y="186737"/>
                </a:cubicBezTo>
                <a:cubicBezTo>
                  <a:pt x="471820" y="181594"/>
                  <a:pt x="477631" y="178927"/>
                  <a:pt x="483536" y="178927"/>
                </a:cubicBezTo>
                <a:cubicBezTo>
                  <a:pt x="487441" y="178927"/>
                  <a:pt x="491347" y="180070"/>
                  <a:pt x="494681" y="182546"/>
                </a:cubicBezTo>
                <a:cubicBezTo>
                  <a:pt x="498776" y="185499"/>
                  <a:pt x="501539" y="189976"/>
                  <a:pt x="502301" y="195024"/>
                </a:cubicBezTo>
                <a:cubicBezTo>
                  <a:pt x="503062" y="199977"/>
                  <a:pt x="501824" y="205025"/>
                  <a:pt x="498872" y="209121"/>
                </a:cubicBezTo>
                <a:close/>
              </a:path>
            </a:pathLst>
          </a:custGeom>
          <a:solidFill>
            <a:schemeClr val="tx2"/>
          </a:solidFill>
          <a:ln w="9525" cap="flat">
            <a:noFill/>
            <a:prstDash val="solid"/>
            <a:miter/>
          </a:ln>
        </p:spPr>
        <p:txBody>
          <a:bodyPr rtlCol="0" anchor="ctr"/>
          <a:lstStyle/>
          <a:p>
            <a:endParaRPr lang="en-US"/>
          </a:p>
        </p:txBody>
      </p:sp>
      <p:sp>
        <p:nvSpPr>
          <p:cNvPr id="13" name="TextBox 4">
            <a:extLst>
              <a:ext uri="{FF2B5EF4-FFF2-40B4-BE49-F238E27FC236}">
                <a16:creationId xmlns:a16="http://schemas.microsoft.com/office/drawing/2014/main" id="{69462921-8558-9142-9149-BD31138D308F}"/>
              </a:ext>
            </a:extLst>
          </p:cNvPr>
          <p:cNvSpPr txBox="1"/>
          <p:nvPr/>
        </p:nvSpPr>
        <p:spPr>
          <a:xfrm>
            <a:off x="680551" y="2832126"/>
            <a:ext cx="776175" cy="215444"/>
          </a:xfrm>
          <a:prstGeom prst="rect">
            <a:avLst/>
          </a:prstGeom>
          <a:noFill/>
        </p:spPr>
        <p:txBody>
          <a:bodyPr wrap="none" lIns="0" rIns="0" rtlCol="0" anchor="ctr" anchorCtr="0">
            <a:noAutofit/>
          </a:bodyPr>
          <a:lstStyle/>
          <a:p>
            <a:pPr algn="ctr"/>
            <a:r>
              <a:rPr lang="en-US" sz="800"/>
              <a:t>Organization</a:t>
            </a:r>
          </a:p>
        </p:txBody>
      </p:sp>
      <p:sp>
        <p:nvSpPr>
          <p:cNvPr id="15" name="Freeform: Shape 208">
            <a:extLst>
              <a:ext uri="{FF2B5EF4-FFF2-40B4-BE49-F238E27FC236}">
                <a16:creationId xmlns:a16="http://schemas.microsoft.com/office/drawing/2014/main" id="{605C4DAA-EFC3-E440-9F8E-F73BECC31391}"/>
              </a:ext>
            </a:extLst>
          </p:cNvPr>
          <p:cNvSpPr>
            <a:spLocks noChangeAspect="1"/>
          </p:cNvSpPr>
          <p:nvPr/>
        </p:nvSpPr>
        <p:spPr>
          <a:xfrm>
            <a:off x="5432505" y="4139761"/>
            <a:ext cx="409575" cy="495300"/>
          </a:xfrm>
          <a:custGeom>
            <a:avLst/>
            <a:gdLst>
              <a:gd name="connsiteX0" fmla="*/ 50768 w 409575"/>
              <a:gd name="connsiteY0" fmla="*/ 134779 h 495300"/>
              <a:gd name="connsiteX1" fmla="*/ 84963 w 409575"/>
              <a:gd name="connsiteY1" fmla="*/ 100584 h 495300"/>
              <a:gd name="connsiteX2" fmla="*/ 50768 w 409575"/>
              <a:gd name="connsiteY2" fmla="*/ 66389 h 495300"/>
              <a:gd name="connsiteX3" fmla="*/ 77724 w 409575"/>
              <a:gd name="connsiteY3" fmla="*/ 39434 h 495300"/>
              <a:gd name="connsiteX4" fmla="*/ 111919 w 409575"/>
              <a:gd name="connsiteY4" fmla="*/ 73628 h 495300"/>
              <a:gd name="connsiteX5" fmla="*/ 146113 w 409575"/>
              <a:gd name="connsiteY5" fmla="*/ 39434 h 495300"/>
              <a:gd name="connsiteX6" fmla="*/ 173069 w 409575"/>
              <a:gd name="connsiteY6" fmla="*/ 66389 h 495300"/>
              <a:gd name="connsiteX7" fmla="*/ 138874 w 409575"/>
              <a:gd name="connsiteY7" fmla="*/ 100584 h 495300"/>
              <a:gd name="connsiteX8" fmla="*/ 173069 w 409575"/>
              <a:gd name="connsiteY8" fmla="*/ 134779 h 495300"/>
              <a:gd name="connsiteX9" fmla="*/ 146113 w 409575"/>
              <a:gd name="connsiteY9" fmla="*/ 161735 h 495300"/>
              <a:gd name="connsiteX10" fmla="*/ 111919 w 409575"/>
              <a:gd name="connsiteY10" fmla="*/ 127540 h 495300"/>
              <a:gd name="connsiteX11" fmla="*/ 77724 w 409575"/>
              <a:gd name="connsiteY11" fmla="*/ 161735 h 495300"/>
              <a:gd name="connsiteX12" fmla="*/ 50768 w 409575"/>
              <a:gd name="connsiteY12" fmla="*/ 134779 h 495300"/>
              <a:gd name="connsiteX13" fmla="*/ 411099 w 409575"/>
              <a:gd name="connsiteY13" fmla="*/ 87154 h 495300"/>
              <a:gd name="connsiteX14" fmla="*/ 384143 w 409575"/>
              <a:gd name="connsiteY14" fmla="*/ 114110 h 495300"/>
              <a:gd name="connsiteX15" fmla="*/ 349377 w 409575"/>
              <a:gd name="connsiteY15" fmla="*/ 79343 h 495300"/>
              <a:gd name="connsiteX16" fmla="*/ 349377 w 409575"/>
              <a:gd name="connsiteY16" fmla="*/ 268224 h 495300"/>
              <a:gd name="connsiteX17" fmla="*/ 91821 w 409575"/>
              <a:gd name="connsiteY17" fmla="*/ 268224 h 495300"/>
              <a:gd name="connsiteX18" fmla="*/ 92678 w 409575"/>
              <a:gd name="connsiteY18" fmla="*/ 360521 h 495300"/>
              <a:gd name="connsiteX19" fmla="*/ 140494 w 409575"/>
              <a:gd name="connsiteY19" fmla="*/ 424434 h 495300"/>
              <a:gd name="connsiteX20" fmla="*/ 73819 w 409575"/>
              <a:gd name="connsiteY20" fmla="*/ 491109 h 495300"/>
              <a:gd name="connsiteX21" fmla="*/ 7144 w 409575"/>
              <a:gd name="connsiteY21" fmla="*/ 424434 h 495300"/>
              <a:gd name="connsiteX22" fmla="*/ 54578 w 409575"/>
              <a:gd name="connsiteY22" fmla="*/ 360617 h 495300"/>
              <a:gd name="connsiteX23" fmla="*/ 53340 w 409575"/>
              <a:gd name="connsiteY23" fmla="*/ 230124 h 495300"/>
              <a:gd name="connsiteX24" fmla="*/ 311277 w 409575"/>
              <a:gd name="connsiteY24" fmla="*/ 230124 h 495300"/>
              <a:gd name="connsiteX25" fmla="*/ 311277 w 409575"/>
              <a:gd name="connsiteY25" fmla="*/ 81058 h 495300"/>
              <a:gd name="connsiteX26" fmla="*/ 278321 w 409575"/>
              <a:gd name="connsiteY26" fmla="*/ 114014 h 495300"/>
              <a:gd name="connsiteX27" fmla="*/ 251365 w 409575"/>
              <a:gd name="connsiteY27" fmla="*/ 87059 h 495300"/>
              <a:gd name="connsiteX28" fmla="*/ 331184 w 409575"/>
              <a:gd name="connsiteY28" fmla="*/ 7144 h 495300"/>
              <a:gd name="connsiteX29" fmla="*/ 411099 w 409575"/>
              <a:gd name="connsiteY29" fmla="*/ 87154 h 495300"/>
              <a:gd name="connsiteX30" fmla="*/ 73819 w 409575"/>
              <a:gd name="connsiteY30" fmla="*/ 395859 h 495300"/>
              <a:gd name="connsiteX31" fmla="*/ 45244 w 409575"/>
              <a:gd name="connsiteY31" fmla="*/ 424434 h 495300"/>
              <a:gd name="connsiteX32" fmla="*/ 73819 w 409575"/>
              <a:gd name="connsiteY32" fmla="*/ 453009 h 495300"/>
              <a:gd name="connsiteX33" fmla="*/ 102394 w 409575"/>
              <a:gd name="connsiteY33" fmla="*/ 424434 h 495300"/>
              <a:gd name="connsiteX34" fmla="*/ 73819 w 409575"/>
              <a:gd name="connsiteY34" fmla="*/ 395859 h 495300"/>
              <a:gd name="connsiteX35" fmla="*/ 327565 w 409575"/>
              <a:gd name="connsiteY35" fmla="*/ 344329 h 495300"/>
              <a:gd name="connsiteX36" fmla="*/ 293370 w 409575"/>
              <a:gd name="connsiteY36" fmla="*/ 378524 h 495300"/>
              <a:gd name="connsiteX37" fmla="*/ 259175 w 409575"/>
              <a:gd name="connsiteY37" fmla="*/ 344329 h 495300"/>
              <a:gd name="connsiteX38" fmla="*/ 232220 w 409575"/>
              <a:gd name="connsiteY38" fmla="*/ 371285 h 495300"/>
              <a:gd name="connsiteX39" fmla="*/ 266414 w 409575"/>
              <a:gd name="connsiteY39" fmla="*/ 405479 h 495300"/>
              <a:gd name="connsiteX40" fmla="*/ 232220 w 409575"/>
              <a:gd name="connsiteY40" fmla="*/ 439674 h 495300"/>
              <a:gd name="connsiteX41" fmla="*/ 259175 w 409575"/>
              <a:gd name="connsiteY41" fmla="*/ 466630 h 495300"/>
              <a:gd name="connsiteX42" fmla="*/ 293370 w 409575"/>
              <a:gd name="connsiteY42" fmla="*/ 432435 h 495300"/>
              <a:gd name="connsiteX43" fmla="*/ 327565 w 409575"/>
              <a:gd name="connsiteY43" fmla="*/ 466630 h 495300"/>
              <a:gd name="connsiteX44" fmla="*/ 354521 w 409575"/>
              <a:gd name="connsiteY44" fmla="*/ 439674 h 495300"/>
              <a:gd name="connsiteX45" fmla="*/ 320326 w 409575"/>
              <a:gd name="connsiteY45" fmla="*/ 405479 h 495300"/>
              <a:gd name="connsiteX46" fmla="*/ 354521 w 409575"/>
              <a:gd name="connsiteY46" fmla="*/ 371285 h 495300"/>
              <a:gd name="connsiteX47" fmla="*/ 327565 w 409575"/>
              <a:gd name="connsiteY47" fmla="*/ 34432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9575" h="495300">
                <a:moveTo>
                  <a:pt x="50768" y="134779"/>
                </a:moveTo>
                <a:lnTo>
                  <a:pt x="84963" y="100584"/>
                </a:lnTo>
                <a:lnTo>
                  <a:pt x="50768" y="66389"/>
                </a:lnTo>
                <a:lnTo>
                  <a:pt x="77724" y="39434"/>
                </a:lnTo>
                <a:lnTo>
                  <a:pt x="111919" y="73628"/>
                </a:lnTo>
                <a:lnTo>
                  <a:pt x="146113" y="39434"/>
                </a:lnTo>
                <a:lnTo>
                  <a:pt x="173069" y="66389"/>
                </a:lnTo>
                <a:lnTo>
                  <a:pt x="138874" y="100584"/>
                </a:lnTo>
                <a:lnTo>
                  <a:pt x="173069" y="134779"/>
                </a:lnTo>
                <a:lnTo>
                  <a:pt x="146113" y="161735"/>
                </a:lnTo>
                <a:lnTo>
                  <a:pt x="111919" y="127540"/>
                </a:lnTo>
                <a:lnTo>
                  <a:pt x="77724" y="161735"/>
                </a:lnTo>
                <a:lnTo>
                  <a:pt x="50768" y="134779"/>
                </a:lnTo>
                <a:close/>
                <a:moveTo>
                  <a:pt x="411099" y="87154"/>
                </a:moveTo>
                <a:lnTo>
                  <a:pt x="384143" y="114110"/>
                </a:lnTo>
                <a:lnTo>
                  <a:pt x="349377" y="79343"/>
                </a:lnTo>
                <a:lnTo>
                  <a:pt x="349377" y="268224"/>
                </a:lnTo>
                <a:lnTo>
                  <a:pt x="91821" y="268224"/>
                </a:lnTo>
                <a:lnTo>
                  <a:pt x="92678" y="360521"/>
                </a:lnTo>
                <a:cubicBezTo>
                  <a:pt x="120301" y="368713"/>
                  <a:pt x="140494" y="394240"/>
                  <a:pt x="140494" y="424434"/>
                </a:cubicBezTo>
                <a:cubicBezTo>
                  <a:pt x="140494" y="461201"/>
                  <a:pt x="110585" y="491109"/>
                  <a:pt x="73819" y="491109"/>
                </a:cubicBezTo>
                <a:cubicBezTo>
                  <a:pt x="37052" y="491109"/>
                  <a:pt x="7144" y="461201"/>
                  <a:pt x="7144" y="424434"/>
                </a:cubicBezTo>
                <a:cubicBezTo>
                  <a:pt x="7144" y="394335"/>
                  <a:pt x="27146" y="368903"/>
                  <a:pt x="54578" y="360617"/>
                </a:cubicBezTo>
                <a:lnTo>
                  <a:pt x="53340" y="230124"/>
                </a:lnTo>
                <a:lnTo>
                  <a:pt x="311277" y="230124"/>
                </a:lnTo>
                <a:lnTo>
                  <a:pt x="311277" y="81058"/>
                </a:lnTo>
                <a:lnTo>
                  <a:pt x="278321" y="114014"/>
                </a:lnTo>
                <a:lnTo>
                  <a:pt x="251365" y="87059"/>
                </a:lnTo>
                <a:lnTo>
                  <a:pt x="331184" y="7144"/>
                </a:lnTo>
                <a:lnTo>
                  <a:pt x="411099" y="87154"/>
                </a:lnTo>
                <a:close/>
                <a:moveTo>
                  <a:pt x="73819" y="395859"/>
                </a:moveTo>
                <a:cubicBezTo>
                  <a:pt x="58103" y="395859"/>
                  <a:pt x="45244" y="408718"/>
                  <a:pt x="45244" y="424434"/>
                </a:cubicBezTo>
                <a:cubicBezTo>
                  <a:pt x="45244" y="440150"/>
                  <a:pt x="58103" y="453009"/>
                  <a:pt x="73819" y="453009"/>
                </a:cubicBezTo>
                <a:cubicBezTo>
                  <a:pt x="89535" y="453009"/>
                  <a:pt x="102394" y="440150"/>
                  <a:pt x="102394" y="424434"/>
                </a:cubicBezTo>
                <a:cubicBezTo>
                  <a:pt x="102394" y="408718"/>
                  <a:pt x="89535" y="395859"/>
                  <a:pt x="73819" y="395859"/>
                </a:cubicBezTo>
                <a:close/>
                <a:moveTo>
                  <a:pt x="327565" y="344329"/>
                </a:moveTo>
                <a:lnTo>
                  <a:pt x="293370" y="378524"/>
                </a:lnTo>
                <a:lnTo>
                  <a:pt x="259175" y="344329"/>
                </a:lnTo>
                <a:lnTo>
                  <a:pt x="232220" y="371285"/>
                </a:lnTo>
                <a:lnTo>
                  <a:pt x="266414" y="405479"/>
                </a:lnTo>
                <a:lnTo>
                  <a:pt x="232220" y="439674"/>
                </a:lnTo>
                <a:lnTo>
                  <a:pt x="259175" y="466630"/>
                </a:lnTo>
                <a:lnTo>
                  <a:pt x="293370" y="432435"/>
                </a:lnTo>
                <a:lnTo>
                  <a:pt x="327565" y="466630"/>
                </a:lnTo>
                <a:lnTo>
                  <a:pt x="354521" y="439674"/>
                </a:lnTo>
                <a:lnTo>
                  <a:pt x="320326" y="405479"/>
                </a:lnTo>
                <a:lnTo>
                  <a:pt x="354521" y="371285"/>
                </a:lnTo>
                <a:lnTo>
                  <a:pt x="327565" y="344329"/>
                </a:lnTo>
                <a:close/>
              </a:path>
            </a:pathLst>
          </a:custGeom>
          <a:solidFill>
            <a:schemeClr val="tx2"/>
          </a:solidFill>
          <a:ln w="9525" cap="flat">
            <a:noFill/>
            <a:prstDash val="solid"/>
            <a:miter/>
          </a:ln>
        </p:spPr>
        <p:txBody>
          <a:bodyPr rtlCol="0" anchor="ctr"/>
          <a:lstStyle/>
          <a:p>
            <a:endParaRPr lang="en-US"/>
          </a:p>
        </p:txBody>
      </p:sp>
      <p:sp>
        <p:nvSpPr>
          <p:cNvPr id="16" name="TextBox 5">
            <a:extLst>
              <a:ext uri="{FF2B5EF4-FFF2-40B4-BE49-F238E27FC236}">
                <a16:creationId xmlns:a16="http://schemas.microsoft.com/office/drawing/2014/main" id="{E9C4CB09-991A-554D-8488-F5A360F0F75F}"/>
              </a:ext>
            </a:extLst>
          </p:cNvPr>
          <p:cNvSpPr txBox="1"/>
          <p:nvPr/>
        </p:nvSpPr>
        <p:spPr>
          <a:xfrm>
            <a:off x="5349392" y="4695590"/>
            <a:ext cx="575800" cy="215444"/>
          </a:xfrm>
          <a:prstGeom prst="rect">
            <a:avLst/>
          </a:prstGeom>
          <a:noFill/>
        </p:spPr>
        <p:txBody>
          <a:bodyPr wrap="none" lIns="0" rIns="0" rtlCol="0" anchor="ctr" anchorCtr="0">
            <a:noAutofit/>
          </a:bodyPr>
          <a:lstStyle/>
          <a:p>
            <a:pPr algn="ctr"/>
            <a:r>
              <a:rPr lang="en-US" sz="800"/>
              <a:t>Strategy</a:t>
            </a:r>
          </a:p>
        </p:txBody>
      </p:sp>
      <p:sp>
        <p:nvSpPr>
          <p:cNvPr id="18" name="Freeform: Shape 210">
            <a:extLst>
              <a:ext uri="{FF2B5EF4-FFF2-40B4-BE49-F238E27FC236}">
                <a16:creationId xmlns:a16="http://schemas.microsoft.com/office/drawing/2014/main" id="{D256909E-699D-804C-A893-FE3DC0DF4576}"/>
              </a:ext>
            </a:extLst>
          </p:cNvPr>
          <p:cNvSpPr>
            <a:spLocks noChangeAspect="1"/>
          </p:cNvSpPr>
          <p:nvPr/>
        </p:nvSpPr>
        <p:spPr>
          <a:xfrm>
            <a:off x="7212058" y="4154049"/>
            <a:ext cx="390525" cy="466725"/>
          </a:xfrm>
          <a:custGeom>
            <a:avLst/>
            <a:gdLst>
              <a:gd name="connsiteX0" fmla="*/ 197644 w 390525"/>
              <a:gd name="connsiteY0" fmla="*/ 273844 h 466725"/>
              <a:gd name="connsiteX1" fmla="*/ 330994 w 390525"/>
              <a:gd name="connsiteY1" fmla="*/ 140494 h 466725"/>
              <a:gd name="connsiteX2" fmla="*/ 197644 w 390525"/>
              <a:gd name="connsiteY2" fmla="*/ 7144 h 466725"/>
              <a:gd name="connsiteX3" fmla="*/ 64294 w 390525"/>
              <a:gd name="connsiteY3" fmla="*/ 140494 h 466725"/>
              <a:gd name="connsiteX4" fmla="*/ 197644 w 390525"/>
              <a:gd name="connsiteY4" fmla="*/ 273844 h 466725"/>
              <a:gd name="connsiteX5" fmla="*/ 197644 w 390525"/>
              <a:gd name="connsiteY5" fmla="*/ 45244 h 466725"/>
              <a:gd name="connsiteX6" fmla="*/ 292894 w 390525"/>
              <a:gd name="connsiteY6" fmla="*/ 140494 h 466725"/>
              <a:gd name="connsiteX7" fmla="*/ 197644 w 390525"/>
              <a:gd name="connsiteY7" fmla="*/ 235744 h 466725"/>
              <a:gd name="connsiteX8" fmla="*/ 102394 w 390525"/>
              <a:gd name="connsiteY8" fmla="*/ 140494 h 466725"/>
              <a:gd name="connsiteX9" fmla="*/ 197644 w 390525"/>
              <a:gd name="connsiteY9" fmla="*/ 45244 h 466725"/>
              <a:gd name="connsiteX10" fmla="*/ 388144 w 390525"/>
              <a:gd name="connsiteY10" fmla="*/ 264319 h 466725"/>
              <a:gd name="connsiteX11" fmla="*/ 388144 w 390525"/>
              <a:gd name="connsiteY11" fmla="*/ 464344 h 466725"/>
              <a:gd name="connsiteX12" fmla="*/ 350044 w 390525"/>
              <a:gd name="connsiteY12" fmla="*/ 464344 h 466725"/>
              <a:gd name="connsiteX13" fmla="*/ 350044 w 390525"/>
              <a:gd name="connsiteY13" fmla="*/ 302419 h 466725"/>
              <a:gd name="connsiteX14" fmla="*/ 302133 w 390525"/>
              <a:gd name="connsiteY14" fmla="*/ 302419 h 466725"/>
              <a:gd name="connsiteX15" fmla="*/ 197644 w 390525"/>
              <a:gd name="connsiteY15" fmla="*/ 462820 h 466725"/>
              <a:gd name="connsiteX16" fmla="*/ 93155 w 390525"/>
              <a:gd name="connsiteY16" fmla="*/ 302419 h 466725"/>
              <a:gd name="connsiteX17" fmla="*/ 45244 w 390525"/>
              <a:gd name="connsiteY17" fmla="*/ 302419 h 466725"/>
              <a:gd name="connsiteX18" fmla="*/ 45244 w 390525"/>
              <a:gd name="connsiteY18" fmla="*/ 464344 h 466725"/>
              <a:gd name="connsiteX19" fmla="*/ 7144 w 390525"/>
              <a:gd name="connsiteY19" fmla="*/ 464344 h 466725"/>
              <a:gd name="connsiteX20" fmla="*/ 7144 w 390525"/>
              <a:gd name="connsiteY20" fmla="*/ 264319 h 466725"/>
              <a:gd name="connsiteX21" fmla="*/ 113729 w 390525"/>
              <a:gd name="connsiteY21" fmla="*/ 264319 h 466725"/>
              <a:gd name="connsiteX22" fmla="*/ 197644 w 390525"/>
              <a:gd name="connsiteY22" fmla="*/ 393097 h 466725"/>
              <a:gd name="connsiteX23" fmla="*/ 281559 w 390525"/>
              <a:gd name="connsiteY23" fmla="*/ 264319 h 466725"/>
              <a:gd name="connsiteX24" fmla="*/ 388144 w 390525"/>
              <a:gd name="connsiteY24" fmla="*/ 26431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0525" h="466725">
                <a:moveTo>
                  <a:pt x="197644" y="273844"/>
                </a:moveTo>
                <a:cubicBezTo>
                  <a:pt x="271176" y="273844"/>
                  <a:pt x="330994" y="214027"/>
                  <a:pt x="330994" y="140494"/>
                </a:cubicBezTo>
                <a:cubicBezTo>
                  <a:pt x="330994" y="66961"/>
                  <a:pt x="271176" y="7144"/>
                  <a:pt x="197644" y="7144"/>
                </a:cubicBezTo>
                <a:cubicBezTo>
                  <a:pt x="124111" y="7144"/>
                  <a:pt x="64294" y="66961"/>
                  <a:pt x="64294" y="140494"/>
                </a:cubicBezTo>
                <a:cubicBezTo>
                  <a:pt x="64294" y="214027"/>
                  <a:pt x="124111" y="273844"/>
                  <a:pt x="197644" y="273844"/>
                </a:cubicBezTo>
                <a:close/>
                <a:moveTo>
                  <a:pt x="197644" y="45244"/>
                </a:moveTo>
                <a:cubicBezTo>
                  <a:pt x="250127" y="45244"/>
                  <a:pt x="292894" y="88011"/>
                  <a:pt x="292894" y="140494"/>
                </a:cubicBezTo>
                <a:cubicBezTo>
                  <a:pt x="292894" y="192977"/>
                  <a:pt x="250127" y="235744"/>
                  <a:pt x="197644" y="235744"/>
                </a:cubicBezTo>
                <a:cubicBezTo>
                  <a:pt x="145161" y="235744"/>
                  <a:pt x="102394" y="192977"/>
                  <a:pt x="102394" y="140494"/>
                </a:cubicBezTo>
                <a:cubicBezTo>
                  <a:pt x="102394" y="88011"/>
                  <a:pt x="145161" y="45244"/>
                  <a:pt x="197644" y="45244"/>
                </a:cubicBezTo>
                <a:close/>
                <a:moveTo>
                  <a:pt x="388144" y="264319"/>
                </a:moveTo>
                <a:lnTo>
                  <a:pt x="388144" y="464344"/>
                </a:lnTo>
                <a:lnTo>
                  <a:pt x="350044" y="464344"/>
                </a:lnTo>
                <a:lnTo>
                  <a:pt x="350044" y="302419"/>
                </a:lnTo>
                <a:lnTo>
                  <a:pt x="302133" y="302419"/>
                </a:lnTo>
                <a:lnTo>
                  <a:pt x="197644" y="462820"/>
                </a:lnTo>
                <a:lnTo>
                  <a:pt x="93155" y="302419"/>
                </a:lnTo>
                <a:lnTo>
                  <a:pt x="45244" y="302419"/>
                </a:lnTo>
                <a:lnTo>
                  <a:pt x="45244" y="464344"/>
                </a:lnTo>
                <a:lnTo>
                  <a:pt x="7144" y="464344"/>
                </a:lnTo>
                <a:lnTo>
                  <a:pt x="7144" y="264319"/>
                </a:lnTo>
                <a:lnTo>
                  <a:pt x="113729" y="264319"/>
                </a:lnTo>
                <a:lnTo>
                  <a:pt x="197644" y="393097"/>
                </a:lnTo>
                <a:lnTo>
                  <a:pt x="281559" y="264319"/>
                </a:lnTo>
                <a:lnTo>
                  <a:pt x="388144" y="264319"/>
                </a:lnTo>
                <a:close/>
              </a:path>
            </a:pathLst>
          </a:custGeom>
          <a:solidFill>
            <a:schemeClr val="tx2"/>
          </a:solidFill>
          <a:ln w="9525" cap="flat">
            <a:noFill/>
            <a:prstDash val="solid"/>
            <a:miter/>
          </a:ln>
        </p:spPr>
        <p:txBody>
          <a:bodyPr rtlCol="0" anchor="ctr"/>
          <a:lstStyle/>
          <a:p>
            <a:endParaRPr lang="en-US"/>
          </a:p>
        </p:txBody>
      </p:sp>
      <p:sp>
        <p:nvSpPr>
          <p:cNvPr id="19" name="TextBox 6">
            <a:extLst>
              <a:ext uri="{FF2B5EF4-FFF2-40B4-BE49-F238E27FC236}">
                <a16:creationId xmlns:a16="http://schemas.microsoft.com/office/drawing/2014/main" id="{E73139FD-E41D-D445-A066-C59010C21B91}"/>
              </a:ext>
            </a:extLst>
          </p:cNvPr>
          <p:cNvSpPr txBox="1"/>
          <p:nvPr/>
        </p:nvSpPr>
        <p:spPr>
          <a:xfrm>
            <a:off x="7057706" y="4695590"/>
            <a:ext cx="699230" cy="215444"/>
          </a:xfrm>
          <a:prstGeom prst="rect">
            <a:avLst/>
          </a:prstGeom>
          <a:noFill/>
        </p:spPr>
        <p:txBody>
          <a:bodyPr wrap="none" lIns="0" rIns="0" rtlCol="0" anchor="ctr" anchorCtr="0">
            <a:noAutofit/>
          </a:bodyPr>
          <a:lstStyle/>
          <a:p>
            <a:pPr algn="ctr"/>
            <a:r>
              <a:rPr lang="en-US" sz="800"/>
              <a:t>Suit person</a:t>
            </a:r>
          </a:p>
        </p:txBody>
      </p:sp>
      <p:sp>
        <p:nvSpPr>
          <p:cNvPr id="21" name="Freeform: Shape 9">
            <a:extLst>
              <a:ext uri="{FF2B5EF4-FFF2-40B4-BE49-F238E27FC236}">
                <a16:creationId xmlns:a16="http://schemas.microsoft.com/office/drawing/2014/main" id="{03C6BE99-4CCD-4146-8731-60F50157F751}"/>
              </a:ext>
            </a:extLst>
          </p:cNvPr>
          <p:cNvSpPr>
            <a:spLocks noChangeAspect="1"/>
          </p:cNvSpPr>
          <p:nvPr/>
        </p:nvSpPr>
        <p:spPr>
          <a:xfrm>
            <a:off x="5294392" y="2328356"/>
            <a:ext cx="685800" cy="428625"/>
          </a:xfrm>
          <a:custGeom>
            <a:avLst/>
            <a:gdLst>
              <a:gd name="connsiteX0" fmla="*/ 624173 w 685800"/>
              <a:gd name="connsiteY0" fmla="*/ 169069 h 428625"/>
              <a:gd name="connsiteX1" fmla="*/ 664369 w 685800"/>
              <a:gd name="connsiteY1" fmla="*/ 95250 h 428625"/>
              <a:gd name="connsiteX2" fmla="*/ 576263 w 685800"/>
              <a:gd name="connsiteY2" fmla="*/ 7144 h 428625"/>
              <a:gd name="connsiteX3" fmla="*/ 488156 w 685800"/>
              <a:gd name="connsiteY3" fmla="*/ 95250 h 428625"/>
              <a:gd name="connsiteX4" fmla="*/ 528352 w 685800"/>
              <a:gd name="connsiteY4" fmla="*/ 169069 h 428625"/>
              <a:gd name="connsiteX5" fmla="*/ 488632 w 685800"/>
              <a:gd name="connsiteY5" fmla="*/ 169069 h 428625"/>
              <a:gd name="connsiteX6" fmla="*/ 423863 w 685800"/>
              <a:gd name="connsiteY6" fmla="*/ 140494 h 428625"/>
              <a:gd name="connsiteX7" fmla="*/ 359092 w 685800"/>
              <a:gd name="connsiteY7" fmla="*/ 169069 h 428625"/>
              <a:gd name="connsiteX8" fmla="*/ 319373 w 685800"/>
              <a:gd name="connsiteY8" fmla="*/ 169069 h 428625"/>
              <a:gd name="connsiteX9" fmla="*/ 359569 w 685800"/>
              <a:gd name="connsiteY9" fmla="*/ 95250 h 428625"/>
              <a:gd name="connsiteX10" fmla="*/ 271463 w 685800"/>
              <a:gd name="connsiteY10" fmla="*/ 7144 h 428625"/>
              <a:gd name="connsiteX11" fmla="*/ 183356 w 685800"/>
              <a:gd name="connsiteY11" fmla="*/ 95250 h 428625"/>
              <a:gd name="connsiteX12" fmla="*/ 223552 w 685800"/>
              <a:gd name="connsiteY12" fmla="*/ 169069 h 428625"/>
              <a:gd name="connsiteX13" fmla="*/ 183832 w 685800"/>
              <a:gd name="connsiteY13" fmla="*/ 169069 h 428625"/>
              <a:gd name="connsiteX14" fmla="*/ 119063 w 685800"/>
              <a:gd name="connsiteY14" fmla="*/ 140494 h 428625"/>
              <a:gd name="connsiteX15" fmla="*/ 30956 w 685800"/>
              <a:gd name="connsiteY15" fmla="*/ 228600 h 428625"/>
              <a:gd name="connsiteX16" fmla="*/ 71152 w 685800"/>
              <a:gd name="connsiteY16" fmla="*/ 302419 h 428625"/>
              <a:gd name="connsiteX17" fmla="*/ 7144 w 685800"/>
              <a:gd name="connsiteY17" fmla="*/ 302419 h 428625"/>
              <a:gd name="connsiteX18" fmla="*/ 7144 w 685800"/>
              <a:gd name="connsiteY18" fmla="*/ 423863 h 428625"/>
              <a:gd name="connsiteX19" fmla="*/ 40481 w 685800"/>
              <a:gd name="connsiteY19" fmla="*/ 423863 h 428625"/>
              <a:gd name="connsiteX20" fmla="*/ 40481 w 685800"/>
              <a:gd name="connsiteY20" fmla="*/ 335756 h 428625"/>
              <a:gd name="connsiteX21" fmla="*/ 197644 w 685800"/>
              <a:gd name="connsiteY21" fmla="*/ 335756 h 428625"/>
              <a:gd name="connsiteX22" fmla="*/ 197644 w 685800"/>
              <a:gd name="connsiteY22" fmla="*/ 423863 h 428625"/>
              <a:gd name="connsiteX23" fmla="*/ 230981 w 685800"/>
              <a:gd name="connsiteY23" fmla="*/ 423863 h 428625"/>
              <a:gd name="connsiteX24" fmla="*/ 230981 w 685800"/>
              <a:gd name="connsiteY24" fmla="*/ 302419 h 428625"/>
              <a:gd name="connsiteX25" fmla="*/ 166973 w 685800"/>
              <a:gd name="connsiteY25" fmla="*/ 302419 h 428625"/>
              <a:gd name="connsiteX26" fmla="*/ 207169 w 685800"/>
              <a:gd name="connsiteY26" fmla="*/ 228600 h 428625"/>
              <a:gd name="connsiteX27" fmla="*/ 203168 w 685800"/>
              <a:gd name="connsiteY27" fmla="*/ 202406 h 428625"/>
              <a:gd name="connsiteX28" fmla="*/ 339661 w 685800"/>
              <a:gd name="connsiteY28" fmla="*/ 202406 h 428625"/>
              <a:gd name="connsiteX29" fmla="*/ 335661 w 685800"/>
              <a:gd name="connsiteY29" fmla="*/ 228600 h 428625"/>
              <a:gd name="connsiteX30" fmla="*/ 375856 w 685800"/>
              <a:gd name="connsiteY30" fmla="*/ 302419 h 428625"/>
              <a:gd name="connsiteX31" fmla="*/ 311848 w 685800"/>
              <a:gd name="connsiteY31" fmla="*/ 302419 h 428625"/>
              <a:gd name="connsiteX32" fmla="*/ 311848 w 685800"/>
              <a:gd name="connsiteY32" fmla="*/ 423863 h 428625"/>
              <a:gd name="connsiteX33" fmla="*/ 345186 w 685800"/>
              <a:gd name="connsiteY33" fmla="*/ 423863 h 428625"/>
              <a:gd name="connsiteX34" fmla="*/ 345186 w 685800"/>
              <a:gd name="connsiteY34" fmla="*/ 335756 h 428625"/>
              <a:gd name="connsiteX35" fmla="*/ 502348 w 685800"/>
              <a:gd name="connsiteY35" fmla="*/ 335756 h 428625"/>
              <a:gd name="connsiteX36" fmla="*/ 502348 w 685800"/>
              <a:gd name="connsiteY36" fmla="*/ 423863 h 428625"/>
              <a:gd name="connsiteX37" fmla="*/ 535686 w 685800"/>
              <a:gd name="connsiteY37" fmla="*/ 423863 h 428625"/>
              <a:gd name="connsiteX38" fmla="*/ 535686 w 685800"/>
              <a:gd name="connsiteY38" fmla="*/ 302419 h 428625"/>
              <a:gd name="connsiteX39" fmla="*/ 471678 w 685800"/>
              <a:gd name="connsiteY39" fmla="*/ 302419 h 428625"/>
              <a:gd name="connsiteX40" fmla="*/ 511873 w 685800"/>
              <a:gd name="connsiteY40" fmla="*/ 228600 h 428625"/>
              <a:gd name="connsiteX41" fmla="*/ 507873 w 685800"/>
              <a:gd name="connsiteY41" fmla="*/ 202406 h 428625"/>
              <a:gd name="connsiteX42" fmla="*/ 654748 w 685800"/>
              <a:gd name="connsiteY42" fmla="*/ 202406 h 428625"/>
              <a:gd name="connsiteX43" fmla="*/ 654748 w 685800"/>
              <a:gd name="connsiteY43" fmla="*/ 366713 h 428625"/>
              <a:gd name="connsiteX44" fmla="*/ 688086 w 685800"/>
              <a:gd name="connsiteY44" fmla="*/ 366713 h 428625"/>
              <a:gd name="connsiteX45" fmla="*/ 688086 w 685800"/>
              <a:gd name="connsiteY45" fmla="*/ 169069 h 428625"/>
              <a:gd name="connsiteX46" fmla="*/ 624173 w 685800"/>
              <a:gd name="connsiteY46" fmla="*/ 169069 h 428625"/>
              <a:gd name="connsiteX47" fmla="*/ 576263 w 685800"/>
              <a:gd name="connsiteY47" fmla="*/ 40481 h 428625"/>
              <a:gd name="connsiteX48" fmla="*/ 631031 w 685800"/>
              <a:gd name="connsiteY48" fmla="*/ 95250 h 428625"/>
              <a:gd name="connsiteX49" fmla="*/ 576263 w 685800"/>
              <a:gd name="connsiteY49" fmla="*/ 150019 h 428625"/>
              <a:gd name="connsiteX50" fmla="*/ 521494 w 685800"/>
              <a:gd name="connsiteY50" fmla="*/ 95250 h 428625"/>
              <a:gd name="connsiteX51" fmla="*/ 576263 w 685800"/>
              <a:gd name="connsiteY51" fmla="*/ 40481 h 428625"/>
              <a:gd name="connsiteX52" fmla="*/ 271463 w 685800"/>
              <a:gd name="connsiteY52" fmla="*/ 40481 h 428625"/>
              <a:gd name="connsiteX53" fmla="*/ 326231 w 685800"/>
              <a:gd name="connsiteY53" fmla="*/ 95250 h 428625"/>
              <a:gd name="connsiteX54" fmla="*/ 271463 w 685800"/>
              <a:gd name="connsiteY54" fmla="*/ 150019 h 428625"/>
              <a:gd name="connsiteX55" fmla="*/ 216694 w 685800"/>
              <a:gd name="connsiteY55" fmla="*/ 95250 h 428625"/>
              <a:gd name="connsiteX56" fmla="*/ 271463 w 685800"/>
              <a:gd name="connsiteY56" fmla="*/ 40481 h 428625"/>
              <a:gd name="connsiteX57" fmla="*/ 119063 w 685800"/>
              <a:gd name="connsiteY57" fmla="*/ 283369 h 428625"/>
              <a:gd name="connsiteX58" fmla="*/ 64294 w 685800"/>
              <a:gd name="connsiteY58" fmla="*/ 228600 h 428625"/>
              <a:gd name="connsiteX59" fmla="*/ 119063 w 685800"/>
              <a:gd name="connsiteY59" fmla="*/ 173831 h 428625"/>
              <a:gd name="connsiteX60" fmla="*/ 173831 w 685800"/>
              <a:gd name="connsiteY60" fmla="*/ 228600 h 428625"/>
              <a:gd name="connsiteX61" fmla="*/ 119063 w 685800"/>
              <a:gd name="connsiteY61" fmla="*/ 283369 h 428625"/>
              <a:gd name="connsiteX62" fmla="*/ 423863 w 685800"/>
              <a:gd name="connsiteY62" fmla="*/ 283369 h 428625"/>
              <a:gd name="connsiteX63" fmla="*/ 369094 w 685800"/>
              <a:gd name="connsiteY63" fmla="*/ 228600 h 428625"/>
              <a:gd name="connsiteX64" fmla="*/ 423863 w 685800"/>
              <a:gd name="connsiteY64" fmla="*/ 173831 h 428625"/>
              <a:gd name="connsiteX65" fmla="*/ 478631 w 685800"/>
              <a:gd name="connsiteY65" fmla="*/ 228600 h 428625"/>
              <a:gd name="connsiteX66" fmla="*/ 423863 w 685800"/>
              <a:gd name="connsiteY66" fmla="*/ 283369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85800" h="428625">
                <a:moveTo>
                  <a:pt x="624173" y="169069"/>
                </a:moveTo>
                <a:cubicBezTo>
                  <a:pt x="648272" y="153353"/>
                  <a:pt x="664369" y="126111"/>
                  <a:pt x="664369" y="95250"/>
                </a:cubicBezTo>
                <a:cubicBezTo>
                  <a:pt x="664369" y="46672"/>
                  <a:pt x="624840" y="7144"/>
                  <a:pt x="576263" y="7144"/>
                </a:cubicBezTo>
                <a:cubicBezTo>
                  <a:pt x="527685" y="7144"/>
                  <a:pt x="488156" y="46672"/>
                  <a:pt x="488156" y="95250"/>
                </a:cubicBezTo>
                <a:cubicBezTo>
                  <a:pt x="488156" y="126111"/>
                  <a:pt x="504158" y="153353"/>
                  <a:pt x="528352" y="169069"/>
                </a:cubicBezTo>
                <a:lnTo>
                  <a:pt x="488632" y="169069"/>
                </a:lnTo>
                <a:cubicBezTo>
                  <a:pt x="472535" y="151543"/>
                  <a:pt x="449484" y="140494"/>
                  <a:pt x="423863" y="140494"/>
                </a:cubicBezTo>
                <a:cubicBezTo>
                  <a:pt x="398240" y="140494"/>
                  <a:pt x="375190" y="151543"/>
                  <a:pt x="359092" y="169069"/>
                </a:cubicBezTo>
                <a:lnTo>
                  <a:pt x="319373" y="169069"/>
                </a:lnTo>
                <a:cubicBezTo>
                  <a:pt x="343471" y="153353"/>
                  <a:pt x="359569" y="126111"/>
                  <a:pt x="359569" y="95250"/>
                </a:cubicBezTo>
                <a:cubicBezTo>
                  <a:pt x="359569" y="46672"/>
                  <a:pt x="320040" y="7144"/>
                  <a:pt x="271463" y="7144"/>
                </a:cubicBezTo>
                <a:cubicBezTo>
                  <a:pt x="222885" y="7144"/>
                  <a:pt x="183356" y="46672"/>
                  <a:pt x="183356" y="95250"/>
                </a:cubicBezTo>
                <a:cubicBezTo>
                  <a:pt x="183356" y="126111"/>
                  <a:pt x="199358" y="153353"/>
                  <a:pt x="223552" y="169069"/>
                </a:cubicBezTo>
                <a:lnTo>
                  <a:pt x="183832" y="169069"/>
                </a:lnTo>
                <a:cubicBezTo>
                  <a:pt x="167735" y="151543"/>
                  <a:pt x="144684" y="140494"/>
                  <a:pt x="119063" y="140494"/>
                </a:cubicBezTo>
                <a:cubicBezTo>
                  <a:pt x="70485" y="140494"/>
                  <a:pt x="30956" y="180023"/>
                  <a:pt x="30956" y="228600"/>
                </a:cubicBezTo>
                <a:cubicBezTo>
                  <a:pt x="30956" y="259461"/>
                  <a:pt x="46958" y="286703"/>
                  <a:pt x="71152" y="302419"/>
                </a:cubicBezTo>
                <a:lnTo>
                  <a:pt x="7144" y="302419"/>
                </a:lnTo>
                <a:lnTo>
                  <a:pt x="7144" y="423863"/>
                </a:lnTo>
                <a:lnTo>
                  <a:pt x="40481" y="423863"/>
                </a:lnTo>
                <a:lnTo>
                  <a:pt x="40481" y="335756"/>
                </a:lnTo>
                <a:lnTo>
                  <a:pt x="197644" y="335756"/>
                </a:lnTo>
                <a:lnTo>
                  <a:pt x="197644" y="423863"/>
                </a:lnTo>
                <a:lnTo>
                  <a:pt x="230981" y="423863"/>
                </a:lnTo>
                <a:lnTo>
                  <a:pt x="230981" y="302419"/>
                </a:lnTo>
                <a:lnTo>
                  <a:pt x="166973" y="302419"/>
                </a:lnTo>
                <a:cubicBezTo>
                  <a:pt x="191071" y="286703"/>
                  <a:pt x="207169" y="259461"/>
                  <a:pt x="207169" y="228600"/>
                </a:cubicBezTo>
                <a:cubicBezTo>
                  <a:pt x="207169" y="219456"/>
                  <a:pt x="205740" y="210693"/>
                  <a:pt x="203168" y="202406"/>
                </a:cubicBezTo>
                <a:lnTo>
                  <a:pt x="339661" y="202406"/>
                </a:lnTo>
                <a:cubicBezTo>
                  <a:pt x="337090" y="210693"/>
                  <a:pt x="335661" y="219456"/>
                  <a:pt x="335661" y="228600"/>
                </a:cubicBezTo>
                <a:cubicBezTo>
                  <a:pt x="335661" y="259461"/>
                  <a:pt x="351663" y="286703"/>
                  <a:pt x="375856" y="302419"/>
                </a:cubicBezTo>
                <a:lnTo>
                  <a:pt x="311848" y="302419"/>
                </a:lnTo>
                <a:lnTo>
                  <a:pt x="311848" y="423863"/>
                </a:lnTo>
                <a:lnTo>
                  <a:pt x="345186" y="423863"/>
                </a:lnTo>
                <a:lnTo>
                  <a:pt x="345186" y="335756"/>
                </a:lnTo>
                <a:lnTo>
                  <a:pt x="502348" y="335756"/>
                </a:lnTo>
                <a:lnTo>
                  <a:pt x="502348" y="423863"/>
                </a:lnTo>
                <a:lnTo>
                  <a:pt x="535686" y="423863"/>
                </a:lnTo>
                <a:lnTo>
                  <a:pt x="535686" y="302419"/>
                </a:lnTo>
                <a:lnTo>
                  <a:pt x="471678" y="302419"/>
                </a:lnTo>
                <a:cubicBezTo>
                  <a:pt x="495776" y="286703"/>
                  <a:pt x="511873" y="259461"/>
                  <a:pt x="511873" y="228600"/>
                </a:cubicBezTo>
                <a:cubicBezTo>
                  <a:pt x="511873" y="219456"/>
                  <a:pt x="510445" y="210693"/>
                  <a:pt x="507873" y="202406"/>
                </a:cubicBezTo>
                <a:lnTo>
                  <a:pt x="654748" y="202406"/>
                </a:lnTo>
                <a:lnTo>
                  <a:pt x="654748" y="366713"/>
                </a:lnTo>
                <a:lnTo>
                  <a:pt x="688086" y="366713"/>
                </a:lnTo>
                <a:lnTo>
                  <a:pt x="688086" y="169069"/>
                </a:lnTo>
                <a:lnTo>
                  <a:pt x="624173" y="169069"/>
                </a:lnTo>
                <a:close/>
                <a:moveTo>
                  <a:pt x="576263" y="40481"/>
                </a:moveTo>
                <a:cubicBezTo>
                  <a:pt x="606457" y="40481"/>
                  <a:pt x="631031" y="65056"/>
                  <a:pt x="631031" y="95250"/>
                </a:cubicBezTo>
                <a:cubicBezTo>
                  <a:pt x="631031" y="125444"/>
                  <a:pt x="606457" y="150019"/>
                  <a:pt x="576263" y="150019"/>
                </a:cubicBezTo>
                <a:cubicBezTo>
                  <a:pt x="546068" y="150019"/>
                  <a:pt x="521494" y="125444"/>
                  <a:pt x="521494" y="95250"/>
                </a:cubicBezTo>
                <a:cubicBezTo>
                  <a:pt x="521494" y="65056"/>
                  <a:pt x="546068" y="40481"/>
                  <a:pt x="576263" y="40481"/>
                </a:cubicBezTo>
                <a:close/>
                <a:moveTo>
                  <a:pt x="271463" y="40481"/>
                </a:moveTo>
                <a:cubicBezTo>
                  <a:pt x="301657" y="40481"/>
                  <a:pt x="326231" y="65056"/>
                  <a:pt x="326231" y="95250"/>
                </a:cubicBezTo>
                <a:cubicBezTo>
                  <a:pt x="326231" y="125444"/>
                  <a:pt x="301657" y="150019"/>
                  <a:pt x="271463" y="150019"/>
                </a:cubicBezTo>
                <a:cubicBezTo>
                  <a:pt x="241268" y="150019"/>
                  <a:pt x="216694" y="125444"/>
                  <a:pt x="216694" y="95250"/>
                </a:cubicBezTo>
                <a:cubicBezTo>
                  <a:pt x="216694" y="65056"/>
                  <a:pt x="241268" y="40481"/>
                  <a:pt x="271463" y="40481"/>
                </a:cubicBezTo>
                <a:close/>
                <a:moveTo>
                  <a:pt x="119063" y="283369"/>
                </a:moveTo>
                <a:cubicBezTo>
                  <a:pt x="88868" y="283369"/>
                  <a:pt x="64294" y="258794"/>
                  <a:pt x="64294" y="228600"/>
                </a:cubicBezTo>
                <a:cubicBezTo>
                  <a:pt x="64294" y="198406"/>
                  <a:pt x="88868" y="173831"/>
                  <a:pt x="119063" y="173831"/>
                </a:cubicBezTo>
                <a:cubicBezTo>
                  <a:pt x="149257" y="173831"/>
                  <a:pt x="173831" y="198406"/>
                  <a:pt x="173831" y="228600"/>
                </a:cubicBezTo>
                <a:cubicBezTo>
                  <a:pt x="173831" y="258794"/>
                  <a:pt x="149257" y="283369"/>
                  <a:pt x="119063" y="283369"/>
                </a:cubicBezTo>
                <a:close/>
                <a:moveTo>
                  <a:pt x="423863" y="283369"/>
                </a:moveTo>
                <a:cubicBezTo>
                  <a:pt x="393668" y="283369"/>
                  <a:pt x="369094" y="258794"/>
                  <a:pt x="369094" y="228600"/>
                </a:cubicBezTo>
                <a:cubicBezTo>
                  <a:pt x="369094" y="198406"/>
                  <a:pt x="393668" y="173831"/>
                  <a:pt x="423863" y="173831"/>
                </a:cubicBezTo>
                <a:cubicBezTo>
                  <a:pt x="454057" y="173831"/>
                  <a:pt x="478631" y="198406"/>
                  <a:pt x="478631" y="228600"/>
                </a:cubicBezTo>
                <a:cubicBezTo>
                  <a:pt x="478631" y="258794"/>
                  <a:pt x="454057" y="283369"/>
                  <a:pt x="423863" y="283369"/>
                </a:cubicBezTo>
                <a:close/>
              </a:path>
            </a:pathLst>
          </a:custGeom>
          <a:solidFill>
            <a:schemeClr val="tx2"/>
          </a:solidFill>
          <a:ln w="9525" cap="flat">
            <a:noFill/>
            <a:prstDash val="solid"/>
            <a:miter/>
          </a:ln>
        </p:spPr>
        <p:txBody>
          <a:bodyPr rtlCol="0" anchor="ctr"/>
          <a:lstStyle/>
          <a:p>
            <a:endParaRPr lang="en-US"/>
          </a:p>
        </p:txBody>
      </p:sp>
      <p:sp>
        <p:nvSpPr>
          <p:cNvPr id="22" name="TextBox 7">
            <a:extLst>
              <a:ext uri="{FF2B5EF4-FFF2-40B4-BE49-F238E27FC236}">
                <a16:creationId xmlns:a16="http://schemas.microsoft.com/office/drawing/2014/main" id="{DB15A8B3-4032-7143-B867-01C65AAD0923}"/>
              </a:ext>
            </a:extLst>
          </p:cNvPr>
          <p:cNvSpPr txBox="1"/>
          <p:nvPr/>
        </p:nvSpPr>
        <p:spPr>
          <a:xfrm>
            <a:off x="5310119" y="2832126"/>
            <a:ext cx="654346" cy="215444"/>
          </a:xfrm>
          <a:prstGeom prst="rect">
            <a:avLst/>
          </a:prstGeom>
          <a:noFill/>
        </p:spPr>
        <p:txBody>
          <a:bodyPr wrap="none" lIns="0" rIns="0" rtlCol="0" anchor="ctr" anchorCtr="0">
            <a:noAutofit/>
          </a:bodyPr>
          <a:lstStyle/>
          <a:p>
            <a:pPr algn="ctr"/>
            <a:r>
              <a:rPr lang="en-US" sz="800"/>
              <a:t>People 04</a:t>
            </a:r>
          </a:p>
        </p:txBody>
      </p:sp>
      <p:sp>
        <p:nvSpPr>
          <p:cNvPr id="24" name="Freeform: Shape 10">
            <a:extLst>
              <a:ext uri="{FF2B5EF4-FFF2-40B4-BE49-F238E27FC236}">
                <a16:creationId xmlns:a16="http://schemas.microsoft.com/office/drawing/2014/main" id="{50626535-6DE4-B446-B241-45E6D3E68C3B}"/>
              </a:ext>
            </a:extLst>
          </p:cNvPr>
          <p:cNvSpPr>
            <a:spLocks noChangeAspect="1"/>
          </p:cNvSpPr>
          <p:nvPr/>
        </p:nvSpPr>
        <p:spPr>
          <a:xfrm>
            <a:off x="2673392" y="2309306"/>
            <a:ext cx="390525" cy="466725"/>
          </a:xfrm>
          <a:custGeom>
            <a:avLst/>
            <a:gdLst>
              <a:gd name="connsiteX0" fmla="*/ 279273 w 390525"/>
              <a:gd name="connsiteY0" fmla="*/ 245745 h 466725"/>
              <a:gd name="connsiteX1" fmla="*/ 330994 w 390525"/>
              <a:gd name="connsiteY1" fmla="*/ 140494 h 466725"/>
              <a:gd name="connsiteX2" fmla="*/ 197644 w 390525"/>
              <a:gd name="connsiteY2" fmla="*/ 7144 h 466725"/>
              <a:gd name="connsiteX3" fmla="*/ 64294 w 390525"/>
              <a:gd name="connsiteY3" fmla="*/ 140494 h 466725"/>
              <a:gd name="connsiteX4" fmla="*/ 116015 w 390525"/>
              <a:gd name="connsiteY4" fmla="*/ 245745 h 466725"/>
              <a:gd name="connsiteX5" fmla="*/ 7144 w 390525"/>
              <a:gd name="connsiteY5" fmla="*/ 245745 h 466725"/>
              <a:gd name="connsiteX6" fmla="*/ 7144 w 390525"/>
              <a:gd name="connsiteY6" fmla="*/ 464344 h 466725"/>
              <a:gd name="connsiteX7" fmla="*/ 45244 w 390525"/>
              <a:gd name="connsiteY7" fmla="*/ 464344 h 466725"/>
              <a:gd name="connsiteX8" fmla="*/ 45244 w 390525"/>
              <a:gd name="connsiteY8" fmla="*/ 283845 h 466725"/>
              <a:gd name="connsiteX9" fmla="*/ 350044 w 390525"/>
              <a:gd name="connsiteY9" fmla="*/ 283845 h 466725"/>
              <a:gd name="connsiteX10" fmla="*/ 350044 w 390525"/>
              <a:gd name="connsiteY10" fmla="*/ 464344 h 466725"/>
              <a:gd name="connsiteX11" fmla="*/ 388144 w 390525"/>
              <a:gd name="connsiteY11" fmla="*/ 464344 h 466725"/>
              <a:gd name="connsiteX12" fmla="*/ 388144 w 390525"/>
              <a:gd name="connsiteY12" fmla="*/ 245745 h 466725"/>
              <a:gd name="connsiteX13" fmla="*/ 279273 w 390525"/>
              <a:gd name="connsiteY13" fmla="*/ 245745 h 466725"/>
              <a:gd name="connsiteX14" fmla="*/ 102394 w 390525"/>
              <a:gd name="connsiteY14" fmla="*/ 140494 h 466725"/>
              <a:gd name="connsiteX15" fmla="*/ 197644 w 390525"/>
              <a:gd name="connsiteY15" fmla="*/ 45244 h 466725"/>
              <a:gd name="connsiteX16" fmla="*/ 292894 w 390525"/>
              <a:gd name="connsiteY16" fmla="*/ 140494 h 466725"/>
              <a:gd name="connsiteX17" fmla="*/ 197644 w 390525"/>
              <a:gd name="connsiteY17" fmla="*/ 235744 h 466725"/>
              <a:gd name="connsiteX18" fmla="*/ 102394 w 390525"/>
              <a:gd name="connsiteY18" fmla="*/ 140494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0525" h="466725">
                <a:moveTo>
                  <a:pt x="279273" y="245745"/>
                </a:moveTo>
                <a:cubicBezTo>
                  <a:pt x="310610" y="221361"/>
                  <a:pt x="330994" y="183261"/>
                  <a:pt x="330994" y="140494"/>
                </a:cubicBezTo>
                <a:cubicBezTo>
                  <a:pt x="330994" y="66961"/>
                  <a:pt x="271177" y="7144"/>
                  <a:pt x="197644" y="7144"/>
                </a:cubicBezTo>
                <a:cubicBezTo>
                  <a:pt x="124111" y="7144"/>
                  <a:pt x="64294" y="66961"/>
                  <a:pt x="64294" y="140494"/>
                </a:cubicBezTo>
                <a:cubicBezTo>
                  <a:pt x="64294" y="183261"/>
                  <a:pt x="84677" y="221361"/>
                  <a:pt x="116015" y="245745"/>
                </a:cubicBezTo>
                <a:lnTo>
                  <a:pt x="7144" y="245745"/>
                </a:lnTo>
                <a:lnTo>
                  <a:pt x="7144" y="464344"/>
                </a:lnTo>
                <a:lnTo>
                  <a:pt x="45244" y="464344"/>
                </a:lnTo>
                <a:lnTo>
                  <a:pt x="45244" y="283845"/>
                </a:lnTo>
                <a:lnTo>
                  <a:pt x="350044" y="283845"/>
                </a:lnTo>
                <a:lnTo>
                  <a:pt x="350044" y="464344"/>
                </a:lnTo>
                <a:lnTo>
                  <a:pt x="388144" y="464344"/>
                </a:lnTo>
                <a:lnTo>
                  <a:pt x="388144" y="245745"/>
                </a:lnTo>
                <a:lnTo>
                  <a:pt x="279273" y="245745"/>
                </a:lnTo>
                <a:close/>
                <a:moveTo>
                  <a:pt x="102394" y="140494"/>
                </a:moveTo>
                <a:cubicBezTo>
                  <a:pt x="102394" y="88011"/>
                  <a:pt x="145161" y="45244"/>
                  <a:pt x="197644" y="45244"/>
                </a:cubicBezTo>
                <a:cubicBezTo>
                  <a:pt x="250127" y="45244"/>
                  <a:pt x="292894" y="88011"/>
                  <a:pt x="292894" y="140494"/>
                </a:cubicBezTo>
                <a:cubicBezTo>
                  <a:pt x="292894" y="192977"/>
                  <a:pt x="250127" y="235744"/>
                  <a:pt x="197644" y="235744"/>
                </a:cubicBezTo>
                <a:cubicBezTo>
                  <a:pt x="145161" y="235744"/>
                  <a:pt x="102394" y="192977"/>
                  <a:pt x="102394" y="140494"/>
                </a:cubicBezTo>
                <a:close/>
              </a:path>
            </a:pathLst>
          </a:custGeom>
          <a:solidFill>
            <a:schemeClr val="tx2"/>
          </a:solidFill>
          <a:ln w="9525" cap="flat">
            <a:noFill/>
            <a:prstDash val="solid"/>
            <a:miter/>
          </a:ln>
        </p:spPr>
        <p:txBody>
          <a:bodyPr rtlCol="0" anchor="ctr"/>
          <a:lstStyle/>
          <a:p>
            <a:endParaRPr lang="en-US"/>
          </a:p>
        </p:txBody>
      </p:sp>
      <p:sp>
        <p:nvSpPr>
          <p:cNvPr id="25" name="TextBox 8">
            <a:extLst>
              <a:ext uri="{FF2B5EF4-FFF2-40B4-BE49-F238E27FC236}">
                <a16:creationId xmlns:a16="http://schemas.microsoft.com/office/drawing/2014/main" id="{D6E26594-4D5B-3945-858C-C754B7A9D1CD}"/>
              </a:ext>
            </a:extLst>
          </p:cNvPr>
          <p:cNvSpPr txBox="1"/>
          <p:nvPr/>
        </p:nvSpPr>
        <p:spPr>
          <a:xfrm>
            <a:off x="2553503" y="2832126"/>
            <a:ext cx="630302" cy="215444"/>
          </a:xfrm>
          <a:prstGeom prst="rect">
            <a:avLst/>
          </a:prstGeom>
          <a:noFill/>
        </p:spPr>
        <p:txBody>
          <a:bodyPr wrap="none" lIns="0" rIns="0" rtlCol="0" anchor="ctr" anchorCtr="0">
            <a:noAutofit/>
          </a:bodyPr>
          <a:lstStyle/>
          <a:p>
            <a:pPr algn="ctr"/>
            <a:r>
              <a:rPr lang="en-US" sz="800"/>
              <a:t>People 01</a:t>
            </a:r>
          </a:p>
        </p:txBody>
      </p:sp>
      <p:sp>
        <p:nvSpPr>
          <p:cNvPr id="27" name="Freeform: Shape 196">
            <a:extLst>
              <a:ext uri="{FF2B5EF4-FFF2-40B4-BE49-F238E27FC236}">
                <a16:creationId xmlns:a16="http://schemas.microsoft.com/office/drawing/2014/main" id="{96D20A98-6883-A74C-917C-E6C06EC6B3D7}"/>
              </a:ext>
            </a:extLst>
          </p:cNvPr>
          <p:cNvSpPr>
            <a:spLocks noChangeAspect="1"/>
          </p:cNvSpPr>
          <p:nvPr/>
        </p:nvSpPr>
        <p:spPr>
          <a:xfrm>
            <a:off x="9829186" y="3239245"/>
            <a:ext cx="542925" cy="485775"/>
          </a:xfrm>
          <a:custGeom>
            <a:avLst/>
            <a:gdLst>
              <a:gd name="connsiteX0" fmla="*/ 502444 w 542925"/>
              <a:gd name="connsiteY0" fmla="*/ 45244 h 485775"/>
              <a:gd name="connsiteX1" fmla="*/ 502444 w 542925"/>
              <a:gd name="connsiteY1" fmla="*/ 83344 h 485775"/>
              <a:gd name="connsiteX2" fmla="*/ 502444 w 542925"/>
              <a:gd name="connsiteY2" fmla="*/ 311944 h 485775"/>
              <a:gd name="connsiteX3" fmla="*/ 502444 w 542925"/>
              <a:gd name="connsiteY3" fmla="*/ 350044 h 485775"/>
              <a:gd name="connsiteX4" fmla="*/ 464344 w 542925"/>
              <a:gd name="connsiteY4" fmla="*/ 350044 h 485775"/>
              <a:gd name="connsiteX5" fmla="*/ 235744 w 542925"/>
              <a:gd name="connsiteY5" fmla="*/ 350044 h 485775"/>
              <a:gd name="connsiteX6" fmla="*/ 221933 w 542925"/>
              <a:gd name="connsiteY6" fmla="*/ 350044 h 485775"/>
              <a:gd name="connsiteX7" fmla="*/ 211360 w 542925"/>
              <a:gd name="connsiteY7" fmla="*/ 358902 h 485775"/>
              <a:gd name="connsiteX8" fmla="*/ 159544 w 542925"/>
              <a:gd name="connsiteY8" fmla="*/ 402050 h 485775"/>
              <a:gd name="connsiteX9" fmla="*/ 159544 w 542925"/>
              <a:gd name="connsiteY9" fmla="*/ 388144 h 485775"/>
              <a:gd name="connsiteX10" fmla="*/ 159544 w 542925"/>
              <a:gd name="connsiteY10" fmla="*/ 350044 h 485775"/>
              <a:gd name="connsiteX11" fmla="*/ 121444 w 542925"/>
              <a:gd name="connsiteY11" fmla="*/ 350044 h 485775"/>
              <a:gd name="connsiteX12" fmla="*/ 83344 w 542925"/>
              <a:gd name="connsiteY12" fmla="*/ 350044 h 485775"/>
              <a:gd name="connsiteX13" fmla="*/ 45244 w 542925"/>
              <a:gd name="connsiteY13" fmla="*/ 350044 h 485775"/>
              <a:gd name="connsiteX14" fmla="*/ 45244 w 542925"/>
              <a:gd name="connsiteY14" fmla="*/ 311944 h 485775"/>
              <a:gd name="connsiteX15" fmla="*/ 45244 w 542925"/>
              <a:gd name="connsiteY15" fmla="*/ 83344 h 485775"/>
              <a:gd name="connsiteX16" fmla="*/ 45244 w 542925"/>
              <a:gd name="connsiteY16" fmla="*/ 45244 h 485775"/>
              <a:gd name="connsiteX17" fmla="*/ 83344 w 542925"/>
              <a:gd name="connsiteY17" fmla="*/ 45244 h 485775"/>
              <a:gd name="connsiteX18" fmla="*/ 464344 w 542925"/>
              <a:gd name="connsiteY18" fmla="*/ 45244 h 485775"/>
              <a:gd name="connsiteX19" fmla="*/ 502444 w 542925"/>
              <a:gd name="connsiteY19" fmla="*/ 45244 h 485775"/>
              <a:gd name="connsiteX20" fmla="*/ 540544 w 542925"/>
              <a:gd name="connsiteY20" fmla="*/ 7144 h 485775"/>
              <a:gd name="connsiteX21" fmla="*/ 464344 w 542925"/>
              <a:gd name="connsiteY21" fmla="*/ 7144 h 485775"/>
              <a:gd name="connsiteX22" fmla="*/ 83344 w 542925"/>
              <a:gd name="connsiteY22" fmla="*/ 7144 h 485775"/>
              <a:gd name="connsiteX23" fmla="*/ 7144 w 542925"/>
              <a:gd name="connsiteY23" fmla="*/ 7144 h 485775"/>
              <a:gd name="connsiteX24" fmla="*/ 7144 w 542925"/>
              <a:gd name="connsiteY24" fmla="*/ 83344 h 485775"/>
              <a:gd name="connsiteX25" fmla="*/ 7144 w 542925"/>
              <a:gd name="connsiteY25" fmla="*/ 311944 h 485775"/>
              <a:gd name="connsiteX26" fmla="*/ 7144 w 542925"/>
              <a:gd name="connsiteY26" fmla="*/ 388144 h 485775"/>
              <a:gd name="connsiteX27" fmla="*/ 83344 w 542925"/>
              <a:gd name="connsiteY27" fmla="*/ 388144 h 485775"/>
              <a:gd name="connsiteX28" fmla="*/ 121444 w 542925"/>
              <a:gd name="connsiteY28" fmla="*/ 388144 h 485775"/>
              <a:gd name="connsiteX29" fmla="*/ 121444 w 542925"/>
              <a:gd name="connsiteY29" fmla="*/ 483394 h 485775"/>
              <a:gd name="connsiteX30" fmla="*/ 235744 w 542925"/>
              <a:gd name="connsiteY30" fmla="*/ 388144 h 485775"/>
              <a:gd name="connsiteX31" fmla="*/ 464344 w 542925"/>
              <a:gd name="connsiteY31" fmla="*/ 388144 h 485775"/>
              <a:gd name="connsiteX32" fmla="*/ 540544 w 542925"/>
              <a:gd name="connsiteY32" fmla="*/ 388144 h 485775"/>
              <a:gd name="connsiteX33" fmla="*/ 540544 w 542925"/>
              <a:gd name="connsiteY33" fmla="*/ 311944 h 485775"/>
              <a:gd name="connsiteX34" fmla="*/ 540544 w 542925"/>
              <a:gd name="connsiteY34" fmla="*/ 83344 h 485775"/>
              <a:gd name="connsiteX35" fmla="*/ 540544 w 542925"/>
              <a:gd name="connsiteY35" fmla="*/ 7144 h 485775"/>
              <a:gd name="connsiteX36" fmla="*/ 540544 w 542925"/>
              <a:gd name="connsiteY36" fmla="*/ 714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42925" h="485775">
                <a:moveTo>
                  <a:pt x="502444" y="45244"/>
                </a:moveTo>
                <a:lnTo>
                  <a:pt x="502444" y="83344"/>
                </a:lnTo>
                <a:lnTo>
                  <a:pt x="502444" y="311944"/>
                </a:lnTo>
                <a:lnTo>
                  <a:pt x="502444" y="350044"/>
                </a:lnTo>
                <a:lnTo>
                  <a:pt x="464344" y="350044"/>
                </a:lnTo>
                <a:lnTo>
                  <a:pt x="235744" y="350044"/>
                </a:lnTo>
                <a:lnTo>
                  <a:pt x="221933" y="350044"/>
                </a:lnTo>
                <a:lnTo>
                  <a:pt x="211360" y="358902"/>
                </a:lnTo>
                <a:lnTo>
                  <a:pt x="159544" y="402050"/>
                </a:lnTo>
                <a:lnTo>
                  <a:pt x="159544" y="388144"/>
                </a:lnTo>
                <a:lnTo>
                  <a:pt x="159544" y="350044"/>
                </a:lnTo>
                <a:lnTo>
                  <a:pt x="121444" y="350044"/>
                </a:lnTo>
                <a:lnTo>
                  <a:pt x="83344" y="350044"/>
                </a:lnTo>
                <a:lnTo>
                  <a:pt x="45244" y="350044"/>
                </a:lnTo>
                <a:lnTo>
                  <a:pt x="45244" y="311944"/>
                </a:lnTo>
                <a:lnTo>
                  <a:pt x="45244" y="83344"/>
                </a:lnTo>
                <a:lnTo>
                  <a:pt x="45244" y="45244"/>
                </a:lnTo>
                <a:lnTo>
                  <a:pt x="83344" y="45244"/>
                </a:lnTo>
                <a:lnTo>
                  <a:pt x="464344" y="45244"/>
                </a:lnTo>
                <a:lnTo>
                  <a:pt x="502444" y="45244"/>
                </a:lnTo>
                <a:moveTo>
                  <a:pt x="540544" y="7144"/>
                </a:moveTo>
                <a:lnTo>
                  <a:pt x="464344" y="7144"/>
                </a:lnTo>
                <a:lnTo>
                  <a:pt x="83344" y="7144"/>
                </a:lnTo>
                <a:lnTo>
                  <a:pt x="7144" y="7144"/>
                </a:lnTo>
                <a:lnTo>
                  <a:pt x="7144" y="83344"/>
                </a:lnTo>
                <a:lnTo>
                  <a:pt x="7144" y="311944"/>
                </a:lnTo>
                <a:lnTo>
                  <a:pt x="7144" y="388144"/>
                </a:lnTo>
                <a:lnTo>
                  <a:pt x="83344" y="388144"/>
                </a:lnTo>
                <a:lnTo>
                  <a:pt x="121444" y="388144"/>
                </a:lnTo>
                <a:lnTo>
                  <a:pt x="121444" y="483394"/>
                </a:lnTo>
                <a:lnTo>
                  <a:pt x="235744" y="388144"/>
                </a:lnTo>
                <a:lnTo>
                  <a:pt x="464344" y="388144"/>
                </a:lnTo>
                <a:lnTo>
                  <a:pt x="540544" y="388144"/>
                </a:lnTo>
                <a:lnTo>
                  <a:pt x="540544" y="311944"/>
                </a:lnTo>
                <a:lnTo>
                  <a:pt x="540544" y="83344"/>
                </a:lnTo>
                <a:lnTo>
                  <a:pt x="540544" y="7144"/>
                </a:lnTo>
                <a:lnTo>
                  <a:pt x="540544" y="7144"/>
                </a:lnTo>
                <a:close/>
              </a:path>
            </a:pathLst>
          </a:custGeom>
          <a:solidFill>
            <a:schemeClr val="tx2"/>
          </a:solidFill>
          <a:ln w="9525" cap="flat">
            <a:noFill/>
            <a:prstDash val="solid"/>
            <a:miter/>
          </a:ln>
        </p:spPr>
        <p:txBody>
          <a:bodyPr rtlCol="0" anchor="ctr"/>
          <a:lstStyle/>
          <a:p>
            <a:endParaRPr lang="en-US"/>
          </a:p>
        </p:txBody>
      </p:sp>
      <p:sp>
        <p:nvSpPr>
          <p:cNvPr id="28" name="TextBox 9">
            <a:extLst>
              <a:ext uri="{FF2B5EF4-FFF2-40B4-BE49-F238E27FC236}">
                <a16:creationId xmlns:a16="http://schemas.microsoft.com/office/drawing/2014/main" id="{C8FD8698-A07E-4C4A-8EBA-F1268586E7AE}"/>
              </a:ext>
            </a:extLst>
          </p:cNvPr>
          <p:cNvSpPr txBox="1"/>
          <p:nvPr/>
        </p:nvSpPr>
        <p:spPr>
          <a:xfrm>
            <a:off x="9784697" y="3779422"/>
            <a:ext cx="631904" cy="338554"/>
          </a:xfrm>
          <a:prstGeom prst="rect">
            <a:avLst/>
          </a:prstGeom>
          <a:noFill/>
        </p:spPr>
        <p:txBody>
          <a:bodyPr wrap="none" lIns="0" rIns="0" rtlCol="0" anchor="ctr" anchorCtr="0">
            <a:noAutofit/>
          </a:bodyPr>
          <a:lstStyle/>
          <a:p>
            <a:pPr algn="ctr"/>
            <a:r>
              <a:rPr lang="en-US" sz="800"/>
              <a:t>Speech </a:t>
            </a:r>
            <a:br>
              <a:rPr lang="en-US" sz="800"/>
            </a:br>
            <a:r>
              <a:rPr lang="en-US" sz="800"/>
              <a:t>bubble 01</a:t>
            </a:r>
          </a:p>
        </p:txBody>
      </p:sp>
      <p:sp>
        <p:nvSpPr>
          <p:cNvPr id="30" name="Freeform: Shape 197">
            <a:extLst>
              <a:ext uri="{FF2B5EF4-FFF2-40B4-BE49-F238E27FC236}">
                <a16:creationId xmlns:a16="http://schemas.microsoft.com/office/drawing/2014/main" id="{291F83A8-847D-C540-8CFE-B876E8691B3F}"/>
              </a:ext>
            </a:extLst>
          </p:cNvPr>
          <p:cNvSpPr>
            <a:spLocks noChangeAspect="1"/>
          </p:cNvSpPr>
          <p:nvPr/>
        </p:nvSpPr>
        <p:spPr>
          <a:xfrm>
            <a:off x="10736343" y="3244007"/>
            <a:ext cx="542925" cy="476250"/>
          </a:xfrm>
          <a:custGeom>
            <a:avLst/>
            <a:gdLst>
              <a:gd name="connsiteX0" fmla="*/ 502443 w 542925"/>
              <a:gd name="connsiteY0" fmla="*/ 7144 h 476250"/>
              <a:gd name="connsiteX1" fmla="*/ 254793 w 542925"/>
              <a:gd name="connsiteY1" fmla="*/ 7144 h 476250"/>
              <a:gd name="connsiteX2" fmla="*/ 178594 w 542925"/>
              <a:gd name="connsiteY2" fmla="*/ 7144 h 476250"/>
              <a:gd name="connsiteX3" fmla="*/ 178594 w 542925"/>
              <a:gd name="connsiteY3" fmla="*/ 64294 h 476250"/>
              <a:gd name="connsiteX4" fmla="*/ 178594 w 542925"/>
              <a:gd name="connsiteY4" fmla="*/ 130969 h 476250"/>
              <a:gd name="connsiteX5" fmla="*/ 45244 w 542925"/>
              <a:gd name="connsiteY5" fmla="*/ 130969 h 476250"/>
              <a:gd name="connsiteX6" fmla="*/ 7144 w 542925"/>
              <a:gd name="connsiteY6" fmla="*/ 130969 h 476250"/>
              <a:gd name="connsiteX7" fmla="*/ 7144 w 542925"/>
              <a:gd name="connsiteY7" fmla="*/ 188119 h 476250"/>
              <a:gd name="connsiteX8" fmla="*/ 7144 w 542925"/>
              <a:gd name="connsiteY8" fmla="*/ 321469 h 476250"/>
              <a:gd name="connsiteX9" fmla="*/ 7144 w 542925"/>
              <a:gd name="connsiteY9" fmla="*/ 397669 h 476250"/>
              <a:gd name="connsiteX10" fmla="*/ 45244 w 542925"/>
              <a:gd name="connsiteY10" fmla="*/ 397669 h 476250"/>
              <a:gd name="connsiteX11" fmla="*/ 73819 w 542925"/>
              <a:gd name="connsiteY11" fmla="*/ 397669 h 476250"/>
              <a:gd name="connsiteX12" fmla="*/ 73819 w 542925"/>
              <a:gd name="connsiteY12" fmla="*/ 473869 h 476250"/>
              <a:gd name="connsiteX13" fmla="*/ 159544 w 542925"/>
              <a:gd name="connsiteY13" fmla="*/ 397669 h 476250"/>
              <a:gd name="connsiteX14" fmla="*/ 292893 w 542925"/>
              <a:gd name="connsiteY14" fmla="*/ 397669 h 476250"/>
              <a:gd name="connsiteX15" fmla="*/ 369093 w 542925"/>
              <a:gd name="connsiteY15" fmla="*/ 397669 h 476250"/>
              <a:gd name="connsiteX16" fmla="*/ 369093 w 542925"/>
              <a:gd name="connsiteY16" fmla="*/ 321469 h 476250"/>
              <a:gd name="connsiteX17" fmla="*/ 369093 w 542925"/>
              <a:gd name="connsiteY17" fmla="*/ 273844 h 476250"/>
              <a:gd name="connsiteX18" fmla="*/ 388143 w 542925"/>
              <a:gd name="connsiteY18" fmla="*/ 273844 h 476250"/>
              <a:gd name="connsiteX19" fmla="*/ 473868 w 542925"/>
              <a:gd name="connsiteY19" fmla="*/ 350044 h 476250"/>
              <a:gd name="connsiteX20" fmla="*/ 473868 w 542925"/>
              <a:gd name="connsiteY20" fmla="*/ 273844 h 476250"/>
              <a:gd name="connsiteX21" fmla="*/ 502443 w 542925"/>
              <a:gd name="connsiteY21" fmla="*/ 273844 h 476250"/>
              <a:gd name="connsiteX22" fmla="*/ 540543 w 542925"/>
              <a:gd name="connsiteY22" fmla="*/ 273844 h 476250"/>
              <a:gd name="connsiteX23" fmla="*/ 540543 w 542925"/>
              <a:gd name="connsiteY23" fmla="*/ 197644 h 476250"/>
              <a:gd name="connsiteX24" fmla="*/ 540543 w 542925"/>
              <a:gd name="connsiteY24" fmla="*/ 64294 h 476250"/>
              <a:gd name="connsiteX25" fmla="*/ 540543 w 542925"/>
              <a:gd name="connsiteY25" fmla="*/ 7144 h 476250"/>
              <a:gd name="connsiteX26" fmla="*/ 502443 w 542925"/>
              <a:gd name="connsiteY26" fmla="*/ 7144 h 476250"/>
              <a:gd name="connsiteX27" fmla="*/ 330993 w 542925"/>
              <a:gd name="connsiteY27" fmla="*/ 321469 h 476250"/>
              <a:gd name="connsiteX28" fmla="*/ 330993 w 542925"/>
              <a:gd name="connsiteY28" fmla="*/ 359569 h 476250"/>
              <a:gd name="connsiteX29" fmla="*/ 292893 w 542925"/>
              <a:gd name="connsiteY29" fmla="*/ 359569 h 476250"/>
              <a:gd name="connsiteX30" fmla="*/ 159544 w 542925"/>
              <a:gd name="connsiteY30" fmla="*/ 359569 h 476250"/>
              <a:gd name="connsiteX31" fmla="*/ 145066 w 542925"/>
              <a:gd name="connsiteY31" fmla="*/ 359569 h 476250"/>
              <a:gd name="connsiteX32" fmla="*/ 134207 w 542925"/>
              <a:gd name="connsiteY32" fmla="*/ 369189 h 476250"/>
              <a:gd name="connsiteX33" fmla="*/ 111919 w 542925"/>
              <a:gd name="connsiteY33" fmla="*/ 389001 h 476250"/>
              <a:gd name="connsiteX34" fmla="*/ 111919 w 542925"/>
              <a:gd name="connsiteY34" fmla="*/ 359569 h 476250"/>
              <a:gd name="connsiteX35" fmla="*/ 73819 w 542925"/>
              <a:gd name="connsiteY35" fmla="*/ 359569 h 476250"/>
              <a:gd name="connsiteX36" fmla="*/ 45244 w 542925"/>
              <a:gd name="connsiteY36" fmla="*/ 359569 h 476250"/>
              <a:gd name="connsiteX37" fmla="*/ 45244 w 542925"/>
              <a:gd name="connsiteY37" fmla="*/ 321469 h 476250"/>
              <a:gd name="connsiteX38" fmla="*/ 45244 w 542925"/>
              <a:gd name="connsiteY38" fmla="*/ 188119 h 476250"/>
              <a:gd name="connsiteX39" fmla="*/ 45244 w 542925"/>
              <a:gd name="connsiteY39" fmla="*/ 169069 h 476250"/>
              <a:gd name="connsiteX40" fmla="*/ 178594 w 542925"/>
              <a:gd name="connsiteY40" fmla="*/ 169069 h 476250"/>
              <a:gd name="connsiteX41" fmla="*/ 216693 w 542925"/>
              <a:gd name="connsiteY41" fmla="*/ 169069 h 476250"/>
              <a:gd name="connsiteX42" fmla="*/ 292893 w 542925"/>
              <a:gd name="connsiteY42" fmla="*/ 169069 h 476250"/>
              <a:gd name="connsiteX43" fmla="*/ 330993 w 542925"/>
              <a:gd name="connsiteY43" fmla="*/ 169069 h 476250"/>
              <a:gd name="connsiteX44" fmla="*/ 330993 w 542925"/>
              <a:gd name="connsiteY44" fmla="*/ 188119 h 476250"/>
              <a:gd name="connsiteX45" fmla="*/ 330993 w 542925"/>
              <a:gd name="connsiteY45" fmla="*/ 235744 h 476250"/>
              <a:gd name="connsiteX46" fmla="*/ 330993 w 542925"/>
              <a:gd name="connsiteY46" fmla="*/ 273844 h 476250"/>
              <a:gd name="connsiteX47" fmla="*/ 330993 w 542925"/>
              <a:gd name="connsiteY47" fmla="*/ 321469 h 476250"/>
              <a:gd name="connsiteX48" fmla="*/ 502443 w 542925"/>
              <a:gd name="connsiteY48" fmla="*/ 64294 h 476250"/>
              <a:gd name="connsiteX49" fmla="*/ 502443 w 542925"/>
              <a:gd name="connsiteY49" fmla="*/ 197644 h 476250"/>
              <a:gd name="connsiteX50" fmla="*/ 502443 w 542925"/>
              <a:gd name="connsiteY50" fmla="*/ 235744 h 476250"/>
              <a:gd name="connsiteX51" fmla="*/ 473868 w 542925"/>
              <a:gd name="connsiteY51" fmla="*/ 235744 h 476250"/>
              <a:gd name="connsiteX52" fmla="*/ 435768 w 542925"/>
              <a:gd name="connsiteY52" fmla="*/ 235744 h 476250"/>
              <a:gd name="connsiteX53" fmla="*/ 435768 w 542925"/>
              <a:gd name="connsiteY53" fmla="*/ 265176 h 476250"/>
              <a:gd name="connsiteX54" fmla="*/ 413480 w 542925"/>
              <a:gd name="connsiteY54" fmla="*/ 245364 h 476250"/>
              <a:gd name="connsiteX55" fmla="*/ 402622 w 542925"/>
              <a:gd name="connsiteY55" fmla="*/ 235744 h 476250"/>
              <a:gd name="connsiteX56" fmla="*/ 388143 w 542925"/>
              <a:gd name="connsiteY56" fmla="*/ 235744 h 476250"/>
              <a:gd name="connsiteX57" fmla="*/ 369093 w 542925"/>
              <a:gd name="connsiteY57" fmla="*/ 235744 h 476250"/>
              <a:gd name="connsiteX58" fmla="*/ 369093 w 542925"/>
              <a:gd name="connsiteY58" fmla="*/ 188119 h 476250"/>
              <a:gd name="connsiteX59" fmla="*/ 369093 w 542925"/>
              <a:gd name="connsiteY59" fmla="*/ 130969 h 476250"/>
              <a:gd name="connsiteX60" fmla="*/ 292893 w 542925"/>
              <a:gd name="connsiteY60" fmla="*/ 130969 h 476250"/>
              <a:gd name="connsiteX61" fmla="*/ 216693 w 542925"/>
              <a:gd name="connsiteY61" fmla="*/ 130969 h 476250"/>
              <a:gd name="connsiteX62" fmla="*/ 216693 w 542925"/>
              <a:gd name="connsiteY62" fmla="*/ 64294 h 476250"/>
              <a:gd name="connsiteX63" fmla="*/ 216693 w 542925"/>
              <a:gd name="connsiteY63" fmla="*/ 45244 h 476250"/>
              <a:gd name="connsiteX64" fmla="*/ 254793 w 542925"/>
              <a:gd name="connsiteY64" fmla="*/ 45244 h 476250"/>
              <a:gd name="connsiteX65" fmla="*/ 502443 w 542925"/>
              <a:gd name="connsiteY65" fmla="*/ 45244 h 476250"/>
              <a:gd name="connsiteX66" fmla="*/ 502443 w 542925"/>
              <a:gd name="connsiteY66" fmla="*/ 6429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42925" h="476250">
                <a:moveTo>
                  <a:pt x="502443" y="7144"/>
                </a:moveTo>
                <a:lnTo>
                  <a:pt x="254793" y="7144"/>
                </a:lnTo>
                <a:lnTo>
                  <a:pt x="178594" y="7144"/>
                </a:lnTo>
                <a:lnTo>
                  <a:pt x="178594" y="64294"/>
                </a:lnTo>
                <a:lnTo>
                  <a:pt x="178594" y="130969"/>
                </a:lnTo>
                <a:lnTo>
                  <a:pt x="45244" y="130969"/>
                </a:lnTo>
                <a:lnTo>
                  <a:pt x="7144" y="130969"/>
                </a:lnTo>
                <a:lnTo>
                  <a:pt x="7144" y="188119"/>
                </a:lnTo>
                <a:lnTo>
                  <a:pt x="7144" y="321469"/>
                </a:lnTo>
                <a:lnTo>
                  <a:pt x="7144" y="397669"/>
                </a:lnTo>
                <a:lnTo>
                  <a:pt x="45244" y="397669"/>
                </a:lnTo>
                <a:lnTo>
                  <a:pt x="73819" y="397669"/>
                </a:lnTo>
                <a:lnTo>
                  <a:pt x="73819" y="473869"/>
                </a:lnTo>
                <a:lnTo>
                  <a:pt x="159544" y="397669"/>
                </a:lnTo>
                <a:lnTo>
                  <a:pt x="292893" y="397669"/>
                </a:lnTo>
                <a:lnTo>
                  <a:pt x="369093" y="397669"/>
                </a:lnTo>
                <a:lnTo>
                  <a:pt x="369093" y="321469"/>
                </a:lnTo>
                <a:lnTo>
                  <a:pt x="369093" y="273844"/>
                </a:lnTo>
                <a:lnTo>
                  <a:pt x="388143" y="273844"/>
                </a:lnTo>
                <a:lnTo>
                  <a:pt x="473868" y="350044"/>
                </a:lnTo>
                <a:lnTo>
                  <a:pt x="473868" y="273844"/>
                </a:lnTo>
                <a:lnTo>
                  <a:pt x="502443" y="273844"/>
                </a:lnTo>
                <a:lnTo>
                  <a:pt x="540543" y="273844"/>
                </a:lnTo>
                <a:lnTo>
                  <a:pt x="540543" y="197644"/>
                </a:lnTo>
                <a:lnTo>
                  <a:pt x="540543" y="64294"/>
                </a:lnTo>
                <a:lnTo>
                  <a:pt x="540543" y="7144"/>
                </a:lnTo>
                <a:lnTo>
                  <a:pt x="502443" y="7144"/>
                </a:lnTo>
                <a:close/>
                <a:moveTo>
                  <a:pt x="330993" y="321469"/>
                </a:moveTo>
                <a:lnTo>
                  <a:pt x="330993" y="359569"/>
                </a:lnTo>
                <a:lnTo>
                  <a:pt x="292893" y="359569"/>
                </a:lnTo>
                <a:lnTo>
                  <a:pt x="159544" y="359569"/>
                </a:lnTo>
                <a:lnTo>
                  <a:pt x="145066" y="359569"/>
                </a:lnTo>
                <a:lnTo>
                  <a:pt x="134207" y="369189"/>
                </a:lnTo>
                <a:lnTo>
                  <a:pt x="111919" y="389001"/>
                </a:lnTo>
                <a:lnTo>
                  <a:pt x="111919" y="359569"/>
                </a:lnTo>
                <a:lnTo>
                  <a:pt x="73819" y="359569"/>
                </a:lnTo>
                <a:lnTo>
                  <a:pt x="45244" y="359569"/>
                </a:lnTo>
                <a:lnTo>
                  <a:pt x="45244" y="321469"/>
                </a:lnTo>
                <a:lnTo>
                  <a:pt x="45244" y="188119"/>
                </a:lnTo>
                <a:lnTo>
                  <a:pt x="45244" y="169069"/>
                </a:lnTo>
                <a:lnTo>
                  <a:pt x="178594" y="169069"/>
                </a:lnTo>
                <a:lnTo>
                  <a:pt x="216693" y="169069"/>
                </a:lnTo>
                <a:lnTo>
                  <a:pt x="292893" y="169069"/>
                </a:lnTo>
                <a:lnTo>
                  <a:pt x="330993" y="169069"/>
                </a:lnTo>
                <a:lnTo>
                  <a:pt x="330993" y="188119"/>
                </a:lnTo>
                <a:lnTo>
                  <a:pt x="330993" y="235744"/>
                </a:lnTo>
                <a:lnTo>
                  <a:pt x="330993" y="273844"/>
                </a:lnTo>
                <a:lnTo>
                  <a:pt x="330993" y="321469"/>
                </a:lnTo>
                <a:close/>
                <a:moveTo>
                  <a:pt x="502443" y="64294"/>
                </a:moveTo>
                <a:lnTo>
                  <a:pt x="502443" y="197644"/>
                </a:lnTo>
                <a:lnTo>
                  <a:pt x="502443" y="235744"/>
                </a:lnTo>
                <a:lnTo>
                  <a:pt x="473868" y="235744"/>
                </a:lnTo>
                <a:lnTo>
                  <a:pt x="435768" y="235744"/>
                </a:lnTo>
                <a:lnTo>
                  <a:pt x="435768" y="265176"/>
                </a:lnTo>
                <a:lnTo>
                  <a:pt x="413480" y="245364"/>
                </a:lnTo>
                <a:lnTo>
                  <a:pt x="402622" y="235744"/>
                </a:lnTo>
                <a:lnTo>
                  <a:pt x="388143" y="235744"/>
                </a:lnTo>
                <a:lnTo>
                  <a:pt x="369093" y="235744"/>
                </a:lnTo>
                <a:lnTo>
                  <a:pt x="369093" y="188119"/>
                </a:lnTo>
                <a:lnTo>
                  <a:pt x="369093" y="130969"/>
                </a:lnTo>
                <a:lnTo>
                  <a:pt x="292893" y="130969"/>
                </a:lnTo>
                <a:lnTo>
                  <a:pt x="216693" y="130969"/>
                </a:lnTo>
                <a:lnTo>
                  <a:pt x="216693" y="64294"/>
                </a:lnTo>
                <a:lnTo>
                  <a:pt x="216693" y="45244"/>
                </a:lnTo>
                <a:lnTo>
                  <a:pt x="254793" y="45244"/>
                </a:lnTo>
                <a:lnTo>
                  <a:pt x="502443" y="45244"/>
                </a:lnTo>
                <a:lnTo>
                  <a:pt x="502443" y="64294"/>
                </a:lnTo>
                <a:close/>
              </a:path>
            </a:pathLst>
          </a:custGeom>
          <a:solidFill>
            <a:schemeClr val="tx2"/>
          </a:solidFill>
          <a:ln w="9525" cap="flat">
            <a:noFill/>
            <a:prstDash val="solid"/>
            <a:miter/>
          </a:ln>
        </p:spPr>
        <p:txBody>
          <a:bodyPr rtlCol="0" anchor="ctr"/>
          <a:lstStyle/>
          <a:p>
            <a:endParaRPr lang="en-US"/>
          </a:p>
        </p:txBody>
      </p:sp>
      <p:sp>
        <p:nvSpPr>
          <p:cNvPr id="31" name="TextBox 10">
            <a:extLst>
              <a:ext uri="{FF2B5EF4-FFF2-40B4-BE49-F238E27FC236}">
                <a16:creationId xmlns:a16="http://schemas.microsoft.com/office/drawing/2014/main" id="{2AB5A33A-5B78-014B-A06B-D45CC381A0D9}"/>
              </a:ext>
            </a:extLst>
          </p:cNvPr>
          <p:cNvSpPr txBox="1"/>
          <p:nvPr/>
        </p:nvSpPr>
        <p:spPr>
          <a:xfrm>
            <a:off x="10682236" y="3779422"/>
            <a:ext cx="651140" cy="338554"/>
          </a:xfrm>
          <a:prstGeom prst="rect">
            <a:avLst/>
          </a:prstGeom>
          <a:noFill/>
        </p:spPr>
        <p:txBody>
          <a:bodyPr wrap="none" lIns="0" rIns="0" rtlCol="0" anchor="ctr" anchorCtr="0">
            <a:noAutofit/>
          </a:bodyPr>
          <a:lstStyle/>
          <a:p>
            <a:pPr algn="ctr"/>
            <a:r>
              <a:rPr lang="en-US" sz="800"/>
              <a:t>Speech</a:t>
            </a:r>
            <a:br>
              <a:rPr lang="en-US" sz="800"/>
            </a:br>
            <a:r>
              <a:rPr lang="en-US" sz="800"/>
              <a:t>bubble 02</a:t>
            </a:r>
          </a:p>
        </p:txBody>
      </p:sp>
      <p:sp>
        <p:nvSpPr>
          <p:cNvPr id="33" name="Freeform: Shape 13">
            <a:extLst>
              <a:ext uri="{FF2B5EF4-FFF2-40B4-BE49-F238E27FC236}">
                <a16:creationId xmlns:a16="http://schemas.microsoft.com/office/drawing/2014/main" id="{245EFD58-A063-D84D-A24E-DB8D2942F098}"/>
              </a:ext>
            </a:extLst>
          </p:cNvPr>
          <p:cNvSpPr>
            <a:spLocks noChangeAspect="1"/>
          </p:cNvSpPr>
          <p:nvPr/>
        </p:nvSpPr>
        <p:spPr>
          <a:xfrm>
            <a:off x="8876548" y="2290256"/>
            <a:ext cx="638175" cy="504825"/>
          </a:xfrm>
          <a:custGeom>
            <a:avLst/>
            <a:gdLst>
              <a:gd name="connsiteX0" fmla="*/ 267557 w 638175"/>
              <a:gd name="connsiteY0" fmla="*/ 113348 h 504825"/>
              <a:gd name="connsiteX1" fmla="*/ 240601 w 638175"/>
              <a:gd name="connsiteY1" fmla="*/ 86392 h 504825"/>
              <a:gd name="connsiteX2" fmla="*/ 319849 w 638175"/>
              <a:gd name="connsiteY2" fmla="*/ 7144 h 504825"/>
              <a:gd name="connsiteX3" fmla="*/ 399097 w 638175"/>
              <a:gd name="connsiteY3" fmla="*/ 86392 h 504825"/>
              <a:gd name="connsiteX4" fmla="*/ 372142 w 638175"/>
              <a:gd name="connsiteY4" fmla="*/ 113348 h 504825"/>
              <a:gd name="connsiteX5" fmla="*/ 338899 w 638175"/>
              <a:gd name="connsiteY5" fmla="*/ 80105 h 504825"/>
              <a:gd name="connsiteX6" fmla="*/ 338899 w 638175"/>
              <a:gd name="connsiteY6" fmla="*/ 196025 h 504825"/>
              <a:gd name="connsiteX7" fmla="*/ 300799 w 638175"/>
              <a:gd name="connsiteY7" fmla="*/ 196025 h 504825"/>
              <a:gd name="connsiteX8" fmla="*/ 300799 w 638175"/>
              <a:gd name="connsiteY8" fmla="*/ 80105 h 504825"/>
              <a:gd name="connsiteX9" fmla="*/ 267557 w 638175"/>
              <a:gd name="connsiteY9" fmla="*/ 113348 h 504825"/>
              <a:gd name="connsiteX10" fmla="*/ 138874 w 638175"/>
              <a:gd name="connsiteY10" fmla="*/ 165830 h 504825"/>
              <a:gd name="connsiteX11" fmla="*/ 218789 w 638175"/>
              <a:gd name="connsiteY11" fmla="*/ 245745 h 504825"/>
              <a:gd name="connsiteX12" fmla="*/ 245745 w 638175"/>
              <a:gd name="connsiteY12" fmla="*/ 218789 h 504825"/>
              <a:gd name="connsiteX13" fmla="*/ 165830 w 638175"/>
              <a:gd name="connsiteY13" fmla="*/ 138875 h 504825"/>
              <a:gd name="connsiteX14" fmla="*/ 215074 w 638175"/>
              <a:gd name="connsiteY14" fmla="*/ 138875 h 504825"/>
              <a:gd name="connsiteX15" fmla="*/ 215074 w 638175"/>
              <a:gd name="connsiteY15" fmla="*/ 100775 h 504825"/>
              <a:gd name="connsiteX16" fmla="*/ 100774 w 638175"/>
              <a:gd name="connsiteY16" fmla="*/ 100775 h 504825"/>
              <a:gd name="connsiteX17" fmla="*/ 100774 w 638175"/>
              <a:gd name="connsiteY17" fmla="*/ 215075 h 504825"/>
              <a:gd name="connsiteX18" fmla="*/ 138874 w 638175"/>
              <a:gd name="connsiteY18" fmla="*/ 215075 h 504825"/>
              <a:gd name="connsiteX19" fmla="*/ 138874 w 638175"/>
              <a:gd name="connsiteY19" fmla="*/ 165830 h 504825"/>
              <a:gd name="connsiteX20" fmla="*/ 196024 w 638175"/>
              <a:gd name="connsiteY20" fmla="*/ 338900 h 504825"/>
              <a:gd name="connsiteX21" fmla="*/ 196024 w 638175"/>
              <a:gd name="connsiteY21" fmla="*/ 300800 h 504825"/>
              <a:gd name="connsiteX22" fmla="*/ 80105 w 638175"/>
              <a:gd name="connsiteY22" fmla="*/ 300800 h 504825"/>
              <a:gd name="connsiteX23" fmla="*/ 113347 w 638175"/>
              <a:gd name="connsiteY23" fmla="*/ 267557 h 504825"/>
              <a:gd name="connsiteX24" fmla="*/ 86392 w 638175"/>
              <a:gd name="connsiteY24" fmla="*/ 240602 h 504825"/>
              <a:gd name="connsiteX25" fmla="*/ 7144 w 638175"/>
              <a:gd name="connsiteY25" fmla="*/ 319850 h 504825"/>
              <a:gd name="connsiteX26" fmla="*/ 86392 w 638175"/>
              <a:gd name="connsiteY26" fmla="*/ 399098 h 504825"/>
              <a:gd name="connsiteX27" fmla="*/ 113347 w 638175"/>
              <a:gd name="connsiteY27" fmla="*/ 372142 h 504825"/>
              <a:gd name="connsiteX28" fmla="*/ 80105 w 638175"/>
              <a:gd name="connsiteY28" fmla="*/ 338900 h 504825"/>
              <a:gd name="connsiteX29" fmla="*/ 196024 w 638175"/>
              <a:gd name="connsiteY29" fmla="*/ 338900 h 504825"/>
              <a:gd name="connsiteX30" fmla="*/ 393954 w 638175"/>
              <a:gd name="connsiteY30" fmla="*/ 218885 h 504825"/>
              <a:gd name="connsiteX31" fmla="*/ 420909 w 638175"/>
              <a:gd name="connsiteY31" fmla="*/ 245840 h 504825"/>
              <a:gd name="connsiteX32" fmla="*/ 500824 w 638175"/>
              <a:gd name="connsiteY32" fmla="*/ 165926 h 504825"/>
              <a:gd name="connsiteX33" fmla="*/ 500824 w 638175"/>
              <a:gd name="connsiteY33" fmla="*/ 215170 h 504825"/>
              <a:gd name="connsiteX34" fmla="*/ 538924 w 638175"/>
              <a:gd name="connsiteY34" fmla="*/ 215170 h 504825"/>
              <a:gd name="connsiteX35" fmla="*/ 538924 w 638175"/>
              <a:gd name="connsiteY35" fmla="*/ 100870 h 504825"/>
              <a:gd name="connsiteX36" fmla="*/ 424624 w 638175"/>
              <a:gd name="connsiteY36" fmla="*/ 100870 h 504825"/>
              <a:gd name="connsiteX37" fmla="*/ 424624 w 638175"/>
              <a:gd name="connsiteY37" fmla="*/ 138970 h 504825"/>
              <a:gd name="connsiteX38" fmla="*/ 473869 w 638175"/>
              <a:gd name="connsiteY38" fmla="*/ 138970 h 504825"/>
              <a:gd name="connsiteX39" fmla="*/ 393954 w 638175"/>
              <a:gd name="connsiteY39" fmla="*/ 218885 h 504825"/>
              <a:gd name="connsiteX40" fmla="*/ 553307 w 638175"/>
              <a:gd name="connsiteY40" fmla="*/ 240697 h 504825"/>
              <a:gd name="connsiteX41" fmla="*/ 526351 w 638175"/>
              <a:gd name="connsiteY41" fmla="*/ 267653 h 504825"/>
              <a:gd name="connsiteX42" fmla="*/ 559594 w 638175"/>
              <a:gd name="connsiteY42" fmla="*/ 300895 h 504825"/>
              <a:gd name="connsiteX43" fmla="*/ 443674 w 638175"/>
              <a:gd name="connsiteY43" fmla="*/ 300895 h 504825"/>
              <a:gd name="connsiteX44" fmla="*/ 443674 w 638175"/>
              <a:gd name="connsiteY44" fmla="*/ 338995 h 504825"/>
              <a:gd name="connsiteX45" fmla="*/ 559594 w 638175"/>
              <a:gd name="connsiteY45" fmla="*/ 338995 h 504825"/>
              <a:gd name="connsiteX46" fmla="*/ 526351 w 638175"/>
              <a:gd name="connsiteY46" fmla="*/ 372237 h 504825"/>
              <a:gd name="connsiteX47" fmla="*/ 553307 w 638175"/>
              <a:gd name="connsiteY47" fmla="*/ 399193 h 504825"/>
              <a:gd name="connsiteX48" fmla="*/ 632555 w 638175"/>
              <a:gd name="connsiteY48" fmla="*/ 319945 h 504825"/>
              <a:gd name="connsiteX49" fmla="*/ 553307 w 638175"/>
              <a:gd name="connsiteY49" fmla="*/ 240697 h 504825"/>
              <a:gd name="connsiteX50" fmla="*/ 373666 w 638175"/>
              <a:gd name="connsiteY50" fmla="*/ 386525 h 504825"/>
              <a:gd name="connsiteX51" fmla="*/ 453295 w 638175"/>
              <a:gd name="connsiteY51" fmla="*/ 386525 h 504825"/>
              <a:gd name="connsiteX52" fmla="*/ 453295 w 638175"/>
              <a:gd name="connsiteY52" fmla="*/ 500825 h 504825"/>
              <a:gd name="connsiteX53" fmla="*/ 415195 w 638175"/>
              <a:gd name="connsiteY53" fmla="*/ 500825 h 504825"/>
              <a:gd name="connsiteX54" fmla="*/ 415195 w 638175"/>
              <a:gd name="connsiteY54" fmla="*/ 424625 h 504825"/>
              <a:gd name="connsiteX55" fmla="*/ 224695 w 638175"/>
              <a:gd name="connsiteY55" fmla="*/ 424625 h 504825"/>
              <a:gd name="connsiteX56" fmla="*/ 224695 w 638175"/>
              <a:gd name="connsiteY56" fmla="*/ 500825 h 504825"/>
              <a:gd name="connsiteX57" fmla="*/ 186595 w 638175"/>
              <a:gd name="connsiteY57" fmla="*/ 500825 h 504825"/>
              <a:gd name="connsiteX58" fmla="*/ 186595 w 638175"/>
              <a:gd name="connsiteY58" fmla="*/ 386525 h 504825"/>
              <a:gd name="connsiteX59" fmla="*/ 266224 w 638175"/>
              <a:gd name="connsiteY59" fmla="*/ 386525 h 504825"/>
              <a:gd name="connsiteX60" fmla="*/ 234220 w 638175"/>
              <a:gd name="connsiteY60" fmla="*/ 319850 h 504825"/>
              <a:gd name="connsiteX61" fmla="*/ 319945 w 638175"/>
              <a:gd name="connsiteY61" fmla="*/ 234125 h 504825"/>
              <a:gd name="connsiteX62" fmla="*/ 405670 w 638175"/>
              <a:gd name="connsiteY62" fmla="*/ 319850 h 504825"/>
              <a:gd name="connsiteX63" fmla="*/ 373666 w 638175"/>
              <a:gd name="connsiteY63" fmla="*/ 386525 h 504825"/>
              <a:gd name="connsiteX64" fmla="*/ 272224 w 638175"/>
              <a:gd name="connsiteY64" fmla="*/ 319850 h 504825"/>
              <a:gd name="connsiteX65" fmla="*/ 319849 w 638175"/>
              <a:gd name="connsiteY65" fmla="*/ 367475 h 504825"/>
              <a:gd name="connsiteX66" fmla="*/ 367474 w 638175"/>
              <a:gd name="connsiteY66" fmla="*/ 319850 h 504825"/>
              <a:gd name="connsiteX67" fmla="*/ 319849 w 638175"/>
              <a:gd name="connsiteY67" fmla="*/ 272225 h 504825"/>
              <a:gd name="connsiteX68" fmla="*/ 272224 w 638175"/>
              <a:gd name="connsiteY68" fmla="*/ 31985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38175" h="504825">
                <a:moveTo>
                  <a:pt x="267557" y="113348"/>
                </a:moveTo>
                <a:lnTo>
                  <a:pt x="240601" y="86392"/>
                </a:lnTo>
                <a:lnTo>
                  <a:pt x="319849" y="7144"/>
                </a:lnTo>
                <a:lnTo>
                  <a:pt x="399097" y="86392"/>
                </a:lnTo>
                <a:lnTo>
                  <a:pt x="372142" y="113348"/>
                </a:lnTo>
                <a:lnTo>
                  <a:pt x="338899" y="80105"/>
                </a:lnTo>
                <a:lnTo>
                  <a:pt x="338899" y="196025"/>
                </a:lnTo>
                <a:lnTo>
                  <a:pt x="300799" y="196025"/>
                </a:lnTo>
                <a:lnTo>
                  <a:pt x="300799" y="80105"/>
                </a:lnTo>
                <a:lnTo>
                  <a:pt x="267557" y="113348"/>
                </a:lnTo>
                <a:close/>
                <a:moveTo>
                  <a:pt x="138874" y="165830"/>
                </a:moveTo>
                <a:lnTo>
                  <a:pt x="218789" y="245745"/>
                </a:lnTo>
                <a:lnTo>
                  <a:pt x="245745" y="218789"/>
                </a:lnTo>
                <a:lnTo>
                  <a:pt x="165830" y="138875"/>
                </a:lnTo>
                <a:lnTo>
                  <a:pt x="215074" y="138875"/>
                </a:lnTo>
                <a:lnTo>
                  <a:pt x="215074" y="100775"/>
                </a:lnTo>
                <a:lnTo>
                  <a:pt x="100774" y="100775"/>
                </a:lnTo>
                <a:lnTo>
                  <a:pt x="100774" y="215075"/>
                </a:lnTo>
                <a:lnTo>
                  <a:pt x="138874" y="215075"/>
                </a:lnTo>
                <a:lnTo>
                  <a:pt x="138874" y="165830"/>
                </a:lnTo>
                <a:close/>
                <a:moveTo>
                  <a:pt x="196024" y="338900"/>
                </a:moveTo>
                <a:lnTo>
                  <a:pt x="196024" y="300800"/>
                </a:lnTo>
                <a:lnTo>
                  <a:pt x="80105" y="300800"/>
                </a:lnTo>
                <a:lnTo>
                  <a:pt x="113347" y="267557"/>
                </a:lnTo>
                <a:lnTo>
                  <a:pt x="86392" y="240602"/>
                </a:lnTo>
                <a:lnTo>
                  <a:pt x="7144" y="319850"/>
                </a:lnTo>
                <a:lnTo>
                  <a:pt x="86392" y="399098"/>
                </a:lnTo>
                <a:lnTo>
                  <a:pt x="113347" y="372142"/>
                </a:lnTo>
                <a:lnTo>
                  <a:pt x="80105" y="338900"/>
                </a:lnTo>
                <a:lnTo>
                  <a:pt x="196024" y="338900"/>
                </a:lnTo>
                <a:close/>
                <a:moveTo>
                  <a:pt x="393954" y="218885"/>
                </a:moveTo>
                <a:lnTo>
                  <a:pt x="420909" y="245840"/>
                </a:lnTo>
                <a:lnTo>
                  <a:pt x="500824" y="165926"/>
                </a:lnTo>
                <a:lnTo>
                  <a:pt x="500824" y="215170"/>
                </a:lnTo>
                <a:lnTo>
                  <a:pt x="538924" y="215170"/>
                </a:lnTo>
                <a:lnTo>
                  <a:pt x="538924" y="100870"/>
                </a:lnTo>
                <a:lnTo>
                  <a:pt x="424624" y="100870"/>
                </a:lnTo>
                <a:lnTo>
                  <a:pt x="424624" y="138970"/>
                </a:lnTo>
                <a:lnTo>
                  <a:pt x="473869" y="138970"/>
                </a:lnTo>
                <a:lnTo>
                  <a:pt x="393954" y="218885"/>
                </a:lnTo>
                <a:close/>
                <a:moveTo>
                  <a:pt x="553307" y="240697"/>
                </a:moveTo>
                <a:lnTo>
                  <a:pt x="526351" y="267653"/>
                </a:lnTo>
                <a:lnTo>
                  <a:pt x="559594" y="300895"/>
                </a:lnTo>
                <a:lnTo>
                  <a:pt x="443674" y="300895"/>
                </a:lnTo>
                <a:lnTo>
                  <a:pt x="443674" y="338995"/>
                </a:lnTo>
                <a:lnTo>
                  <a:pt x="559594" y="338995"/>
                </a:lnTo>
                <a:lnTo>
                  <a:pt x="526351" y="372237"/>
                </a:lnTo>
                <a:lnTo>
                  <a:pt x="553307" y="399193"/>
                </a:lnTo>
                <a:lnTo>
                  <a:pt x="632555" y="319945"/>
                </a:lnTo>
                <a:lnTo>
                  <a:pt x="553307" y="240697"/>
                </a:lnTo>
                <a:close/>
                <a:moveTo>
                  <a:pt x="373666" y="386525"/>
                </a:moveTo>
                <a:lnTo>
                  <a:pt x="453295" y="386525"/>
                </a:lnTo>
                <a:lnTo>
                  <a:pt x="453295" y="500825"/>
                </a:lnTo>
                <a:lnTo>
                  <a:pt x="415195" y="500825"/>
                </a:lnTo>
                <a:lnTo>
                  <a:pt x="415195" y="424625"/>
                </a:lnTo>
                <a:lnTo>
                  <a:pt x="224695" y="424625"/>
                </a:lnTo>
                <a:lnTo>
                  <a:pt x="224695" y="500825"/>
                </a:lnTo>
                <a:lnTo>
                  <a:pt x="186595" y="500825"/>
                </a:lnTo>
                <a:lnTo>
                  <a:pt x="186595" y="386525"/>
                </a:lnTo>
                <a:lnTo>
                  <a:pt x="266224" y="386525"/>
                </a:lnTo>
                <a:cubicBezTo>
                  <a:pt x="246793" y="370808"/>
                  <a:pt x="234220" y="346805"/>
                  <a:pt x="234220" y="319850"/>
                </a:cubicBezTo>
                <a:cubicBezTo>
                  <a:pt x="234220" y="272606"/>
                  <a:pt x="272701" y="234125"/>
                  <a:pt x="319945" y="234125"/>
                </a:cubicBezTo>
                <a:cubicBezTo>
                  <a:pt x="367189" y="234125"/>
                  <a:pt x="405670" y="272606"/>
                  <a:pt x="405670" y="319850"/>
                </a:cubicBezTo>
                <a:cubicBezTo>
                  <a:pt x="405574" y="346805"/>
                  <a:pt x="393097" y="370808"/>
                  <a:pt x="373666" y="386525"/>
                </a:cubicBezTo>
                <a:close/>
                <a:moveTo>
                  <a:pt x="272224" y="319850"/>
                </a:moveTo>
                <a:cubicBezTo>
                  <a:pt x="272224" y="346138"/>
                  <a:pt x="293560" y="367475"/>
                  <a:pt x="319849" y="367475"/>
                </a:cubicBezTo>
                <a:cubicBezTo>
                  <a:pt x="346138" y="367475"/>
                  <a:pt x="367474" y="346138"/>
                  <a:pt x="367474" y="319850"/>
                </a:cubicBezTo>
                <a:cubicBezTo>
                  <a:pt x="367474" y="293561"/>
                  <a:pt x="346138" y="272225"/>
                  <a:pt x="319849" y="272225"/>
                </a:cubicBezTo>
                <a:cubicBezTo>
                  <a:pt x="293560" y="272225"/>
                  <a:pt x="272224" y="293656"/>
                  <a:pt x="272224" y="319850"/>
                </a:cubicBezTo>
                <a:close/>
              </a:path>
            </a:pathLst>
          </a:custGeom>
          <a:solidFill>
            <a:schemeClr val="tx2"/>
          </a:solidFill>
          <a:ln w="9525" cap="flat">
            <a:noFill/>
            <a:prstDash val="solid"/>
            <a:miter/>
          </a:ln>
        </p:spPr>
        <p:txBody>
          <a:bodyPr rtlCol="0" anchor="ctr"/>
          <a:lstStyle/>
          <a:p>
            <a:endParaRPr lang="en-US"/>
          </a:p>
        </p:txBody>
      </p:sp>
      <p:sp>
        <p:nvSpPr>
          <p:cNvPr id="34" name="TextBox 11">
            <a:extLst>
              <a:ext uri="{FF2B5EF4-FFF2-40B4-BE49-F238E27FC236}">
                <a16:creationId xmlns:a16="http://schemas.microsoft.com/office/drawing/2014/main" id="{19DA1F71-3792-6546-9B46-C5938B976C25}"/>
              </a:ext>
            </a:extLst>
          </p:cNvPr>
          <p:cNvSpPr txBox="1"/>
          <p:nvPr/>
        </p:nvSpPr>
        <p:spPr>
          <a:xfrm>
            <a:off x="8782701" y="2832126"/>
            <a:ext cx="825868" cy="215444"/>
          </a:xfrm>
          <a:prstGeom prst="rect">
            <a:avLst/>
          </a:prstGeom>
          <a:noFill/>
        </p:spPr>
        <p:txBody>
          <a:bodyPr wrap="none" lIns="0" rIns="0" rtlCol="0" anchor="ctr" anchorCtr="0">
            <a:noAutofit/>
          </a:bodyPr>
          <a:lstStyle/>
          <a:p>
            <a:pPr algn="ctr"/>
            <a:r>
              <a:rPr lang="en-US" sz="800"/>
              <a:t>Person arrows</a:t>
            </a:r>
          </a:p>
        </p:txBody>
      </p:sp>
      <p:sp>
        <p:nvSpPr>
          <p:cNvPr id="36" name="Freeform: Shape 174">
            <a:extLst>
              <a:ext uri="{FF2B5EF4-FFF2-40B4-BE49-F238E27FC236}">
                <a16:creationId xmlns:a16="http://schemas.microsoft.com/office/drawing/2014/main" id="{119095D0-A1C9-C04E-8D7A-32D362138CD9}"/>
              </a:ext>
            </a:extLst>
          </p:cNvPr>
          <p:cNvSpPr>
            <a:spLocks noChangeAspect="1"/>
          </p:cNvSpPr>
          <p:nvPr/>
        </p:nvSpPr>
        <p:spPr>
          <a:xfrm>
            <a:off x="1746326" y="1338871"/>
            <a:ext cx="476250" cy="476250"/>
          </a:xfrm>
          <a:custGeom>
            <a:avLst/>
            <a:gdLst>
              <a:gd name="connsiteX0" fmla="*/ 477774 w 476250"/>
              <a:gd name="connsiteY0" fmla="*/ 450818 h 476250"/>
              <a:gd name="connsiteX1" fmla="*/ 345091 w 476250"/>
              <a:gd name="connsiteY1" fmla="*/ 318135 h 476250"/>
              <a:gd name="connsiteX2" fmla="*/ 388144 w 476250"/>
              <a:gd name="connsiteY2" fmla="*/ 197644 h 476250"/>
              <a:gd name="connsiteX3" fmla="*/ 197644 w 476250"/>
              <a:gd name="connsiteY3" fmla="*/ 7144 h 476250"/>
              <a:gd name="connsiteX4" fmla="*/ 7144 w 476250"/>
              <a:gd name="connsiteY4" fmla="*/ 197644 h 476250"/>
              <a:gd name="connsiteX5" fmla="*/ 197644 w 476250"/>
              <a:gd name="connsiteY5" fmla="*/ 388144 h 476250"/>
              <a:gd name="connsiteX6" fmla="*/ 318135 w 476250"/>
              <a:gd name="connsiteY6" fmla="*/ 345091 h 476250"/>
              <a:gd name="connsiteX7" fmla="*/ 450818 w 476250"/>
              <a:gd name="connsiteY7" fmla="*/ 477774 h 476250"/>
              <a:gd name="connsiteX8" fmla="*/ 477774 w 476250"/>
              <a:gd name="connsiteY8" fmla="*/ 450818 h 476250"/>
              <a:gd name="connsiteX9" fmla="*/ 45148 w 476250"/>
              <a:gd name="connsiteY9" fmla="*/ 197644 h 476250"/>
              <a:gd name="connsiteX10" fmla="*/ 197548 w 476250"/>
              <a:gd name="connsiteY10" fmla="*/ 45244 h 476250"/>
              <a:gd name="connsiteX11" fmla="*/ 349948 w 476250"/>
              <a:gd name="connsiteY11" fmla="*/ 197644 h 476250"/>
              <a:gd name="connsiteX12" fmla="*/ 197548 w 476250"/>
              <a:gd name="connsiteY12" fmla="*/ 350044 h 476250"/>
              <a:gd name="connsiteX13" fmla="*/ 45148 w 476250"/>
              <a:gd name="connsiteY13" fmla="*/ 19764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250" h="476250">
                <a:moveTo>
                  <a:pt x="477774" y="450818"/>
                </a:moveTo>
                <a:lnTo>
                  <a:pt x="345091" y="318135"/>
                </a:lnTo>
                <a:cubicBezTo>
                  <a:pt x="371951" y="285274"/>
                  <a:pt x="388144" y="243364"/>
                  <a:pt x="388144" y="197644"/>
                </a:cubicBezTo>
                <a:cubicBezTo>
                  <a:pt x="388144" y="92393"/>
                  <a:pt x="302895" y="7144"/>
                  <a:pt x="197644" y="7144"/>
                </a:cubicBezTo>
                <a:cubicBezTo>
                  <a:pt x="92392" y="7144"/>
                  <a:pt x="7144" y="92393"/>
                  <a:pt x="7144" y="197644"/>
                </a:cubicBezTo>
                <a:cubicBezTo>
                  <a:pt x="7144" y="302895"/>
                  <a:pt x="92392" y="388144"/>
                  <a:pt x="197644" y="388144"/>
                </a:cubicBezTo>
                <a:cubicBezTo>
                  <a:pt x="243364" y="388144"/>
                  <a:pt x="285369" y="371951"/>
                  <a:pt x="318135" y="345091"/>
                </a:cubicBezTo>
                <a:lnTo>
                  <a:pt x="450818" y="477774"/>
                </a:lnTo>
                <a:lnTo>
                  <a:pt x="477774" y="450818"/>
                </a:lnTo>
                <a:close/>
                <a:moveTo>
                  <a:pt x="45148" y="197644"/>
                </a:moveTo>
                <a:cubicBezTo>
                  <a:pt x="45148" y="113633"/>
                  <a:pt x="113538" y="45244"/>
                  <a:pt x="197548" y="45244"/>
                </a:cubicBezTo>
                <a:cubicBezTo>
                  <a:pt x="281559" y="45244"/>
                  <a:pt x="349948" y="113633"/>
                  <a:pt x="349948" y="197644"/>
                </a:cubicBezTo>
                <a:cubicBezTo>
                  <a:pt x="349948" y="281654"/>
                  <a:pt x="281559" y="350044"/>
                  <a:pt x="197548" y="350044"/>
                </a:cubicBezTo>
                <a:cubicBezTo>
                  <a:pt x="113538" y="350044"/>
                  <a:pt x="45148" y="281654"/>
                  <a:pt x="45148" y="197644"/>
                </a:cubicBezTo>
                <a:close/>
              </a:path>
            </a:pathLst>
          </a:custGeom>
          <a:solidFill>
            <a:schemeClr val="tx2"/>
          </a:solidFill>
          <a:ln w="9525" cap="flat">
            <a:noFill/>
            <a:prstDash val="solid"/>
            <a:miter/>
          </a:ln>
        </p:spPr>
        <p:txBody>
          <a:bodyPr rtlCol="0" anchor="ctr"/>
          <a:lstStyle/>
          <a:p>
            <a:endParaRPr lang="en-US"/>
          </a:p>
        </p:txBody>
      </p:sp>
      <p:sp>
        <p:nvSpPr>
          <p:cNvPr id="37" name="TextBox 12">
            <a:extLst>
              <a:ext uri="{FF2B5EF4-FFF2-40B4-BE49-F238E27FC236}">
                <a16:creationId xmlns:a16="http://schemas.microsoft.com/office/drawing/2014/main" id="{F87CCB9B-F49E-CA43-993D-143BF216DC1C}"/>
              </a:ext>
            </a:extLst>
          </p:cNvPr>
          <p:cNvSpPr txBox="1"/>
          <p:nvPr/>
        </p:nvSpPr>
        <p:spPr>
          <a:xfrm>
            <a:off x="1638042" y="1914780"/>
            <a:ext cx="692818" cy="338554"/>
          </a:xfrm>
          <a:prstGeom prst="rect">
            <a:avLst/>
          </a:prstGeom>
          <a:noFill/>
        </p:spPr>
        <p:txBody>
          <a:bodyPr wrap="none" lIns="0" rIns="0" rtlCol="0" anchor="ctr" anchorCtr="0">
            <a:noAutofit/>
          </a:bodyPr>
          <a:lstStyle/>
          <a:p>
            <a:pPr algn="ctr"/>
            <a:r>
              <a:rPr lang="en-US" sz="800" dirty="0"/>
              <a:t>Magnifying</a:t>
            </a:r>
            <a:br>
              <a:rPr lang="en-US" sz="800" dirty="0"/>
            </a:br>
            <a:r>
              <a:rPr lang="en-US" sz="800" dirty="0"/>
              <a:t>glass</a:t>
            </a:r>
          </a:p>
        </p:txBody>
      </p:sp>
      <p:sp>
        <p:nvSpPr>
          <p:cNvPr id="39" name="Freeform: Shape 19">
            <a:extLst>
              <a:ext uri="{FF2B5EF4-FFF2-40B4-BE49-F238E27FC236}">
                <a16:creationId xmlns:a16="http://schemas.microsoft.com/office/drawing/2014/main" id="{7C8E2176-0C92-0E4B-9069-FCCF398D269A}"/>
              </a:ext>
            </a:extLst>
          </p:cNvPr>
          <p:cNvSpPr>
            <a:spLocks noChangeAspect="1"/>
          </p:cNvSpPr>
          <p:nvPr/>
        </p:nvSpPr>
        <p:spPr>
          <a:xfrm>
            <a:off x="10788730" y="4158811"/>
            <a:ext cx="438150" cy="457200"/>
          </a:xfrm>
          <a:custGeom>
            <a:avLst/>
            <a:gdLst>
              <a:gd name="connsiteX0" fmla="*/ 426244 w 438150"/>
              <a:gd name="connsiteY0" fmla="*/ 150019 h 457200"/>
              <a:gd name="connsiteX1" fmla="*/ 311944 w 438150"/>
              <a:gd name="connsiteY1" fmla="*/ 150019 h 457200"/>
              <a:gd name="connsiteX2" fmla="*/ 324517 w 438150"/>
              <a:gd name="connsiteY2" fmla="*/ 112395 h 457200"/>
              <a:gd name="connsiteX3" fmla="*/ 271653 w 438150"/>
              <a:gd name="connsiteY3" fmla="*/ 16097 h 457200"/>
              <a:gd name="connsiteX4" fmla="*/ 235744 w 438150"/>
              <a:gd name="connsiteY4" fmla="*/ 7144 h 457200"/>
              <a:gd name="connsiteX5" fmla="*/ 150019 w 438150"/>
              <a:gd name="connsiteY5" fmla="*/ 188119 h 457200"/>
              <a:gd name="connsiteX6" fmla="*/ 102394 w 438150"/>
              <a:gd name="connsiteY6" fmla="*/ 188119 h 457200"/>
              <a:gd name="connsiteX7" fmla="*/ 102394 w 438150"/>
              <a:gd name="connsiteY7" fmla="*/ 148400 h 457200"/>
              <a:gd name="connsiteX8" fmla="*/ 7144 w 438150"/>
              <a:gd name="connsiteY8" fmla="*/ 148400 h 457200"/>
              <a:gd name="connsiteX9" fmla="*/ 7144 w 438150"/>
              <a:gd name="connsiteY9" fmla="*/ 186500 h 457200"/>
              <a:gd name="connsiteX10" fmla="*/ 64294 w 438150"/>
              <a:gd name="connsiteY10" fmla="*/ 186500 h 457200"/>
              <a:gd name="connsiteX11" fmla="*/ 64294 w 438150"/>
              <a:gd name="connsiteY11" fmla="*/ 188119 h 457200"/>
              <a:gd name="connsiteX12" fmla="*/ 64294 w 438150"/>
              <a:gd name="connsiteY12" fmla="*/ 416719 h 457200"/>
              <a:gd name="connsiteX13" fmla="*/ 7144 w 438150"/>
              <a:gd name="connsiteY13" fmla="*/ 416719 h 457200"/>
              <a:gd name="connsiteX14" fmla="*/ 7144 w 438150"/>
              <a:gd name="connsiteY14" fmla="*/ 454819 h 457200"/>
              <a:gd name="connsiteX15" fmla="*/ 102394 w 438150"/>
              <a:gd name="connsiteY15" fmla="*/ 454819 h 457200"/>
              <a:gd name="connsiteX16" fmla="*/ 102394 w 438150"/>
              <a:gd name="connsiteY16" fmla="*/ 416719 h 457200"/>
              <a:gd name="connsiteX17" fmla="*/ 378619 w 438150"/>
              <a:gd name="connsiteY17" fmla="*/ 416719 h 457200"/>
              <a:gd name="connsiteX18" fmla="*/ 380143 w 438150"/>
              <a:gd name="connsiteY18" fmla="*/ 414433 h 457200"/>
              <a:gd name="connsiteX19" fmla="*/ 426244 w 438150"/>
              <a:gd name="connsiteY19" fmla="*/ 150019 h 457200"/>
              <a:gd name="connsiteX20" fmla="*/ 358044 w 438150"/>
              <a:gd name="connsiteY20" fmla="*/ 378619 h 457200"/>
              <a:gd name="connsiteX21" fmla="*/ 102394 w 438150"/>
              <a:gd name="connsiteY21" fmla="*/ 378619 h 457200"/>
              <a:gd name="connsiteX22" fmla="*/ 102394 w 438150"/>
              <a:gd name="connsiteY22" fmla="*/ 226219 h 457200"/>
              <a:gd name="connsiteX23" fmla="*/ 150019 w 438150"/>
              <a:gd name="connsiteY23" fmla="*/ 226219 h 457200"/>
              <a:gd name="connsiteX24" fmla="*/ 174117 w 438150"/>
              <a:gd name="connsiteY24" fmla="*/ 226219 h 457200"/>
              <a:gd name="connsiteX25" fmla="*/ 184404 w 438150"/>
              <a:gd name="connsiteY25" fmla="*/ 204406 h 457200"/>
              <a:gd name="connsiteX26" fmla="*/ 256794 w 438150"/>
              <a:gd name="connsiteY26" fmla="*/ 51626 h 457200"/>
              <a:gd name="connsiteX27" fmla="*/ 262414 w 438150"/>
              <a:gd name="connsiteY27" fmla="*/ 53054 h 457200"/>
              <a:gd name="connsiteX28" fmla="*/ 285750 w 438150"/>
              <a:gd name="connsiteY28" fmla="*/ 71057 h 457200"/>
              <a:gd name="connsiteX29" fmla="*/ 288417 w 438150"/>
              <a:gd name="connsiteY29" fmla="*/ 100394 h 457200"/>
              <a:gd name="connsiteX30" fmla="*/ 275844 w 438150"/>
              <a:gd name="connsiteY30" fmla="*/ 138017 h 457200"/>
              <a:gd name="connsiteX31" fmla="*/ 259175 w 438150"/>
              <a:gd name="connsiteY31" fmla="*/ 188119 h 457200"/>
              <a:gd name="connsiteX32" fmla="*/ 312039 w 438150"/>
              <a:gd name="connsiteY32" fmla="*/ 188119 h 457200"/>
              <a:gd name="connsiteX33" fmla="*/ 395573 w 438150"/>
              <a:gd name="connsiteY33" fmla="*/ 188119 h 457200"/>
              <a:gd name="connsiteX34" fmla="*/ 358044 w 438150"/>
              <a:gd name="connsiteY34" fmla="*/ 378619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38150" h="457200">
                <a:moveTo>
                  <a:pt x="426244" y="150019"/>
                </a:moveTo>
                <a:lnTo>
                  <a:pt x="311944" y="150019"/>
                </a:lnTo>
                <a:lnTo>
                  <a:pt x="324517" y="112395"/>
                </a:lnTo>
                <a:cubicBezTo>
                  <a:pt x="338328" y="71057"/>
                  <a:pt x="313944" y="26670"/>
                  <a:pt x="271653" y="16097"/>
                </a:cubicBezTo>
                <a:lnTo>
                  <a:pt x="235744" y="7144"/>
                </a:lnTo>
                <a:lnTo>
                  <a:pt x="150019" y="188119"/>
                </a:lnTo>
                <a:lnTo>
                  <a:pt x="102394" y="188119"/>
                </a:lnTo>
                <a:lnTo>
                  <a:pt x="102394" y="148400"/>
                </a:lnTo>
                <a:lnTo>
                  <a:pt x="7144" y="148400"/>
                </a:lnTo>
                <a:lnTo>
                  <a:pt x="7144" y="186500"/>
                </a:lnTo>
                <a:lnTo>
                  <a:pt x="64294" y="186500"/>
                </a:lnTo>
                <a:lnTo>
                  <a:pt x="64294" y="188119"/>
                </a:lnTo>
                <a:lnTo>
                  <a:pt x="64294" y="416719"/>
                </a:lnTo>
                <a:lnTo>
                  <a:pt x="7144" y="416719"/>
                </a:lnTo>
                <a:lnTo>
                  <a:pt x="7144" y="454819"/>
                </a:lnTo>
                <a:lnTo>
                  <a:pt x="102394" y="454819"/>
                </a:lnTo>
                <a:lnTo>
                  <a:pt x="102394" y="416719"/>
                </a:lnTo>
                <a:lnTo>
                  <a:pt x="378619" y="416719"/>
                </a:lnTo>
                <a:lnTo>
                  <a:pt x="380143" y="414433"/>
                </a:lnTo>
                <a:cubicBezTo>
                  <a:pt x="433578" y="337375"/>
                  <a:pt x="450437" y="240697"/>
                  <a:pt x="426244" y="150019"/>
                </a:cubicBezTo>
                <a:close/>
                <a:moveTo>
                  <a:pt x="358044" y="378619"/>
                </a:moveTo>
                <a:lnTo>
                  <a:pt x="102394" y="378619"/>
                </a:lnTo>
                <a:lnTo>
                  <a:pt x="102394" y="226219"/>
                </a:lnTo>
                <a:lnTo>
                  <a:pt x="150019" y="226219"/>
                </a:lnTo>
                <a:lnTo>
                  <a:pt x="174117" y="226219"/>
                </a:lnTo>
                <a:lnTo>
                  <a:pt x="184404" y="204406"/>
                </a:lnTo>
                <a:lnTo>
                  <a:pt x="256794" y="51626"/>
                </a:lnTo>
                <a:lnTo>
                  <a:pt x="262414" y="53054"/>
                </a:lnTo>
                <a:cubicBezTo>
                  <a:pt x="272415" y="55531"/>
                  <a:pt x="280701" y="61913"/>
                  <a:pt x="285750" y="71057"/>
                </a:cubicBezTo>
                <a:cubicBezTo>
                  <a:pt x="290703" y="80105"/>
                  <a:pt x="291655" y="90583"/>
                  <a:pt x="288417" y="100394"/>
                </a:cubicBezTo>
                <a:lnTo>
                  <a:pt x="275844" y="138017"/>
                </a:lnTo>
                <a:lnTo>
                  <a:pt x="259175" y="188119"/>
                </a:lnTo>
                <a:lnTo>
                  <a:pt x="312039" y="188119"/>
                </a:lnTo>
                <a:lnTo>
                  <a:pt x="395573" y="188119"/>
                </a:lnTo>
                <a:cubicBezTo>
                  <a:pt x="406051" y="253937"/>
                  <a:pt x="392811" y="321374"/>
                  <a:pt x="358044" y="378619"/>
                </a:cubicBezTo>
                <a:close/>
              </a:path>
            </a:pathLst>
          </a:custGeom>
          <a:solidFill>
            <a:schemeClr val="tx2"/>
          </a:solidFill>
          <a:ln w="9525" cap="flat">
            <a:noFill/>
            <a:prstDash val="solid"/>
            <a:miter/>
          </a:ln>
        </p:spPr>
        <p:txBody>
          <a:bodyPr rtlCol="0" anchor="ctr"/>
          <a:lstStyle/>
          <a:p>
            <a:endParaRPr lang="en-US"/>
          </a:p>
        </p:txBody>
      </p:sp>
      <p:sp>
        <p:nvSpPr>
          <p:cNvPr id="40" name="TextBox 13">
            <a:extLst>
              <a:ext uri="{FF2B5EF4-FFF2-40B4-BE49-F238E27FC236}">
                <a16:creationId xmlns:a16="http://schemas.microsoft.com/office/drawing/2014/main" id="{1CE62245-7F7F-2947-AF56-82584ABEBFBB}"/>
              </a:ext>
            </a:extLst>
          </p:cNvPr>
          <p:cNvSpPr txBox="1"/>
          <p:nvPr/>
        </p:nvSpPr>
        <p:spPr>
          <a:xfrm>
            <a:off x="10658991" y="4695590"/>
            <a:ext cx="697628" cy="215444"/>
          </a:xfrm>
          <a:prstGeom prst="rect">
            <a:avLst/>
          </a:prstGeom>
          <a:noFill/>
        </p:spPr>
        <p:txBody>
          <a:bodyPr wrap="none" lIns="0" rIns="0" rtlCol="0" anchor="ctr" anchorCtr="0">
            <a:noAutofit/>
          </a:bodyPr>
          <a:lstStyle/>
          <a:p>
            <a:pPr algn="ctr"/>
            <a:r>
              <a:rPr lang="en-US" sz="800"/>
              <a:t>Thumbs up</a:t>
            </a:r>
          </a:p>
        </p:txBody>
      </p:sp>
      <p:sp>
        <p:nvSpPr>
          <p:cNvPr id="42" name="TextBox 14">
            <a:extLst>
              <a:ext uri="{FF2B5EF4-FFF2-40B4-BE49-F238E27FC236}">
                <a16:creationId xmlns:a16="http://schemas.microsoft.com/office/drawing/2014/main" id="{DF7618A4-6539-4E44-A257-63B56E9EC564}"/>
              </a:ext>
            </a:extLst>
          </p:cNvPr>
          <p:cNvSpPr txBox="1"/>
          <p:nvPr/>
        </p:nvSpPr>
        <p:spPr>
          <a:xfrm>
            <a:off x="6163899" y="2832126"/>
            <a:ext cx="652744" cy="215444"/>
          </a:xfrm>
          <a:prstGeom prst="rect">
            <a:avLst/>
          </a:prstGeom>
          <a:noFill/>
        </p:spPr>
        <p:txBody>
          <a:bodyPr wrap="none" lIns="0" rIns="0" rtlCol="0" anchor="ctr" anchorCtr="0">
            <a:noAutofit/>
          </a:bodyPr>
          <a:lstStyle/>
          <a:p>
            <a:pPr algn="ctr"/>
            <a:r>
              <a:rPr lang="en-US" sz="800"/>
              <a:t>People 05</a:t>
            </a:r>
          </a:p>
        </p:txBody>
      </p:sp>
      <p:sp>
        <p:nvSpPr>
          <p:cNvPr id="43" name="Graphic 67">
            <a:extLst>
              <a:ext uri="{FF2B5EF4-FFF2-40B4-BE49-F238E27FC236}">
                <a16:creationId xmlns:a16="http://schemas.microsoft.com/office/drawing/2014/main" id="{34686FDF-498C-154A-9ECA-3650BCF67230}"/>
              </a:ext>
            </a:extLst>
          </p:cNvPr>
          <p:cNvSpPr>
            <a:spLocks noChangeAspect="1"/>
          </p:cNvSpPr>
          <p:nvPr/>
        </p:nvSpPr>
        <p:spPr>
          <a:xfrm>
            <a:off x="6209356" y="2373881"/>
            <a:ext cx="561832" cy="337575"/>
          </a:xfrm>
          <a:custGeom>
            <a:avLst/>
            <a:gdLst>
              <a:gd name="connsiteX0" fmla="*/ 239592 w 561832"/>
              <a:gd name="connsiteY0" fmla="*/ 57426 h 337575"/>
              <a:gd name="connsiteX1" fmla="*/ 182451 w 561832"/>
              <a:gd name="connsiteY1" fmla="*/ 0 h 337575"/>
              <a:gd name="connsiteX2" fmla="*/ 125311 w 561832"/>
              <a:gd name="connsiteY2" fmla="*/ 57426 h 337575"/>
              <a:gd name="connsiteX3" fmla="*/ 182451 w 561832"/>
              <a:gd name="connsiteY3" fmla="*/ 114852 h 337575"/>
              <a:gd name="connsiteX4" fmla="*/ 239592 w 561832"/>
              <a:gd name="connsiteY4" fmla="*/ 57426 h 337575"/>
              <a:gd name="connsiteX5" fmla="*/ 182451 w 561832"/>
              <a:gd name="connsiteY5" fmla="*/ 76886 h 337575"/>
              <a:gd name="connsiteX6" fmla="*/ 163278 w 561832"/>
              <a:gd name="connsiteY6" fmla="*/ 57426 h 337575"/>
              <a:gd name="connsiteX7" fmla="*/ 182451 w 561832"/>
              <a:gd name="connsiteY7" fmla="*/ 37967 h 337575"/>
              <a:gd name="connsiteX8" fmla="*/ 201625 w 561832"/>
              <a:gd name="connsiteY8" fmla="*/ 57426 h 337575"/>
              <a:gd name="connsiteX9" fmla="*/ 182451 w 561832"/>
              <a:gd name="connsiteY9" fmla="*/ 76886 h 337575"/>
              <a:gd name="connsiteX10" fmla="*/ 437864 w 561832"/>
              <a:gd name="connsiteY10" fmla="*/ 57426 h 337575"/>
              <a:gd name="connsiteX11" fmla="*/ 380733 w 561832"/>
              <a:gd name="connsiteY11" fmla="*/ 0 h 337575"/>
              <a:gd name="connsiteX12" fmla="*/ 323602 w 561832"/>
              <a:gd name="connsiteY12" fmla="*/ 57426 h 337575"/>
              <a:gd name="connsiteX13" fmla="*/ 380733 w 561832"/>
              <a:gd name="connsiteY13" fmla="*/ 114852 h 337575"/>
              <a:gd name="connsiteX14" fmla="*/ 437864 w 561832"/>
              <a:gd name="connsiteY14" fmla="*/ 57426 h 337575"/>
              <a:gd name="connsiteX15" fmla="*/ 380733 w 561832"/>
              <a:gd name="connsiteY15" fmla="*/ 76886 h 337575"/>
              <a:gd name="connsiteX16" fmla="*/ 361550 w 561832"/>
              <a:gd name="connsiteY16" fmla="*/ 57426 h 337575"/>
              <a:gd name="connsiteX17" fmla="*/ 380733 w 561832"/>
              <a:gd name="connsiteY17" fmla="*/ 37967 h 337575"/>
              <a:gd name="connsiteX18" fmla="*/ 399917 w 561832"/>
              <a:gd name="connsiteY18" fmla="*/ 57426 h 337575"/>
              <a:gd name="connsiteX19" fmla="*/ 380733 w 561832"/>
              <a:gd name="connsiteY19" fmla="*/ 76886 h 337575"/>
              <a:gd name="connsiteX20" fmla="*/ 138922 w 561832"/>
              <a:gd name="connsiteY20" fmla="*/ 163144 h 337575"/>
              <a:gd name="connsiteX21" fmla="*/ 81791 w 561832"/>
              <a:gd name="connsiteY21" fmla="*/ 105718 h 337575"/>
              <a:gd name="connsiteX22" fmla="*/ 24651 w 561832"/>
              <a:gd name="connsiteY22" fmla="*/ 163144 h 337575"/>
              <a:gd name="connsiteX23" fmla="*/ 51016 w 561832"/>
              <a:gd name="connsiteY23" fmla="*/ 211445 h 337575"/>
              <a:gd name="connsiteX24" fmla="*/ 0 w 561832"/>
              <a:gd name="connsiteY24" fmla="*/ 211445 h 337575"/>
              <a:gd name="connsiteX25" fmla="*/ 0 w 561832"/>
              <a:gd name="connsiteY25" fmla="*/ 337576 h 337575"/>
              <a:gd name="connsiteX26" fmla="*/ 37957 w 561832"/>
              <a:gd name="connsiteY26" fmla="*/ 337576 h 337575"/>
              <a:gd name="connsiteX27" fmla="*/ 37957 w 561832"/>
              <a:gd name="connsiteY27" fmla="*/ 249393 h 337575"/>
              <a:gd name="connsiteX28" fmla="*/ 125597 w 561832"/>
              <a:gd name="connsiteY28" fmla="*/ 249393 h 337575"/>
              <a:gd name="connsiteX29" fmla="*/ 125597 w 561832"/>
              <a:gd name="connsiteY29" fmla="*/ 337576 h 337575"/>
              <a:gd name="connsiteX30" fmla="*/ 163554 w 561832"/>
              <a:gd name="connsiteY30" fmla="*/ 337576 h 337575"/>
              <a:gd name="connsiteX31" fmla="*/ 163554 w 561832"/>
              <a:gd name="connsiteY31" fmla="*/ 211445 h 337575"/>
              <a:gd name="connsiteX32" fmla="*/ 112547 w 561832"/>
              <a:gd name="connsiteY32" fmla="*/ 211445 h 337575"/>
              <a:gd name="connsiteX33" fmla="*/ 138922 w 561832"/>
              <a:gd name="connsiteY33" fmla="*/ 163144 h 337575"/>
              <a:gd name="connsiteX34" fmla="*/ 81791 w 561832"/>
              <a:gd name="connsiteY34" fmla="*/ 143685 h 337575"/>
              <a:gd name="connsiteX35" fmla="*/ 100965 w 561832"/>
              <a:gd name="connsiteY35" fmla="*/ 163144 h 337575"/>
              <a:gd name="connsiteX36" fmla="*/ 81791 w 561832"/>
              <a:gd name="connsiteY36" fmla="*/ 182604 h 337575"/>
              <a:gd name="connsiteX37" fmla="*/ 62608 w 561832"/>
              <a:gd name="connsiteY37" fmla="*/ 163144 h 337575"/>
              <a:gd name="connsiteX38" fmla="*/ 81791 w 561832"/>
              <a:gd name="connsiteY38" fmla="*/ 143685 h 337575"/>
              <a:gd name="connsiteX39" fmla="*/ 338290 w 561832"/>
              <a:gd name="connsiteY39" fmla="*/ 163144 h 337575"/>
              <a:gd name="connsiteX40" fmla="*/ 281159 w 561832"/>
              <a:gd name="connsiteY40" fmla="*/ 105718 h 337575"/>
              <a:gd name="connsiteX41" fmla="*/ 224018 w 561832"/>
              <a:gd name="connsiteY41" fmla="*/ 163144 h 337575"/>
              <a:gd name="connsiteX42" fmla="*/ 250384 w 561832"/>
              <a:gd name="connsiteY42" fmla="*/ 211445 h 337575"/>
              <a:gd name="connsiteX43" fmla="*/ 199396 w 561832"/>
              <a:gd name="connsiteY43" fmla="*/ 211445 h 337575"/>
              <a:gd name="connsiteX44" fmla="*/ 199396 w 561832"/>
              <a:gd name="connsiteY44" fmla="*/ 337576 h 337575"/>
              <a:gd name="connsiteX45" fmla="*/ 237353 w 561832"/>
              <a:gd name="connsiteY45" fmla="*/ 337576 h 337575"/>
              <a:gd name="connsiteX46" fmla="*/ 237353 w 561832"/>
              <a:gd name="connsiteY46" fmla="*/ 249393 h 337575"/>
              <a:gd name="connsiteX47" fmla="*/ 325003 w 561832"/>
              <a:gd name="connsiteY47" fmla="*/ 249393 h 337575"/>
              <a:gd name="connsiteX48" fmla="*/ 325003 w 561832"/>
              <a:gd name="connsiteY48" fmla="*/ 337576 h 337575"/>
              <a:gd name="connsiteX49" fmla="*/ 362950 w 561832"/>
              <a:gd name="connsiteY49" fmla="*/ 337576 h 337575"/>
              <a:gd name="connsiteX50" fmla="*/ 362950 w 561832"/>
              <a:gd name="connsiteY50" fmla="*/ 211445 h 337575"/>
              <a:gd name="connsiteX51" fmla="*/ 311925 w 561832"/>
              <a:gd name="connsiteY51" fmla="*/ 211445 h 337575"/>
              <a:gd name="connsiteX52" fmla="*/ 338290 w 561832"/>
              <a:gd name="connsiteY52" fmla="*/ 163144 h 337575"/>
              <a:gd name="connsiteX53" fmla="*/ 281169 w 561832"/>
              <a:gd name="connsiteY53" fmla="*/ 143685 h 337575"/>
              <a:gd name="connsiteX54" fmla="*/ 300342 w 561832"/>
              <a:gd name="connsiteY54" fmla="*/ 163144 h 337575"/>
              <a:gd name="connsiteX55" fmla="*/ 281169 w 561832"/>
              <a:gd name="connsiteY55" fmla="*/ 182604 h 337575"/>
              <a:gd name="connsiteX56" fmla="*/ 261985 w 561832"/>
              <a:gd name="connsiteY56" fmla="*/ 163144 h 337575"/>
              <a:gd name="connsiteX57" fmla="*/ 281169 w 561832"/>
              <a:gd name="connsiteY57" fmla="*/ 143685 h 337575"/>
              <a:gd name="connsiteX58" fmla="*/ 510835 w 561832"/>
              <a:gd name="connsiteY58" fmla="*/ 211445 h 337575"/>
              <a:gd name="connsiteX59" fmla="*/ 537200 w 561832"/>
              <a:gd name="connsiteY59" fmla="*/ 163144 h 337575"/>
              <a:gd name="connsiteX60" fmla="*/ 480070 w 561832"/>
              <a:gd name="connsiteY60" fmla="*/ 105718 h 337575"/>
              <a:gd name="connsiteX61" fmla="*/ 422929 w 561832"/>
              <a:gd name="connsiteY61" fmla="*/ 163144 h 337575"/>
              <a:gd name="connsiteX62" fmla="*/ 449294 w 561832"/>
              <a:gd name="connsiteY62" fmla="*/ 211445 h 337575"/>
              <a:gd name="connsiteX63" fmla="*/ 398288 w 561832"/>
              <a:gd name="connsiteY63" fmla="*/ 211445 h 337575"/>
              <a:gd name="connsiteX64" fmla="*/ 398288 w 561832"/>
              <a:gd name="connsiteY64" fmla="*/ 337576 h 337575"/>
              <a:gd name="connsiteX65" fmla="*/ 436235 w 561832"/>
              <a:gd name="connsiteY65" fmla="*/ 337576 h 337575"/>
              <a:gd name="connsiteX66" fmla="*/ 436235 w 561832"/>
              <a:gd name="connsiteY66" fmla="*/ 249393 h 337575"/>
              <a:gd name="connsiteX67" fmla="*/ 523885 w 561832"/>
              <a:gd name="connsiteY67" fmla="*/ 249393 h 337575"/>
              <a:gd name="connsiteX68" fmla="*/ 523885 w 561832"/>
              <a:gd name="connsiteY68" fmla="*/ 337576 h 337575"/>
              <a:gd name="connsiteX69" fmla="*/ 561832 w 561832"/>
              <a:gd name="connsiteY69" fmla="*/ 337576 h 337575"/>
              <a:gd name="connsiteX70" fmla="*/ 561832 w 561832"/>
              <a:gd name="connsiteY70" fmla="*/ 211445 h 337575"/>
              <a:gd name="connsiteX71" fmla="*/ 510835 w 561832"/>
              <a:gd name="connsiteY71" fmla="*/ 211445 h 337575"/>
              <a:gd name="connsiteX72" fmla="*/ 480060 w 561832"/>
              <a:gd name="connsiteY72" fmla="*/ 143685 h 337575"/>
              <a:gd name="connsiteX73" fmla="*/ 499243 w 561832"/>
              <a:gd name="connsiteY73" fmla="*/ 163144 h 337575"/>
              <a:gd name="connsiteX74" fmla="*/ 480060 w 561832"/>
              <a:gd name="connsiteY74" fmla="*/ 182604 h 337575"/>
              <a:gd name="connsiteX75" fmla="*/ 460867 w 561832"/>
              <a:gd name="connsiteY75" fmla="*/ 163144 h 337575"/>
              <a:gd name="connsiteX76" fmla="*/ 480060 w 561832"/>
              <a:gd name="connsiteY76" fmla="*/ 143685 h 33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61832" h="337575">
                <a:moveTo>
                  <a:pt x="239592" y="57426"/>
                </a:moveTo>
                <a:cubicBezTo>
                  <a:pt x="239592" y="25765"/>
                  <a:pt x="213960" y="0"/>
                  <a:pt x="182451" y="0"/>
                </a:cubicBezTo>
                <a:cubicBezTo>
                  <a:pt x="150943" y="0"/>
                  <a:pt x="125311" y="25765"/>
                  <a:pt x="125311" y="57426"/>
                </a:cubicBezTo>
                <a:cubicBezTo>
                  <a:pt x="125311" y="89087"/>
                  <a:pt x="150943" y="114852"/>
                  <a:pt x="182451" y="114852"/>
                </a:cubicBezTo>
                <a:cubicBezTo>
                  <a:pt x="213960" y="114852"/>
                  <a:pt x="239592" y="89087"/>
                  <a:pt x="239592" y="57426"/>
                </a:cubicBezTo>
                <a:close/>
                <a:moveTo>
                  <a:pt x="182451" y="76886"/>
                </a:moveTo>
                <a:cubicBezTo>
                  <a:pt x="171879" y="76886"/>
                  <a:pt x="163278" y="68151"/>
                  <a:pt x="163278" y="57426"/>
                </a:cubicBezTo>
                <a:cubicBezTo>
                  <a:pt x="163278" y="46701"/>
                  <a:pt x="171879" y="37967"/>
                  <a:pt x="182451" y="37967"/>
                </a:cubicBezTo>
                <a:cubicBezTo>
                  <a:pt x="193024" y="37967"/>
                  <a:pt x="201625" y="46701"/>
                  <a:pt x="201625" y="57426"/>
                </a:cubicBezTo>
                <a:cubicBezTo>
                  <a:pt x="201625" y="68151"/>
                  <a:pt x="193024" y="76886"/>
                  <a:pt x="182451" y="76886"/>
                </a:cubicBezTo>
                <a:close/>
                <a:moveTo>
                  <a:pt x="437864" y="57426"/>
                </a:moveTo>
                <a:cubicBezTo>
                  <a:pt x="437864" y="25765"/>
                  <a:pt x="412242" y="0"/>
                  <a:pt x="380733" y="0"/>
                </a:cubicBezTo>
                <a:cubicBezTo>
                  <a:pt x="349225" y="0"/>
                  <a:pt x="323602" y="25765"/>
                  <a:pt x="323602" y="57426"/>
                </a:cubicBezTo>
                <a:cubicBezTo>
                  <a:pt x="323602" y="89087"/>
                  <a:pt x="349225" y="114852"/>
                  <a:pt x="380733" y="114852"/>
                </a:cubicBezTo>
                <a:cubicBezTo>
                  <a:pt x="412242" y="114852"/>
                  <a:pt x="437864" y="89087"/>
                  <a:pt x="437864" y="57426"/>
                </a:cubicBezTo>
                <a:close/>
                <a:moveTo>
                  <a:pt x="380733" y="76886"/>
                </a:moveTo>
                <a:cubicBezTo>
                  <a:pt x="370161" y="76886"/>
                  <a:pt x="361550" y="68151"/>
                  <a:pt x="361550" y="57426"/>
                </a:cubicBezTo>
                <a:cubicBezTo>
                  <a:pt x="361550" y="46701"/>
                  <a:pt x="370151" y="37967"/>
                  <a:pt x="380733" y="37967"/>
                </a:cubicBezTo>
                <a:cubicBezTo>
                  <a:pt x="391316" y="37967"/>
                  <a:pt x="399917" y="46701"/>
                  <a:pt x="399917" y="57426"/>
                </a:cubicBezTo>
                <a:cubicBezTo>
                  <a:pt x="399917" y="68151"/>
                  <a:pt x="391306" y="76886"/>
                  <a:pt x="380733" y="76886"/>
                </a:cubicBezTo>
                <a:close/>
                <a:moveTo>
                  <a:pt x="138922" y="163144"/>
                </a:moveTo>
                <a:cubicBezTo>
                  <a:pt x="138922" y="131483"/>
                  <a:pt x="113290" y="105718"/>
                  <a:pt x="81791" y="105718"/>
                </a:cubicBezTo>
                <a:cubicBezTo>
                  <a:pt x="50282" y="105718"/>
                  <a:pt x="24651" y="131483"/>
                  <a:pt x="24651" y="163144"/>
                </a:cubicBezTo>
                <a:cubicBezTo>
                  <a:pt x="24651" y="183413"/>
                  <a:pt x="35185" y="201225"/>
                  <a:pt x="51016" y="211445"/>
                </a:cubicBezTo>
                <a:lnTo>
                  <a:pt x="0" y="211445"/>
                </a:lnTo>
                <a:lnTo>
                  <a:pt x="0" y="337576"/>
                </a:lnTo>
                <a:lnTo>
                  <a:pt x="37957" y="337576"/>
                </a:lnTo>
                <a:lnTo>
                  <a:pt x="37957" y="249393"/>
                </a:lnTo>
                <a:lnTo>
                  <a:pt x="125597" y="249393"/>
                </a:lnTo>
                <a:lnTo>
                  <a:pt x="125597" y="337576"/>
                </a:lnTo>
                <a:lnTo>
                  <a:pt x="163554" y="337576"/>
                </a:lnTo>
                <a:lnTo>
                  <a:pt x="163554" y="211445"/>
                </a:lnTo>
                <a:lnTo>
                  <a:pt x="112547" y="211445"/>
                </a:lnTo>
                <a:cubicBezTo>
                  <a:pt x="128387" y="201225"/>
                  <a:pt x="138922" y="183423"/>
                  <a:pt x="138922" y="163144"/>
                </a:cubicBezTo>
                <a:close/>
                <a:moveTo>
                  <a:pt x="81791" y="143685"/>
                </a:moveTo>
                <a:cubicBezTo>
                  <a:pt x="92364" y="143685"/>
                  <a:pt x="100965" y="152419"/>
                  <a:pt x="100965" y="163144"/>
                </a:cubicBezTo>
                <a:cubicBezTo>
                  <a:pt x="100965" y="173869"/>
                  <a:pt x="92364" y="182604"/>
                  <a:pt x="81791" y="182604"/>
                </a:cubicBezTo>
                <a:cubicBezTo>
                  <a:pt x="71218" y="182604"/>
                  <a:pt x="62608" y="173869"/>
                  <a:pt x="62608" y="163144"/>
                </a:cubicBezTo>
                <a:cubicBezTo>
                  <a:pt x="62608" y="152419"/>
                  <a:pt x="71209" y="143685"/>
                  <a:pt x="81791" y="143685"/>
                </a:cubicBezTo>
                <a:close/>
                <a:moveTo>
                  <a:pt x="338290" y="163144"/>
                </a:moveTo>
                <a:cubicBezTo>
                  <a:pt x="338290" y="131483"/>
                  <a:pt x="312668" y="105718"/>
                  <a:pt x="281159" y="105718"/>
                </a:cubicBezTo>
                <a:cubicBezTo>
                  <a:pt x="249650" y="105718"/>
                  <a:pt x="224018" y="131483"/>
                  <a:pt x="224018" y="163144"/>
                </a:cubicBezTo>
                <a:cubicBezTo>
                  <a:pt x="224018" y="183413"/>
                  <a:pt x="234553" y="201225"/>
                  <a:pt x="250384" y="211445"/>
                </a:cubicBezTo>
                <a:lnTo>
                  <a:pt x="199396" y="211445"/>
                </a:lnTo>
                <a:lnTo>
                  <a:pt x="199396" y="337576"/>
                </a:lnTo>
                <a:lnTo>
                  <a:pt x="237353" y="337576"/>
                </a:lnTo>
                <a:lnTo>
                  <a:pt x="237353" y="249393"/>
                </a:lnTo>
                <a:lnTo>
                  <a:pt x="325003" y="249393"/>
                </a:lnTo>
                <a:lnTo>
                  <a:pt x="325003" y="337576"/>
                </a:lnTo>
                <a:lnTo>
                  <a:pt x="362950" y="337576"/>
                </a:lnTo>
                <a:lnTo>
                  <a:pt x="362950" y="211445"/>
                </a:lnTo>
                <a:lnTo>
                  <a:pt x="311925" y="211445"/>
                </a:lnTo>
                <a:cubicBezTo>
                  <a:pt x="327765" y="201225"/>
                  <a:pt x="338290" y="183423"/>
                  <a:pt x="338290" y="163144"/>
                </a:cubicBezTo>
                <a:close/>
                <a:moveTo>
                  <a:pt x="281169" y="143685"/>
                </a:moveTo>
                <a:cubicBezTo>
                  <a:pt x="291741" y="143685"/>
                  <a:pt x="300342" y="152419"/>
                  <a:pt x="300342" y="163144"/>
                </a:cubicBezTo>
                <a:cubicBezTo>
                  <a:pt x="300342" y="173869"/>
                  <a:pt x="291741" y="182604"/>
                  <a:pt x="281169" y="182604"/>
                </a:cubicBezTo>
                <a:cubicBezTo>
                  <a:pt x="270596" y="182604"/>
                  <a:pt x="261985" y="173869"/>
                  <a:pt x="261985" y="163144"/>
                </a:cubicBezTo>
                <a:cubicBezTo>
                  <a:pt x="261985" y="152419"/>
                  <a:pt x="270596" y="143685"/>
                  <a:pt x="281169" y="143685"/>
                </a:cubicBezTo>
                <a:close/>
                <a:moveTo>
                  <a:pt x="510835" y="211445"/>
                </a:moveTo>
                <a:cubicBezTo>
                  <a:pt x="526666" y="201225"/>
                  <a:pt x="537200" y="183413"/>
                  <a:pt x="537200" y="163144"/>
                </a:cubicBezTo>
                <a:cubicBezTo>
                  <a:pt x="537200" y="131483"/>
                  <a:pt x="511578" y="105718"/>
                  <a:pt x="480070" y="105718"/>
                </a:cubicBezTo>
                <a:cubicBezTo>
                  <a:pt x="448561" y="105718"/>
                  <a:pt x="422929" y="131483"/>
                  <a:pt x="422929" y="163144"/>
                </a:cubicBezTo>
                <a:cubicBezTo>
                  <a:pt x="422929" y="183413"/>
                  <a:pt x="433464" y="201225"/>
                  <a:pt x="449294" y="211445"/>
                </a:cubicBezTo>
                <a:lnTo>
                  <a:pt x="398288" y="211445"/>
                </a:lnTo>
                <a:lnTo>
                  <a:pt x="398288" y="337576"/>
                </a:lnTo>
                <a:lnTo>
                  <a:pt x="436235" y="337576"/>
                </a:lnTo>
                <a:lnTo>
                  <a:pt x="436235" y="249393"/>
                </a:lnTo>
                <a:lnTo>
                  <a:pt x="523885" y="249393"/>
                </a:lnTo>
                <a:lnTo>
                  <a:pt x="523885" y="337576"/>
                </a:lnTo>
                <a:lnTo>
                  <a:pt x="561832" y="337576"/>
                </a:lnTo>
                <a:lnTo>
                  <a:pt x="561832" y="211445"/>
                </a:lnTo>
                <a:lnTo>
                  <a:pt x="510835" y="211445"/>
                </a:lnTo>
                <a:close/>
                <a:moveTo>
                  <a:pt x="480060" y="143685"/>
                </a:moveTo>
                <a:cubicBezTo>
                  <a:pt x="490633" y="143685"/>
                  <a:pt x="499243" y="152419"/>
                  <a:pt x="499243" y="163144"/>
                </a:cubicBezTo>
                <a:cubicBezTo>
                  <a:pt x="499243" y="173869"/>
                  <a:pt x="490642" y="182604"/>
                  <a:pt x="480060" y="182604"/>
                </a:cubicBezTo>
                <a:cubicBezTo>
                  <a:pt x="469478" y="182604"/>
                  <a:pt x="460867" y="173869"/>
                  <a:pt x="460867" y="163144"/>
                </a:cubicBezTo>
                <a:cubicBezTo>
                  <a:pt x="460867" y="152419"/>
                  <a:pt x="469487" y="143685"/>
                  <a:pt x="480060" y="143685"/>
                </a:cubicBezTo>
                <a:close/>
              </a:path>
            </a:pathLst>
          </a:custGeom>
          <a:solidFill>
            <a:schemeClr val="tx2"/>
          </a:solidFill>
          <a:ln w="9525" cap="flat">
            <a:noFill/>
            <a:prstDash val="solid"/>
            <a:miter/>
          </a:ln>
        </p:spPr>
        <p:txBody>
          <a:bodyPr rtlCol="0" anchor="ctr"/>
          <a:lstStyle/>
          <a:p>
            <a:endParaRPr lang="en-US"/>
          </a:p>
        </p:txBody>
      </p:sp>
      <p:sp>
        <p:nvSpPr>
          <p:cNvPr id="48" name="Freeform: Shape 6">
            <a:extLst>
              <a:ext uri="{FF2B5EF4-FFF2-40B4-BE49-F238E27FC236}">
                <a16:creationId xmlns:a16="http://schemas.microsoft.com/office/drawing/2014/main" id="{84F2E4C5-2150-9040-A01F-9523DE9D5466}"/>
              </a:ext>
            </a:extLst>
          </p:cNvPr>
          <p:cNvSpPr>
            <a:spLocks noChangeAspect="1"/>
          </p:cNvSpPr>
          <p:nvPr/>
        </p:nvSpPr>
        <p:spPr>
          <a:xfrm>
            <a:off x="9829186" y="4115949"/>
            <a:ext cx="542925" cy="542925"/>
          </a:xfrm>
          <a:custGeom>
            <a:avLst/>
            <a:gdLst>
              <a:gd name="connsiteX0" fmla="*/ 410795 w 542925"/>
              <a:gd name="connsiteY0" fmla="*/ 291816 h 542925"/>
              <a:gd name="connsiteX1" fmla="*/ 410795 w 542925"/>
              <a:gd name="connsiteY1" fmla="*/ 253716 h 542925"/>
              <a:gd name="connsiteX2" fmla="*/ 378029 w 542925"/>
              <a:gd name="connsiteY2" fmla="*/ 253716 h 542925"/>
              <a:gd name="connsiteX3" fmla="*/ 360694 w 542925"/>
              <a:gd name="connsiteY3" fmla="*/ 211711 h 542925"/>
              <a:gd name="connsiteX4" fmla="*/ 390983 w 542925"/>
              <a:gd name="connsiteY4" fmla="*/ 181421 h 542925"/>
              <a:gd name="connsiteX5" fmla="*/ 364028 w 542925"/>
              <a:gd name="connsiteY5" fmla="*/ 154465 h 542925"/>
              <a:gd name="connsiteX6" fmla="*/ 333738 w 542925"/>
              <a:gd name="connsiteY6" fmla="*/ 184755 h 542925"/>
              <a:gd name="connsiteX7" fmla="*/ 291733 w 542925"/>
              <a:gd name="connsiteY7" fmla="*/ 167419 h 542925"/>
              <a:gd name="connsiteX8" fmla="*/ 291733 w 542925"/>
              <a:gd name="connsiteY8" fmla="*/ 129891 h 542925"/>
              <a:gd name="connsiteX9" fmla="*/ 253633 w 542925"/>
              <a:gd name="connsiteY9" fmla="*/ 129891 h 542925"/>
              <a:gd name="connsiteX10" fmla="*/ 253633 w 542925"/>
              <a:gd name="connsiteY10" fmla="*/ 167419 h 542925"/>
              <a:gd name="connsiteX11" fmla="*/ 211628 w 542925"/>
              <a:gd name="connsiteY11" fmla="*/ 184755 h 542925"/>
              <a:gd name="connsiteX12" fmla="*/ 181338 w 542925"/>
              <a:gd name="connsiteY12" fmla="*/ 154465 h 542925"/>
              <a:gd name="connsiteX13" fmla="*/ 154382 w 542925"/>
              <a:gd name="connsiteY13" fmla="*/ 181421 h 542925"/>
              <a:gd name="connsiteX14" fmla="*/ 184672 w 542925"/>
              <a:gd name="connsiteY14" fmla="*/ 211711 h 542925"/>
              <a:gd name="connsiteX15" fmla="*/ 167336 w 542925"/>
              <a:gd name="connsiteY15" fmla="*/ 253716 h 542925"/>
              <a:gd name="connsiteX16" fmla="*/ 125045 w 542925"/>
              <a:gd name="connsiteY16" fmla="*/ 253716 h 542925"/>
              <a:gd name="connsiteX17" fmla="*/ 125045 w 542925"/>
              <a:gd name="connsiteY17" fmla="*/ 291816 h 542925"/>
              <a:gd name="connsiteX18" fmla="*/ 167336 w 542925"/>
              <a:gd name="connsiteY18" fmla="*/ 291816 h 542925"/>
              <a:gd name="connsiteX19" fmla="*/ 184672 w 542925"/>
              <a:gd name="connsiteY19" fmla="*/ 333821 h 542925"/>
              <a:gd name="connsiteX20" fmla="*/ 154382 w 542925"/>
              <a:gd name="connsiteY20" fmla="*/ 364111 h 542925"/>
              <a:gd name="connsiteX21" fmla="*/ 181338 w 542925"/>
              <a:gd name="connsiteY21" fmla="*/ 391066 h 542925"/>
              <a:gd name="connsiteX22" fmla="*/ 211628 w 542925"/>
              <a:gd name="connsiteY22" fmla="*/ 360777 h 542925"/>
              <a:gd name="connsiteX23" fmla="*/ 253633 w 542925"/>
              <a:gd name="connsiteY23" fmla="*/ 378112 h 542925"/>
              <a:gd name="connsiteX24" fmla="*/ 253633 w 542925"/>
              <a:gd name="connsiteY24" fmla="*/ 415641 h 542925"/>
              <a:gd name="connsiteX25" fmla="*/ 291733 w 542925"/>
              <a:gd name="connsiteY25" fmla="*/ 415641 h 542925"/>
              <a:gd name="connsiteX26" fmla="*/ 291733 w 542925"/>
              <a:gd name="connsiteY26" fmla="*/ 378112 h 542925"/>
              <a:gd name="connsiteX27" fmla="*/ 333738 w 542925"/>
              <a:gd name="connsiteY27" fmla="*/ 360777 h 542925"/>
              <a:gd name="connsiteX28" fmla="*/ 364028 w 542925"/>
              <a:gd name="connsiteY28" fmla="*/ 391066 h 542925"/>
              <a:gd name="connsiteX29" fmla="*/ 390983 w 542925"/>
              <a:gd name="connsiteY29" fmla="*/ 364111 h 542925"/>
              <a:gd name="connsiteX30" fmla="*/ 360694 w 542925"/>
              <a:gd name="connsiteY30" fmla="*/ 333821 h 542925"/>
              <a:gd name="connsiteX31" fmla="*/ 378029 w 542925"/>
              <a:gd name="connsiteY31" fmla="*/ 291816 h 542925"/>
              <a:gd name="connsiteX32" fmla="*/ 410795 w 542925"/>
              <a:gd name="connsiteY32" fmla="*/ 291816 h 542925"/>
              <a:gd name="connsiteX33" fmla="*/ 272683 w 542925"/>
              <a:gd name="connsiteY33" fmla="*/ 341822 h 542925"/>
              <a:gd name="connsiteX34" fmla="*/ 203627 w 542925"/>
              <a:gd name="connsiteY34" fmla="*/ 272766 h 542925"/>
              <a:gd name="connsiteX35" fmla="*/ 272683 w 542925"/>
              <a:gd name="connsiteY35" fmla="*/ 203710 h 542925"/>
              <a:gd name="connsiteX36" fmla="*/ 341739 w 542925"/>
              <a:gd name="connsiteY36" fmla="*/ 272766 h 542925"/>
              <a:gd name="connsiteX37" fmla="*/ 272683 w 542925"/>
              <a:gd name="connsiteY37" fmla="*/ 341822 h 542925"/>
              <a:gd name="connsiteX38" fmla="*/ 310783 w 542925"/>
              <a:gd name="connsiteY38" fmla="*/ 272766 h 542925"/>
              <a:gd name="connsiteX39" fmla="*/ 272683 w 542925"/>
              <a:gd name="connsiteY39" fmla="*/ 310866 h 542925"/>
              <a:gd name="connsiteX40" fmla="*/ 234583 w 542925"/>
              <a:gd name="connsiteY40" fmla="*/ 272766 h 542925"/>
              <a:gd name="connsiteX41" fmla="*/ 272683 w 542925"/>
              <a:gd name="connsiteY41" fmla="*/ 234666 h 542925"/>
              <a:gd name="connsiteX42" fmla="*/ 310783 w 542925"/>
              <a:gd name="connsiteY42" fmla="*/ 272766 h 542925"/>
              <a:gd name="connsiteX43" fmla="*/ 501187 w 542925"/>
              <a:gd name="connsiteY43" fmla="*/ 407926 h 542925"/>
              <a:gd name="connsiteX44" fmla="*/ 338691 w 542925"/>
              <a:gd name="connsiteY44" fmla="*/ 529941 h 542925"/>
              <a:gd name="connsiteX45" fmla="*/ 272111 w 542925"/>
              <a:gd name="connsiteY45" fmla="*/ 538418 h 542925"/>
              <a:gd name="connsiteX46" fmla="*/ 89803 w 542925"/>
              <a:gd name="connsiteY46" fmla="*/ 465361 h 542925"/>
              <a:gd name="connsiteX47" fmla="*/ 89803 w 542925"/>
              <a:gd name="connsiteY47" fmla="*/ 509176 h 542925"/>
              <a:gd name="connsiteX48" fmla="*/ 51703 w 542925"/>
              <a:gd name="connsiteY48" fmla="*/ 509176 h 542925"/>
              <a:gd name="connsiteX49" fmla="*/ 51703 w 542925"/>
              <a:gd name="connsiteY49" fmla="*/ 400782 h 542925"/>
              <a:gd name="connsiteX50" fmla="*/ 160097 w 542925"/>
              <a:gd name="connsiteY50" fmla="*/ 400782 h 542925"/>
              <a:gd name="connsiteX51" fmla="*/ 160097 w 542925"/>
              <a:gd name="connsiteY51" fmla="*/ 438882 h 542925"/>
              <a:gd name="connsiteX52" fmla="*/ 113901 w 542925"/>
              <a:gd name="connsiteY52" fmla="*/ 438882 h 542925"/>
              <a:gd name="connsiteX53" fmla="*/ 329833 w 542925"/>
              <a:gd name="connsiteY53" fmla="*/ 495365 h 542925"/>
              <a:gd name="connsiteX54" fmla="*/ 470517 w 542925"/>
              <a:gd name="connsiteY54" fmla="*/ 389828 h 542925"/>
              <a:gd name="connsiteX55" fmla="*/ 495282 w 542925"/>
              <a:gd name="connsiteY55" fmla="*/ 215711 h 542925"/>
              <a:gd name="connsiteX56" fmla="*/ 529858 w 542925"/>
              <a:gd name="connsiteY56" fmla="*/ 206853 h 542925"/>
              <a:gd name="connsiteX57" fmla="*/ 501187 w 542925"/>
              <a:gd name="connsiteY57" fmla="*/ 407926 h 542925"/>
              <a:gd name="connsiteX58" fmla="*/ 50083 w 542925"/>
              <a:gd name="connsiteY58" fmla="*/ 329916 h 542925"/>
              <a:gd name="connsiteX59" fmla="*/ 15508 w 542925"/>
              <a:gd name="connsiteY59" fmla="*/ 338774 h 542925"/>
              <a:gd name="connsiteX60" fmla="*/ 206674 w 542925"/>
              <a:gd name="connsiteY60" fmla="*/ 15591 h 542925"/>
              <a:gd name="connsiteX61" fmla="*/ 455563 w 542925"/>
              <a:gd name="connsiteY61" fmla="*/ 80361 h 542925"/>
              <a:gd name="connsiteX62" fmla="*/ 455658 w 542925"/>
              <a:gd name="connsiteY62" fmla="*/ 36355 h 542925"/>
              <a:gd name="connsiteX63" fmla="*/ 493758 w 542925"/>
              <a:gd name="connsiteY63" fmla="*/ 36355 h 542925"/>
              <a:gd name="connsiteX64" fmla="*/ 493663 w 542925"/>
              <a:gd name="connsiteY64" fmla="*/ 144750 h 542925"/>
              <a:gd name="connsiteX65" fmla="*/ 385268 w 542925"/>
              <a:gd name="connsiteY65" fmla="*/ 144655 h 542925"/>
              <a:gd name="connsiteX66" fmla="*/ 385268 w 542925"/>
              <a:gd name="connsiteY66" fmla="*/ 106555 h 542925"/>
              <a:gd name="connsiteX67" fmla="*/ 431369 w 542925"/>
              <a:gd name="connsiteY67" fmla="*/ 106650 h 542925"/>
              <a:gd name="connsiteX68" fmla="*/ 215533 w 542925"/>
              <a:gd name="connsiteY68" fmla="*/ 50167 h 542925"/>
              <a:gd name="connsiteX69" fmla="*/ 50083 w 542925"/>
              <a:gd name="connsiteY69" fmla="*/ 3299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42925" h="542925">
                <a:moveTo>
                  <a:pt x="410795" y="291816"/>
                </a:moveTo>
                <a:lnTo>
                  <a:pt x="410795" y="253716"/>
                </a:lnTo>
                <a:lnTo>
                  <a:pt x="378029" y="253716"/>
                </a:lnTo>
                <a:cubicBezTo>
                  <a:pt x="375267" y="238285"/>
                  <a:pt x="369266" y="224093"/>
                  <a:pt x="360694" y="211711"/>
                </a:cubicBezTo>
                <a:lnTo>
                  <a:pt x="390983" y="181421"/>
                </a:lnTo>
                <a:lnTo>
                  <a:pt x="364028" y="154465"/>
                </a:lnTo>
                <a:lnTo>
                  <a:pt x="333738" y="184755"/>
                </a:lnTo>
                <a:cubicBezTo>
                  <a:pt x="321355" y="176182"/>
                  <a:pt x="307163" y="170182"/>
                  <a:pt x="291733" y="167419"/>
                </a:cubicBezTo>
                <a:lnTo>
                  <a:pt x="291733" y="129891"/>
                </a:lnTo>
                <a:lnTo>
                  <a:pt x="253633" y="129891"/>
                </a:lnTo>
                <a:lnTo>
                  <a:pt x="253633" y="167419"/>
                </a:lnTo>
                <a:cubicBezTo>
                  <a:pt x="238202" y="170182"/>
                  <a:pt x="224010" y="176182"/>
                  <a:pt x="211628" y="184755"/>
                </a:cubicBezTo>
                <a:lnTo>
                  <a:pt x="181338" y="154465"/>
                </a:lnTo>
                <a:lnTo>
                  <a:pt x="154382" y="181421"/>
                </a:lnTo>
                <a:lnTo>
                  <a:pt x="184672" y="211711"/>
                </a:lnTo>
                <a:cubicBezTo>
                  <a:pt x="176099" y="224093"/>
                  <a:pt x="170098" y="238285"/>
                  <a:pt x="167336" y="253716"/>
                </a:cubicBezTo>
                <a:lnTo>
                  <a:pt x="125045" y="253716"/>
                </a:lnTo>
                <a:lnTo>
                  <a:pt x="125045" y="291816"/>
                </a:lnTo>
                <a:lnTo>
                  <a:pt x="167336" y="291816"/>
                </a:lnTo>
                <a:cubicBezTo>
                  <a:pt x="170098" y="307246"/>
                  <a:pt x="176099" y="321439"/>
                  <a:pt x="184672" y="333821"/>
                </a:cubicBezTo>
                <a:lnTo>
                  <a:pt x="154382" y="364111"/>
                </a:lnTo>
                <a:lnTo>
                  <a:pt x="181338" y="391066"/>
                </a:lnTo>
                <a:lnTo>
                  <a:pt x="211628" y="360777"/>
                </a:lnTo>
                <a:cubicBezTo>
                  <a:pt x="224010" y="369349"/>
                  <a:pt x="238202" y="375350"/>
                  <a:pt x="253633" y="378112"/>
                </a:cubicBezTo>
                <a:lnTo>
                  <a:pt x="253633" y="415641"/>
                </a:lnTo>
                <a:lnTo>
                  <a:pt x="291733" y="415641"/>
                </a:lnTo>
                <a:lnTo>
                  <a:pt x="291733" y="378112"/>
                </a:lnTo>
                <a:cubicBezTo>
                  <a:pt x="307163" y="375350"/>
                  <a:pt x="321355" y="369349"/>
                  <a:pt x="333738" y="360777"/>
                </a:cubicBezTo>
                <a:lnTo>
                  <a:pt x="364028" y="391066"/>
                </a:lnTo>
                <a:lnTo>
                  <a:pt x="390983" y="364111"/>
                </a:lnTo>
                <a:lnTo>
                  <a:pt x="360694" y="333821"/>
                </a:lnTo>
                <a:cubicBezTo>
                  <a:pt x="369266" y="321439"/>
                  <a:pt x="375267" y="307246"/>
                  <a:pt x="378029" y="291816"/>
                </a:cubicBezTo>
                <a:lnTo>
                  <a:pt x="410795" y="291816"/>
                </a:lnTo>
                <a:close/>
                <a:moveTo>
                  <a:pt x="272683" y="341822"/>
                </a:moveTo>
                <a:cubicBezTo>
                  <a:pt x="234583" y="341822"/>
                  <a:pt x="203627" y="310866"/>
                  <a:pt x="203627" y="272766"/>
                </a:cubicBezTo>
                <a:cubicBezTo>
                  <a:pt x="203627" y="234666"/>
                  <a:pt x="234583" y="203710"/>
                  <a:pt x="272683" y="203710"/>
                </a:cubicBezTo>
                <a:cubicBezTo>
                  <a:pt x="310783" y="203710"/>
                  <a:pt x="341739" y="234666"/>
                  <a:pt x="341739" y="272766"/>
                </a:cubicBezTo>
                <a:cubicBezTo>
                  <a:pt x="341739" y="310866"/>
                  <a:pt x="310687" y="341822"/>
                  <a:pt x="272683" y="341822"/>
                </a:cubicBezTo>
                <a:close/>
                <a:moveTo>
                  <a:pt x="310783" y="272766"/>
                </a:moveTo>
                <a:cubicBezTo>
                  <a:pt x="310783" y="293816"/>
                  <a:pt x="293733" y="310866"/>
                  <a:pt x="272683" y="310866"/>
                </a:cubicBezTo>
                <a:cubicBezTo>
                  <a:pt x="251632" y="310866"/>
                  <a:pt x="234583" y="293816"/>
                  <a:pt x="234583" y="272766"/>
                </a:cubicBezTo>
                <a:cubicBezTo>
                  <a:pt x="234583" y="251716"/>
                  <a:pt x="251632" y="234666"/>
                  <a:pt x="272683" y="234666"/>
                </a:cubicBezTo>
                <a:cubicBezTo>
                  <a:pt x="293733" y="234666"/>
                  <a:pt x="310783" y="251716"/>
                  <a:pt x="310783" y="272766"/>
                </a:cubicBezTo>
                <a:close/>
                <a:moveTo>
                  <a:pt x="501187" y="407926"/>
                </a:moveTo>
                <a:cubicBezTo>
                  <a:pt x="465088" y="468981"/>
                  <a:pt x="407366" y="512320"/>
                  <a:pt x="338691" y="529941"/>
                </a:cubicBezTo>
                <a:cubicBezTo>
                  <a:pt x="316593" y="535656"/>
                  <a:pt x="294209" y="538418"/>
                  <a:pt x="272111" y="538418"/>
                </a:cubicBezTo>
                <a:cubicBezTo>
                  <a:pt x="204388" y="538418"/>
                  <a:pt x="139237" y="512510"/>
                  <a:pt x="89803" y="465361"/>
                </a:cubicBezTo>
                <a:lnTo>
                  <a:pt x="89803" y="509176"/>
                </a:lnTo>
                <a:lnTo>
                  <a:pt x="51703" y="509176"/>
                </a:lnTo>
                <a:lnTo>
                  <a:pt x="51703" y="400782"/>
                </a:lnTo>
                <a:lnTo>
                  <a:pt x="160097" y="400782"/>
                </a:lnTo>
                <a:lnTo>
                  <a:pt x="160097" y="438882"/>
                </a:lnTo>
                <a:lnTo>
                  <a:pt x="113901" y="438882"/>
                </a:lnTo>
                <a:cubicBezTo>
                  <a:pt x="170670" y="493365"/>
                  <a:pt x="251728" y="515463"/>
                  <a:pt x="329833" y="495365"/>
                </a:cubicBezTo>
                <a:cubicBezTo>
                  <a:pt x="389269" y="480125"/>
                  <a:pt x="439275" y="442597"/>
                  <a:pt x="470517" y="389828"/>
                </a:cubicBezTo>
                <a:cubicBezTo>
                  <a:pt x="501759" y="336964"/>
                  <a:pt x="510617" y="275147"/>
                  <a:pt x="495282" y="215711"/>
                </a:cubicBezTo>
                <a:lnTo>
                  <a:pt x="529858" y="206853"/>
                </a:lnTo>
                <a:cubicBezTo>
                  <a:pt x="547479" y="275433"/>
                  <a:pt x="537287" y="346966"/>
                  <a:pt x="501187" y="407926"/>
                </a:cubicBezTo>
                <a:close/>
                <a:moveTo>
                  <a:pt x="50083" y="329916"/>
                </a:moveTo>
                <a:lnTo>
                  <a:pt x="15508" y="338774"/>
                </a:lnTo>
                <a:cubicBezTo>
                  <a:pt x="-20878" y="196947"/>
                  <a:pt x="64847" y="51976"/>
                  <a:pt x="206674" y="15591"/>
                </a:cubicBezTo>
                <a:cubicBezTo>
                  <a:pt x="296971" y="-7555"/>
                  <a:pt x="390126" y="17782"/>
                  <a:pt x="455563" y="80361"/>
                </a:cubicBezTo>
                <a:lnTo>
                  <a:pt x="455658" y="36355"/>
                </a:lnTo>
                <a:lnTo>
                  <a:pt x="493758" y="36355"/>
                </a:lnTo>
                <a:lnTo>
                  <a:pt x="493663" y="144750"/>
                </a:lnTo>
                <a:lnTo>
                  <a:pt x="385268" y="144655"/>
                </a:lnTo>
                <a:lnTo>
                  <a:pt x="385268" y="106555"/>
                </a:lnTo>
                <a:lnTo>
                  <a:pt x="431369" y="106650"/>
                </a:lnTo>
                <a:cubicBezTo>
                  <a:pt x="374696" y="52167"/>
                  <a:pt x="293828" y="30069"/>
                  <a:pt x="215533" y="50167"/>
                </a:cubicBezTo>
                <a:cubicBezTo>
                  <a:pt x="92755" y="81694"/>
                  <a:pt x="18556" y="207139"/>
                  <a:pt x="50083" y="329916"/>
                </a:cubicBezTo>
                <a:close/>
              </a:path>
            </a:pathLst>
          </a:custGeom>
          <a:solidFill>
            <a:schemeClr val="tx2"/>
          </a:solidFill>
          <a:ln w="9525" cap="flat">
            <a:noFill/>
            <a:prstDash val="solid"/>
            <a:miter/>
          </a:ln>
        </p:spPr>
        <p:txBody>
          <a:bodyPr rtlCol="0" anchor="ctr"/>
          <a:lstStyle/>
          <a:p>
            <a:endParaRPr lang="en-US"/>
          </a:p>
        </p:txBody>
      </p:sp>
      <p:sp>
        <p:nvSpPr>
          <p:cNvPr id="49" name="TextBox 15">
            <a:extLst>
              <a:ext uri="{FF2B5EF4-FFF2-40B4-BE49-F238E27FC236}">
                <a16:creationId xmlns:a16="http://schemas.microsoft.com/office/drawing/2014/main" id="{AAAD56A7-1A0E-944F-A088-3484BAF1F5FF}"/>
              </a:ext>
            </a:extLst>
          </p:cNvPr>
          <p:cNvSpPr txBox="1"/>
          <p:nvPr/>
        </p:nvSpPr>
        <p:spPr>
          <a:xfrm>
            <a:off x="9786299" y="4695590"/>
            <a:ext cx="628698" cy="338554"/>
          </a:xfrm>
          <a:prstGeom prst="rect">
            <a:avLst/>
          </a:prstGeom>
          <a:noFill/>
        </p:spPr>
        <p:txBody>
          <a:bodyPr wrap="none" lIns="0" rIns="0" rtlCol="0" anchor="ctr" anchorCtr="0">
            <a:noAutofit/>
          </a:bodyPr>
          <a:lstStyle/>
          <a:p>
            <a:pPr algn="ctr"/>
            <a:r>
              <a:rPr lang="en-US" sz="800"/>
              <a:t>Technical</a:t>
            </a:r>
          </a:p>
          <a:p>
            <a:pPr algn="ctr"/>
            <a:r>
              <a:rPr lang="en-US" sz="800"/>
              <a:t>evolution</a:t>
            </a:r>
          </a:p>
        </p:txBody>
      </p:sp>
      <p:sp>
        <p:nvSpPr>
          <p:cNvPr id="51" name="Freeform: Shape 178">
            <a:extLst>
              <a:ext uri="{FF2B5EF4-FFF2-40B4-BE49-F238E27FC236}">
                <a16:creationId xmlns:a16="http://schemas.microsoft.com/office/drawing/2014/main" id="{E1530F46-BE59-B444-90F3-5F061DCB4C9A}"/>
              </a:ext>
            </a:extLst>
          </p:cNvPr>
          <p:cNvSpPr>
            <a:spLocks noChangeAspect="1"/>
          </p:cNvSpPr>
          <p:nvPr/>
        </p:nvSpPr>
        <p:spPr>
          <a:xfrm>
            <a:off x="7097758" y="3244007"/>
            <a:ext cx="619125" cy="476250"/>
          </a:xfrm>
          <a:custGeom>
            <a:avLst/>
            <a:gdLst>
              <a:gd name="connsiteX0" fmla="*/ 502444 w 619125"/>
              <a:gd name="connsiteY0" fmla="*/ 64294 h 476250"/>
              <a:gd name="connsiteX1" fmla="*/ 332232 w 619125"/>
              <a:gd name="connsiteY1" fmla="*/ 64294 h 476250"/>
              <a:gd name="connsiteX2" fmla="*/ 332232 w 619125"/>
              <a:gd name="connsiteY2" fmla="*/ 7144 h 476250"/>
              <a:gd name="connsiteX3" fmla="*/ 294132 w 619125"/>
              <a:gd name="connsiteY3" fmla="*/ 7144 h 476250"/>
              <a:gd name="connsiteX4" fmla="*/ 294132 w 619125"/>
              <a:gd name="connsiteY4" fmla="*/ 64294 h 476250"/>
              <a:gd name="connsiteX5" fmla="*/ 121444 w 619125"/>
              <a:gd name="connsiteY5" fmla="*/ 64294 h 476250"/>
              <a:gd name="connsiteX6" fmla="*/ 7144 w 619125"/>
              <a:gd name="connsiteY6" fmla="*/ 235744 h 476250"/>
              <a:gd name="connsiteX7" fmla="*/ 121444 w 619125"/>
              <a:gd name="connsiteY7" fmla="*/ 350044 h 476250"/>
              <a:gd name="connsiteX8" fmla="*/ 235744 w 619125"/>
              <a:gd name="connsiteY8" fmla="*/ 235744 h 476250"/>
              <a:gd name="connsiteX9" fmla="*/ 146875 w 619125"/>
              <a:gd name="connsiteY9" fmla="*/ 102394 h 476250"/>
              <a:gd name="connsiteX10" fmla="*/ 294227 w 619125"/>
              <a:gd name="connsiteY10" fmla="*/ 102394 h 476250"/>
              <a:gd name="connsiteX11" fmla="*/ 294227 w 619125"/>
              <a:gd name="connsiteY11" fmla="*/ 435769 h 476250"/>
              <a:gd name="connsiteX12" fmla="*/ 121444 w 619125"/>
              <a:gd name="connsiteY12" fmla="*/ 435769 h 476250"/>
              <a:gd name="connsiteX13" fmla="*/ 121444 w 619125"/>
              <a:gd name="connsiteY13" fmla="*/ 473869 h 476250"/>
              <a:gd name="connsiteX14" fmla="*/ 502444 w 619125"/>
              <a:gd name="connsiteY14" fmla="*/ 473869 h 476250"/>
              <a:gd name="connsiteX15" fmla="*/ 502444 w 619125"/>
              <a:gd name="connsiteY15" fmla="*/ 435769 h 476250"/>
              <a:gd name="connsiteX16" fmla="*/ 332232 w 619125"/>
              <a:gd name="connsiteY16" fmla="*/ 435769 h 476250"/>
              <a:gd name="connsiteX17" fmla="*/ 332232 w 619125"/>
              <a:gd name="connsiteY17" fmla="*/ 102394 h 476250"/>
              <a:gd name="connsiteX18" fmla="*/ 477012 w 619125"/>
              <a:gd name="connsiteY18" fmla="*/ 102394 h 476250"/>
              <a:gd name="connsiteX19" fmla="*/ 388144 w 619125"/>
              <a:gd name="connsiteY19" fmla="*/ 235744 h 476250"/>
              <a:gd name="connsiteX20" fmla="*/ 502444 w 619125"/>
              <a:gd name="connsiteY20" fmla="*/ 350044 h 476250"/>
              <a:gd name="connsiteX21" fmla="*/ 616744 w 619125"/>
              <a:gd name="connsiteY21" fmla="*/ 235744 h 476250"/>
              <a:gd name="connsiteX22" fmla="*/ 502444 w 619125"/>
              <a:gd name="connsiteY22" fmla="*/ 64294 h 476250"/>
              <a:gd name="connsiteX23" fmla="*/ 121444 w 619125"/>
              <a:gd name="connsiteY23" fmla="*/ 132969 h 476250"/>
              <a:gd name="connsiteX24" fmla="*/ 189929 w 619125"/>
              <a:gd name="connsiteY24" fmla="*/ 235744 h 476250"/>
              <a:gd name="connsiteX25" fmla="*/ 52959 w 619125"/>
              <a:gd name="connsiteY25" fmla="*/ 235744 h 476250"/>
              <a:gd name="connsiteX26" fmla="*/ 121444 w 619125"/>
              <a:gd name="connsiteY26" fmla="*/ 132969 h 476250"/>
              <a:gd name="connsiteX27" fmla="*/ 121444 w 619125"/>
              <a:gd name="connsiteY27" fmla="*/ 311944 h 476250"/>
              <a:gd name="connsiteX28" fmla="*/ 55531 w 619125"/>
              <a:gd name="connsiteY28" fmla="*/ 273844 h 476250"/>
              <a:gd name="connsiteX29" fmla="*/ 187357 w 619125"/>
              <a:gd name="connsiteY29" fmla="*/ 273844 h 476250"/>
              <a:gd name="connsiteX30" fmla="*/ 121444 w 619125"/>
              <a:gd name="connsiteY30" fmla="*/ 311944 h 476250"/>
              <a:gd name="connsiteX31" fmla="*/ 570929 w 619125"/>
              <a:gd name="connsiteY31" fmla="*/ 235744 h 476250"/>
              <a:gd name="connsiteX32" fmla="*/ 433864 w 619125"/>
              <a:gd name="connsiteY32" fmla="*/ 235744 h 476250"/>
              <a:gd name="connsiteX33" fmla="*/ 502444 w 619125"/>
              <a:gd name="connsiteY33" fmla="*/ 132969 h 476250"/>
              <a:gd name="connsiteX34" fmla="*/ 570929 w 619125"/>
              <a:gd name="connsiteY34" fmla="*/ 235744 h 476250"/>
              <a:gd name="connsiteX35" fmla="*/ 502444 w 619125"/>
              <a:gd name="connsiteY35" fmla="*/ 311944 h 476250"/>
              <a:gd name="connsiteX36" fmla="*/ 436531 w 619125"/>
              <a:gd name="connsiteY36" fmla="*/ 273844 h 476250"/>
              <a:gd name="connsiteX37" fmla="*/ 568357 w 619125"/>
              <a:gd name="connsiteY37" fmla="*/ 273844 h 476250"/>
              <a:gd name="connsiteX38" fmla="*/ 502444 w 619125"/>
              <a:gd name="connsiteY38" fmla="*/ 31194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19125" h="476250">
                <a:moveTo>
                  <a:pt x="502444" y="64294"/>
                </a:moveTo>
                <a:lnTo>
                  <a:pt x="332232" y="64294"/>
                </a:lnTo>
                <a:lnTo>
                  <a:pt x="332232" y="7144"/>
                </a:lnTo>
                <a:lnTo>
                  <a:pt x="294132" y="7144"/>
                </a:lnTo>
                <a:lnTo>
                  <a:pt x="294132" y="64294"/>
                </a:lnTo>
                <a:lnTo>
                  <a:pt x="121444" y="64294"/>
                </a:lnTo>
                <a:lnTo>
                  <a:pt x="7144" y="235744"/>
                </a:lnTo>
                <a:cubicBezTo>
                  <a:pt x="7144" y="298895"/>
                  <a:pt x="58293" y="350044"/>
                  <a:pt x="121444" y="350044"/>
                </a:cubicBezTo>
                <a:cubicBezTo>
                  <a:pt x="184594" y="350044"/>
                  <a:pt x="235744" y="298895"/>
                  <a:pt x="235744" y="235744"/>
                </a:cubicBezTo>
                <a:lnTo>
                  <a:pt x="146875" y="102394"/>
                </a:lnTo>
                <a:lnTo>
                  <a:pt x="294227" y="102394"/>
                </a:lnTo>
                <a:lnTo>
                  <a:pt x="294227" y="435769"/>
                </a:lnTo>
                <a:lnTo>
                  <a:pt x="121444" y="435769"/>
                </a:lnTo>
                <a:lnTo>
                  <a:pt x="121444" y="473869"/>
                </a:lnTo>
                <a:lnTo>
                  <a:pt x="502444" y="473869"/>
                </a:lnTo>
                <a:lnTo>
                  <a:pt x="502444" y="435769"/>
                </a:lnTo>
                <a:lnTo>
                  <a:pt x="332232" y="435769"/>
                </a:lnTo>
                <a:lnTo>
                  <a:pt x="332232" y="102394"/>
                </a:lnTo>
                <a:lnTo>
                  <a:pt x="477012" y="102394"/>
                </a:lnTo>
                <a:lnTo>
                  <a:pt x="388144" y="235744"/>
                </a:lnTo>
                <a:cubicBezTo>
                  <a:pt x="388144" y="298895"/>
                  <a:pt x="439293" y="350044"/>
                  <a:pt x="502444" y="350044"/>
                </a:cubicBezTo>
                <a:cubicBezTo>
                  <a:pt x="565595" y="350044"/>
                  <a:pt x="616744" y="298895"/>
                  <a:pt x="616744" y="235744"/>
                </a:cubicBezTo>
                <a:lnTo>
                  <a:pt x="502444" y="64294"/>
                </a:lnTo>
                <a:close/>
                <a:moveTo>
                  <a:pt x="121444" y="132969"/>
                </a:moveTo>
                <a:lnTo>
                  <a:pt x="189929" y="235744"/>
                </a:lnTo>
                <a:lnTo>
                  <a:pt x="52959" y="235744"/>
                </a:lnTo>
                <a:lnTo>
                  <a:pt x="121444" y="132969"/>
                </a:lnTo>
                <a:close/>
                <a:moveTo>
                  <a:pt x="121444" y="311944"/>
                </a:moveTo>
                <a:cubicBezTo>
                  <a:pt x="93345" y="311944"/>
                  <a:pt x="68771" y="296609"/>
                  <a:pt x="55531" y="273844"/>
                </a:cubicBezTo>
                <a:lnTo>
                  <a:pt x="187357" y="273844"/>
                </a:lnTo>
                <a:cubicBezTo>
                  <a:pt x="174117" y="296609"/>
                  <a:pt x="149542" y="311944"/>
                  <a:pt x="121444" y="311944"/>
                </a:cubicBezTo>
                <a:close/>
                <a:moveTo>
                  <a:pt x="570929" y="235744"/>
                </a:moveTo>
                <a:lnTo>
                  <a:pt x="433864" y="235744"/>
                </a:lnTo>
                <a:lnTo>
                  <a:pt x="502444" y="132969"/>
                </a:lnTo>
                <a:lnTo>
                  <a:pt x="570929" y="235744"/>
                </a:lnTo>
                <a:close/>
                <a:moveTo>
                  <a:pt x="502444" y="311944"/>
                </a:moveTo>
                <a:cubicBezTo>
                  <a:pt x="474345" y="311944"/>
                  <a:pt x="449771" y="296609"/>
                  <a:pt x="436531" y="273844"/>
                </a:cubicBezTo>
                <a:lnTo>
                  <a:pt x="568357" y="273844"/>
                </a:lnTo>
                <a:cubicBezTo>
                  <a:pt x="555117" y="296609"/>
                  <a:pt x="530543" y="311944"/>
                  <a:pt x="502444" y="311944"/>
                </a:cubicBezTo>
                <a:close/>
              </a:path>
            </a:pathLst>
          </a:custGeom>
          <a:solidFill>
            <a:schemeClr val="tx2"/>
          </a:solidFill>
          <a:ln w="9525" cap="flat">
            <a:noFill/>
            <a:prstDash val="solid"/>
            <a:miter/>
          </a:ln>
        </p:spPr>
        <p:txBody>
          <a:bodyPr rtlCol="0" anchor="ctr"/>
          <a:lstStyle/>
          <a:p>
            <a:endParaRPr lang="en-US"/>
          </a:p>
        </p:txBody>
      </p:sp>
      <p:sp>
        <p:nvSpPr>
          <p:cNvPr id="52" name="TextBox 16">
            <a:extLst>
              <a:ext uri="{FF2B5EF4-FFF2-40B4-BE49-F238E27FC236}">
                <a16:creationId xmlns:a16="http://schemas.microsoft.com/office/drawing/2014/main" id="{1F742908-1439-E640-A64C-AFC4225D2DF7}"/>
              </a:ext>
            </a:extLst>
          </p:cNvPr>
          <p:cNvSpPr txBox="1"/>
          <p:nvPr/>
        </p:nvSpPr>
        <p:spPr>
          <a:xfrm>
            <a:off x="7189953" y="3779422"/>
            <a:ext cx="434734" cy="215444"/>
          </a:xfrm>
          <a:prstGeom prst="rect">
            <a:avLst/>
          </a:prstGeom>
          <a:noFill/>
        </p:spPr>
        <p:txBody>
          <a:bodyPr wrap="none" lIns="0" rIns="0" rtlCol="0" anchor="ctr" anchorCtr="0">
            <a:noAutofit/>
          </a:bodyPr>
          <a:lstStyle/>
          <a:p>
            <a:pPr algn="ctr"/>
            <a:r>
              <a:rPr lang="en-US" sz="800"/>
              <a:t>Scale</a:t>
            </a:r>
          </a:p>
        </p:txBody>
      </p:sp>
      <p:sp>
        <p:nvSpPr>
          <p:cNvPr id="54" name="Freeform: Shape 200">
            <a:extLst>
              <a:ext uri="{FF2B5EF4-FFF2-40B4-BE49-F238E27FC236}">
                <a16:creationId xmlns:a16="http://schemas.microsoft.com/office/drawing/2014/main" id="{86E16AEA-37C5-BF42-B12A-1265418EBFBB}"/>
              </a:ext>
            </a:extLst>
          </p:cNvPr>
          <p:cNvSpPr>
            <a:spLocks noChangeAspect="1"/>
          </p:cNvSpPr>
          <p:nvPr/>
        </p:nvSpPr>
        <p:spPr>
          <a:xfrm>
            <a:off x="2597192" y="4144524"/>
            <a:ext cx="542925" cy="485775"/>
          </a:xfrm>
          <a:custGeom>
            <a:avLst/>
            <a:gdLst>
              <a:gd name="connsiteX0" fmla="*/ 7144 w 542925"/>
              <a:gd name="connsiteY0" fmla="*/ 7144 h 485775"/>
              <a:gd name="connsiteX1" fmla="*/ 7144 w 542925"/>
              <a:gd name="connsiteY1" fmla="*/ 388144 h 485775"/>
              <a:gd name="connsiteX2" fmla="*/ 121444 w 542925"/>
              <a:gd name="connsiteY2" fmla="*/ 388144 h 485775"/>
              <a:gd name="connsiteX3" fmla="*/ 121444 w 542925"/>
              <a:gd name="connsiteY3" fmla="*/ 483394 h 485775"/>
              <a:gd name="connsiteX4" fmla="*/ 235744 w 542925"/>
              <a:gd name="connsiteY4" fmla="*/ 388144 h 485775"/>
              <a:gd name="connsiteX5" fmla="*/ 540544 w 542925"/>
              <a:gd name="connsiteY5" fmla="*/ 388144 h 485775"/>
              <a:gd name="connsiteX6" fmla="*/ 540544 w 542925"/>
              <a:gd name="connsiteY6" fmla="*/ 7144 h 485775"/>
              <a:gd name="connsiteX7" fmla="*/ 7144 w 542925"/>
              <a:gd name="connsiteY7" fmla="*/ 7144 h 485775"/>
              <a:gd name="connsiteX8" fmla="*/ 502444 w 542925"/>
              <a:gd name="connsiteY8" fmla="*/ 350044 h 485775"/>
              <a:gd name="connsiteX9" fmla="*/ 235744 w 542925"/>
              <a:gd name="connsiteY9" fmla="*/ 350044 h 485775"/>
              <a:gd name="connsiteX10" fmla="*/ 221932 w 542925"/>
              <a:gd name="connsiteY10" fmla="*/ 350044 h 485775"/>
              <a:gd name="connsiteX11" fmla="*/ 211360 w 542925"/>
              <a:gd name="connsiteY11" fmla="*/ 358902 h 485775"/>
              <a:gd name="connsiteX12" fmla="*/ 159544 w 542925"/>
              <a:gd name="connsiteY12" fmla="*/ 402050 h 485775"/>
              <a:gd name="connsiteX13" fmla="*/ 159544 w 542925"/>
              <a:gd name="connsiteY13" fmla="*/ 388144 h 485775"/>
              <a:gd name="connsiteX14" fmla="*/ 159544 w 542925"/>
              <a:gd name="connsiteY14" fmla="*/ 350044 h 485775"/>
              <a:gd name="connsiteX15" fmla="*/ 121444 w 542925"/>
              <a:gd name="connsiteY15" fmla="*/ 350044 h 485775"/>
              <a:gd name="connsiteX16" fmla="*/ 45244 w 542925"/>
              <a:gd name="connsiteY16" fmla="*/ 350044 h 485775"/>
              <a:gd name="connsiteX17" fmla="*/ 45244 w 542925"/>
              <a:gd name="connsiteY17" fmla="*/ 45244 h 485775"/>
              <a:gd name="connsiteX18" fmla="*/ 502444 w 542925"/>
              <a:gd name="connsiteY18" fmla="*/ 45244 h 485775"/>
              <a:gd name="connsiteX19" fmla="*/ 502444 w 542925"/>
              <a:gd name="connsiteY19" fmla="*/ 350044 h 485775"/>
              <a:gd name="connsiteX20" fmla="*/ 247269 w 542925"/>
              <a:gd name="connsiteY20" fmla="*/ 159544 h 485775"/>
              <a:gd name="connsiteX21" fmla="*/ 209169 w 542925"/>
              <a:gd name="connsiteY21" fmla="*/ 159544 h 485775"/>
              <a:gd name="connsiteX22" fmla="*/ 209169 w 542925"/>
              <a:gd name="connsiteY22" fmla="*/ 148019 h 485775"/>
              <a:gd name="connsiteX23" fmla="*/ 230791 w 542925"/>
              <a:gd name="connsiteY23" fmla="*/ 99727 h 485775"/>
              <a:gd name="connsiteX24" fmla="*/ 281369 w 542925"/>
              <a:gd name="connsiteY24" fmla="*/ 83725 h 485775"/>
              <a:gd name="connsiteX25" fmla="*/ 337757 w 542925"/>
              <a:gd name="connsiteY25" fmla="*/ 137160 h 485775"/>
              <a:gd name="connsiteX26" fmla="*/ 319659 w 542925"/>
              <a:gd name="connsiteY26" fmla="*/ 193739 h 485775"/>
              <a:gd name="connsiteX27" fmla="*/ 306800 w 542925"/>
              <a:gd name="connsiteY27" fmla="*/ 205740 h 485775"/>
              <a:gd name="connsiteX28" fmla="*/ 292989 w 542925"/>
              <a:gd name="connsiteY28" fmla="*/ 237458 h 485775"/>
              <a:gd name="connsiteX29" fmla="*/ 292989 w 542925"/>
              <a:gd name="connsiteY29" fmla="*/ 245269 h 485775"/>
              <a:gd name="connsiteX30" fmla="*/ 254889 w 542925"/>
              <a:gd name="connsiteY30" fmla="*/ 245269 h 485775"/>
              <a:gd name="connsiteX31" fmla="*/ 254889 w 542925"/>
              <a:gd name="connsiteY31" fmla="*/ 237458 h 485775"/>
              <a:gd name="connsiteX32" fmla="*/ 280892 w 542925"/>
              <a:gd name="connsiteY32" fmla="*/ 177832 h 485775"/>
              <a:gd name="connsiteX33" fmla="*/ 293275 w 542925"/>
              <a:gd name="connsiteY33" fmla="*/ 166306 h 485775"/>
              <a:gd name="connsiteX34" fmla="*/ 300133 w 542925"/>
              <a:gd name="connsiteY34" fmla="*/ 143351 h 485775"/>
              <a:gd name="connsiteX35" fmla="*/ 277083 w 542925"/>
              <a:gd name="connsiteY35" fmla="*/ 121634 h 485775"/>
              <a:gd name="connsiteX36" fmla="*/ 256223 w 542925"/>
              <a:gd name="connsiteY36" fmla="*/ 128207 h 485775"/>
              <a:gd name="connsiteX37" fmla="*/ 247365 w 542925"/>
              <a:gd name="connsiteY37" fmla="*/ 148019 h 485775"/>
              <a:gd name="connsiteX38" fmla="*/ 247365 w 542925"/>
              <a:gd name="connsiteY38" fmla="*/ 159544 h 485775"/>
              <a:gd name="connsiteX39" fmla="*/ 297656 w 542925"/>
              <a:gd name="connsiteY39" fmla="*/ 288131 h 485775"/>
              <a:gd name="connsiteX40" fmla="*/ 273844 w 542925"/>
              <a:gd name="connsiteY40" fmla="*/ 311944 h 485775"/>
              <a:gd name="connsiteX41" fmla="*/ 250031 w 542925"/>
              <a:gd name="connsiteY41" fmla="*/ 288131 h 485775"/>
              <a:gd name="connsiteX42" fmla="*/ 273844 w 542925"/>
              <a:gd name="connsiteY42" fmla="*/ 264319 h 485775"/>
              <a:gd name="connsiteX43" fmla="*/ 297656 w 542925"/>
              <a:gd name="connsiteY43" fmla="*/ 28813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42925" h="485775">
                <a:moveTo>
                  <a:pt x="7144" y="7144"/>
                </a:moveTo>
                <a:lnTo>
                  <a:pt x="7144" y="388144"/>
                </a:lnTo>
                <a:lnTo>
                  <a:pt x="121444" y="388144"/>
                </a:lnTo>
                <a:lnTo>
                  <a:pt x="121444" y="483394"/>
                </a:lnTo>
                <a:lnTo>
                  <a:pt x="235744" y="388144"/>
                </a:lnTo>
                <a:lnTo>
                  <a:pt x="540544" y="388144"/>
                </a:lnTo>
                <a:lnTo>
                  <a:pt x="540544" y="7144"/>
                </a:lnTo>
                <a:lnTo>
                  <a:pt x="7144" y="7144"/>
                </a:lnTo>
                <a:close/>
                <a:moveTo>
                  <a:pt x="502444" y="350044"/>
                </a:moveTo>
                <a:lnTo>
                  <a:pt x="235744" y="350044"/>
                </a:lnTo>
                <a:lnTo>
                  <a:pt x="221932" y="350044"/>
                </a:lnTo>
                <a:lnTo>
                  <a:pt x="211360" y="358902"/>
                </a:lnTo>
                <a:lnTo>
                  <a:pt x="159544" y="402050"/>
                </a:lnTo>
                <a:lnTo>
                  <a:pt x="159544" y="388144"/>
                </a:lnTo>
                <a:lnTo>
                  <a:pt x="159544" y="350044"/>
                </a:lnTo>
                <a:lnTo>
                  <a:pt x="121444" y="350044"/>
                </a:lnTo>
                <a:lnTo>
                  <a:pt x="45244" y="350044"/>
                </a:lnTo>
                <a:lnTo>
                  <a:pt x="45244" y="45244"/>
                </a:lnTo>
                <a:lnTo>
                  <a:pt x="502444" y="45244"/>
                </a:lnTo>
                <a:lnTo>
                  <a:pt x="502444" y="350044"/>
                </a:lnTo>
                <a:close/>
                <a:moveTo>
                  <a:pt x="247269" y="159544"/>
                </a:moveTo>
                <a:lnTo>
                  <a:pt x="209169" y="159544"/>
                </a:lnTo>
                <a:lnTo>
                  <a:pt x="209169" y="148019"/>
                </a:lnTo>
                <a:cubicBezTo>
                  <a:pt x="209169" y="129635"/>
                  <a:pt x="217075" y="112014"/>
                  <a:pt x="230791" y="99727"/>
                </a:cubicBezTo>
                <a:cubicBezTo>
                  <a:pt x="244507" y="87440"/>
                  <a:pt x="262890" y="81629"/>
                  <a:pt x="281369" y="83725"/>
                </a:cubicBezTo>
                <a:cubicBezTo>
                  <a:pt x="309944" y="86963"/>
                  <a:pt x="333090" y="108966"/>
                  <a:pt x="337757" y="137160"/>
                </a:cubicBezTo>
                <a:cubicBezTo>
                  <a:pt x="341186" y="158210"/>
                  <a:pt x="334613" y="178784"/>
                  <a:pt x="319659" y="193739"/>
                </a:cubicBezTo>
                <a:lnTo>
                  <a:pt x="306800" y="205740"/>
                </a:lnTo>
                <a:cubicBezTo>
                  <a:pt x="298038" y="213931"/>
                  <a:pt x="292989" y="225457"/>
                  <a:pt x="292989" y="237458"/>
                </a:cubicBezTo>
                <a:lnTo>
                  <a:pt x="292989" y="245269"/>
                </a:lnTo>
                <a:lnTo>
                  <a:pt x="254889" y="245269"/>
                </a:lnTo>
                <a:lnTo>
                  <a:pt x="254889" y="237458"/>
                </a:lnTo>
                <a:cubicBezTo>
                  <a:pt x="254889" y="214884"/>
                  <a:pt x="264319" y="193167"/>
                  <a:pt x="280892" y="177832"/>
                </a:cubicBezTo>
                <a:lnTo>
                  <a:pt x="293275" y="166306"/>
                </a:lnTo>
                <a:cubicBezTo>
                  <a:pt x="298895" y="160687"/>
                  <a:pt x="301657" y="152114"/>
                  <a:pt x="300133" y="143351"/>
                </a:cubicBezTo>
                <a:cubicBezTo>
                  <a:pt x="298323" y="132017"/>
                  <a:pt x="288607" y="122873"/>
                  <a:pt x="277083" y="121634"/>
                </a:cubicBezTo>
                <a:cubicBezTo>
                  <a:pt x="269367" y="120777"/>
                  <a:pt x="261938" y="123063"/>
                  <a:pt x="256223" y="128207"/>
                </a:cubicBezTo>
                <a:cubicBezTo>
                  <a:pt x="250603" y="133255"/>
                  <a:pt x="247365" y="140494"/>
                  <a:pt x="247365" y="148019"/>
                </a:cubicBezTo>
                <a:lnTo>
                  <a:pt x="247365" y="159544"/>
                </a:lnTo>
                <a:close/>
                <a:moveTo>
                  <a:pt x="297656" y="288131"/>
                </a:moveTo>
                <a:cubicBezTo>
                  <a:pt x="297656" y="301276"/>
                  <a:pt x="286988" y="311944"/>
                  <a:pt x="273844" y="311944"/>
                </a:cubicBezTo>
                <a:cubicBezTo>
                  <a:pt x="260699" y="311944"/>
                  <a:pt x="250031" y="301276"/>
                  <a:pt x="250031" y="288131"/>
                </a:cubicBezTo>
                <a:cubicBezTo>
                  <a:pt x="250031" y="274987"/>
                  <a:pt x="260699" y="264319"/>
                  <a:pt x="273844" y="264319"/>
                </a:cubicBezTo>
                <a:cubicBezTo>
                  <a:pt x="286988" y="264319"/>
                  <a:pt x="297656" y="274987"/>
                  <a:pt x="297656" y="288131"/>
                </a:cubicBezTo>
                <a:close/>
              </a:path>
            </a:pathLst>
          </a:custGeom>
          <a:solidFill>
            <a:schemeClr val="tx2"/>
          </a:solidFill>
          <a:ln w="9525" cap="flat">
            <a:noFill/>
            <a:prstDash val="solid"/>
            <a:miter/>
          </a:ln>
        </p:spPr>
        <p:txBody>
          <a:bodyPr rtlCol="0" anchor="ctr"/>
          <a:lstStyle/>
          <a:p>
            <a:endParaRPr lang="en-US"/>
          </a:p>
        </p:txBody>
      </p:sp>
      <p:sp>
        <p:nvSpPr>
          <p:cNvPr id="55" name="TextBox 17">
            <a:extLst>
              <a:ext uri="{FF2B5EF4-FFF2-40B4-BE49-F238E27FC236}">
                <a16:creationId xmlns:a16="http://schemas.microsoft.com/office/drawing/2014/main" id="{F4B8F258-85AA-B949-97D1-28814BDB2E3C}"/>
              </a:ext>
            </a:extLst>
          </p:cNvPr>
          <p:cNvSpPr txBox="1"/>
          <p:nvPr/>
        </p:nvSpPr>
        <p:spPr>
          <a:xfrm>
            <a:off x="2402020" y="4695590"/>
            <a:ext cx="933269" cy="338554"/>
          </a:xfrm>
          <a:prstGeom prst="rect">
            <a:avLst/>
          </a:prstGeom>
          <a:noFill/>
        </p:spPr>
        <p:txBody>
          <a:bodyPr wrap="none" lIns="0" rIns="0" rtlCol="0" anchor="ctr" anchorCtr="0">
            <a:noAutofit/>
          </a:bodyPr>
          <a:lstStyle/>
          <a:p>
            <a:pPr algn="ctr"/>
            <a:r>
              <a:rPr lang="en-US" sz="800" dirty="0"/>
              <a:t>Speech</a:t>
            </a:r>
            <a:br>
              <a:rPr lang="en-US" sz="800" dirty="0"/>
            </a:br>
            <a:r>
              <a:rPr lang="en-US" sz="800" dirty="0"/>
              <a:t>bubble question</a:t>
            </a:r>
          </a:p>
        </p:txBody>
      </p:sp>
      <p:sp>
        <p:nvSpPr>
          <p:cNvPr id="57" name="Freeform: Shape 201">
            <a:extLst>
              <a:ext uri="{FF2B5EF4-FFF2-40B4-BE49-F238E27FC236}">
                <a16:creationId xmlns:a16="http://schemas.microsoft.com/office/drawing/2014/main" id="{95FF54F4-D81C-684A-B518-CD8A263115FF}"/>
              </a:ext>
            </a:extLst>
          </p:cNvPr>
          <p:cNvSpPr>
            <a:spLocks noChangeAspect="1"/>
          </p:cNvSpPr>
          <p:nvPr/>
        </p:nvSpPr>
        <p:spPr>
          <a:xfrm>
            <a:off x="3518492" y="4173099"/>
            <a:ext cx="542925" cy="428625"/>
          </a:xfrm>
          <a:custGeom>
            <a:avLst/>
            <a:gdLst>
              <a:gd name="connsiteX0" fmla="*/ 540544 w 542925"/>
              <a:gd name="connsiteY0" fmla="*/ 273844 h 428625"/>
              <a:gd name="connsiteX1" fmla="*/ 502444 w 542925"/>
              <a:gd name="connsiteY1" fmla="*/ 273844 h 428625"/>
              <a:gd name="connsiteX2" fmla="*/ 273844 w 542925"/>
              <a:gd name="connsiteY2" fmla="*/ 45244 h 428625"/>
              <a:gd name="connsiteX3" fmla="*/ 45244 w 542925"/>
              <a:gd name="connsiteY3" fmla="*/ 273844 h 428625"/>
              <a:gd name="connsiteX4" fmla="*/ 7144 w 542925"/>
              <a:gd name="connsiteY4" fmla="*/ 273844 h 428625"/>
              <a:gd name="connsiteX5" fmla="*/ 273844 w 542925"/>
              <a:gd name="connsiteY5" fmla="*/ 7144 h 428625"/>
              <a:gd name="connsiteX6" fmla="*/ 540544 w 542925"/>
              <a:gd name="connsiteY6" fmla="*/ 273844 h 428625"/>
              <a:gd name="connsiteX7" fmla="*/ 327755 w 542925"/>
              <a:gd name="connsiteY7" fmla="*/ 296132 h 428625"/>
              <a:gd name="connsiteX8" fmla="*/ 327755 w 542925"/>
              <a:gd name="connsiteY8" fmla="*/ 403860 h 428625"/>
              <a:gd name="connsiteX9" fmla="*/ 321945 w 542925"/>
              <a:gd name="connsiteY9" fmla="*/ 409099 h 428625"/>
              <a:gd name="connsiteX10" fmla="*/ 302514 w 542925"/>
              <a:gd name="connsiteY10" fmla="*/ 420624 h 428625"/>
              <a:gd name="connsiteX11" fmla="*/ 295561 w 542925"/>
              <a:gd name="connsiteY11" fmla="*/ 423100 h 428625"/>
              <a:gd name="connsiteX12" fmla="*/ 281178 w 542925"/>
              <a:gd name="connsiteY12" fmla="*/ 425863 h 428625"/>
              <a:gd name="connsiteX13" fmla="*/ 273844 w 542925"/>
              <a:gd name="connsiteY13" fmla="*/ 426244 h 428625"/>
              <a:gd name="connsiteX14" fmla="*/ 266891 w 542925"/>
              <a:gd name="connsiteY14" fmla="*/ 425958 h 428625"/>
              <a:gd name="connsiteX15" fmla="*/ 265652 w 542925"/>
              <a:gd name="connsiteY15" fmla="*/ 425768 h 428625"/>
              <a:gd name="connsiteX16" fmla="*/ 252222 w 542925"/>
              <a:gd name="connsiteY16" fmla="*/ 423100 h 428625"/>
              <a:gd name="connsiteX17" fmla="*/ 238506 w 542925"/>
              <a:gd name="connsiteY17" fmla="*/ 417481 h 428625"/>
              <a:gd name="connsiteX18" fmla="*/ 220027 w 542925"/>
              <a:gd name="connsiteY18" fmla="*/ 403860 h 428625"/>
              <a:gd name="connsiteX19" fmla="*/ 208312 w 542925"/>
              <a:gd name="connsiteY19" fmla="*/ 311372 h 428625"/>
              <a:gd name="connsiteX20" fmla="*/ 146114 w 542925"/>
              <a:gd name="connsiteY20" fmla="*/ 249174 h 428625"/>
              <a:gd name="connsiteX21" fmla="*/ 173069 w 542925"/>
              <a:gd name="connsiteY21" fmla="*/ 222218 h 428625"/>
              <a:gd name="connsiteX22" fmla="*/ 235268 w 542925"/>
              <a:gd name="connsiteY22" fmla="*/ 284417 h 428625"/>
              <a:gd name="connsiteX23" fmla="*/ 238506 w 542925"/>
              <a:gd name="connsiteY23" fmla="*/ 282512 h 428625"/>
              <a:gd name="connsiteX24" fmla="*/ 252222 w 542925"/>
              <a:gd name="connsiteY24" fmla="*/ 276892 h 428625"/>
              <a:gd name="connsiteX25" fmla="*/ 259366 w 542925"/>
              <a:gd name="connsiteY25" fmla="*/ 275177 h 428625"/>
              <a:gd name="connsiteX26" fmla="*/ 273939 w 542925"/>
              <a:gd name="connsiteY26" fmla="*/ 273749 h 428625"/>
              <a:gd name="connsiteX27" fmla="*/ 302609 w 542925"/>
              <a:gd name="connsiteY27" fmla="*/ 279368 h 428625"/>
              <a:gd name="connsiteX28" fmla="*/ 322040 w 542925"/>
              <a:gd name="connsiteY28" fmla="*/ 290894 h 428625"/>
              <a:gd name="connsiteX29" fmla="*/ 327755 w 542925"/>
              <a:gd name="connsiteY29" fmla="*/ 296132 h 428625"/>
              <a:gd name="connsiteX30" fmla="*/ 311944 w 542925"/>
              <a:gd name="connsiteY30" fmla="*/ 350044 h 428625"/>
              <a:gd name="connsiteX31" fmla="*/ 300800 w 542925"/>
              <a:gd name="connsiteY31" fmla="*/ 323088 h 428625"/>
              <a:gd name="connsiteX32" fmla="*/ 273844 w 542925"/>
              <a:gd name="connsiteY32" fmla="*/ 311944 h 428625"/>
              <a:gd name="connsiteX33" fmla="*/ 246888 w 542925"/>
              <a:gd name="connsiteY33" fmla="*/ 323088 h 428625"/>
              <a:gd name="connsiteX34" fmla="*/ 235744 w 542925"/>
              <a:gd name="connsiteY34" fmla="*/ 350044 h 428625"/>
              <a:gd name="connsiteX35" fmla="*/ 246888 w 542925"/>
              <a:gd name="connsiteY35" fmla="*/ 377000 h 428625"/>
              <a:gd name="connsiteX36" fmla="*/ 273844 w 542925"/>
              <a:gd name="connsiteY36" fmla="*/ 388144 h 428625"/>
              <a:gd name="connsiteX37" fmla="*/ 300800 w 542925"/>
              <a:gd name="connsiteY37" fmla="*/ 377000 h 428625"/>
              <a:gd name="connsiteX38" fmla="*/ 311944 w 542925"/>
              <a:gd name="connsiteY38" fmla="*/ 350044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42925" h="428625">
                <a:moveTo>
                  <a:pt x="540544" y="273844"/>
                </a:moveTo>
                <a:lnTo>
                  <a:pt x="502444" y="273844"/>
                </a:lnTo>
                <a:cubicBezTo>
                  <a:pt x="502444" y="147828"/>
                  <a:pt x="399859" y="45244"/>
                  <a:pt x="273844" y="45244"/>
                </a:cubicBezTo>
                <a:cubicBezTo>
                  <a:pt x="147828" y="45244"/>
                  <a:pt x="45244" y="147828"/>
                  <a:pt x="45244" y="273844"/>
                </a:cubicBezTo>
                <a:lnTo>
                  <a:pt x="7144" y="273844"/>
                </a:lnTo>
                <a:cubicBezTo>
                  <a:pt x="7144" y="126778"/>
                  <a:pt x="126778" y="7144"/>
                  <a:pt x="273844" y="7144"/>
                </a:cubicBezTo>
                <a:cubicBezTo>
                  <a:pt x="420910" y="7144"/>
                  <a:pt x="540544" y="126778"/>
                  <a:pt x="540544" y="273844"/>
                </a:cubicBezTo>
                <a:close/>
                <a:moveTo>
                  <a:pt x="327755" y="296132"/>
                </a:moveTo>
                <a:cubicBezTo>
                  <a:pt x="357474" y="325850"/>
                  <a:pt x="357474" y="374142"/>
                  <a:pt x="327755" y="403860"/>
                </a:cubicBezTo>
                <a:cubicBezTo>
                  <a:pt x="325850" y="405765"/>
                  <a:pt x="323945" y="407480"/>
                  <a:pt x="321945" y="409099"/>
                </a:cubicBezTo>
                <a:cubicBezTo>
                  <a:pt x="315944" y="413957"/>
                  <a:pt x="309372" y="417862"/>
                  <a:pt x="302514" y="420624"/>
                </a:cubicBezTo>
                <a:cubicBezTo>
                  <a:pt x="300228" y="421576"/>
                  <a:pt x="297847" y="422339"/>
                  <a:pt x="295561" y="423100"/>
                </a:cubicBezTo>
                <a:cubicBezTo>
                  <a:pt x="290893" y="424529"/>
                  <a:pt x="286036" y="425387"/>
                  <a:pt x="281178" y="425863"/>
                </a:cubicBezTo>
                <a:cubicBezTo>
                  <a:pt x="278702" y="426149"/>
                  <a:pt x="276320" y="426244"/>
                  <a:pt x="273844" y="426244"/>
                </a:cubicBezTo>
                <a:cubicBezTo>
                  <a:pt x="271558" y="426244"/>
                  <a:pt x="269177" y="426149"/>
                  <a:pt x="266891" y="425958"/>
                </a:cubicBezTo>
                <a:cubicBezTo>
                  <a:pt x="266509" y="425958"/>
                  <a:pt x="266033" y="425863"/>
                  <a:pt x="265652" y="425768"/>
                </a:cubicBezTo>
                <a:cubicBezTo>
                  <a:pt x="261080" y="425291"/>
                  <a:pt x="256604" y="424434"/>
                  <a:pt x="252222" y="423100"/>
                </a:cubicBezTo>
                <a:cubicBezTo>
                  <a:pt x="247555" y="421672"/>
                  <a:pt x="242888" y="419862"/>
                  <a:pt x="238506" y="417481"/>
                </a:cubicBezTo>
                <a:cubicBezTo>
                  <a:pt x="231839" y="413957"/>
                  <a:pt x="225647" y="409480"/>
                  <a:pt x="220027" y="403860"/>
                </a:cubicBezTo>
                <a:cubicBezTo>
                  <a:pt x="194882" y="378714"/>
                  <a:pt x="191071" y="340519"/>
                  <a:pt x="208312" y="311372"/>
                </a:cubicBezTo>
                <a:lnTo>
                  <a:pt x="146114" y="249174"/>
                </a:lnTo>
                <a:lnTo>
                  <a:pt x="173069" y="222218"/>
                </a:lnTo>
                <a:lnTo>
                  <a:pt x="235268" y="284417"/>
                </a:lnTo>
                <a:cubicBezTo>
                  <a:pt x="236315" y="283750"/>
                  <a:pt x="237363" y="283083"/>
                  <a:pt x="238506" y="282512"/>
                </a:cubicBezTo>
                <a:cubicBezTo>
                  <a:pt x="242888" y="280225"/>
                  <a:pt x="247555" y="278321"/>
                  <a:pt x="252222" y="276892"/>
                </a:cubicBezTo>
                <a:cubicBezTo>
                  <a:pt x="254603" y="276225"/>
                  <a:pt x="256984" y="275654"/>
                  <a:pt x="259366" y="275177"/>
                </a:cubicBezTo>
                <a:cubicBezTo>
                  <a:pt x="264128" y="274225"/>
                  <a:pt x="269081" y="273749"/>
                  <a:pt x="273939" y="273749"/>
                </a:cubicBezTo>
                <a:cubicBezTo>
                  <a:pt x="283655" y="273749"/>
                  <a:pt x="293465" y="275654"/>
                  <a:pt x="302609" y="279368"/>
                </a:cubicBezTo>
                <a:cubicBezTo>
                  <a:pt x="309467" y="282131"/>
                  <a:pt x="316039" y="286036"/>
                  <a:pt x="322040" y="290894"/>
                </a:cubicBezTo>
                <a:cubicBezTo>
                  <a:pt x="323945" y="292513"/>
                  <a:pt x="325850" y="294323"/>
                  <a:pt x="327755" y="296132"/>
                </a:cubicBezTo>
                <a:close/>
                <a:moveTo>
                  <a:pt x="311944" y="350044"/>
                </a:moveTo>
                <a:cubicBezTo>
                  <a:pt x="311944" y="339852"/>
                  <a:pt x="307943" y="330327"/>
                  <a:pt x="300800" y="323088"/>
                </a:cubicBezTo>
                <a:cubicBezTo>
                  <a:pt x="293656" y="315849"/>
                  <a:pt x="284036" y="311944"/>
                  <a:pt x="273844" y="311944"/>
                </a:cubicBezTo>
                <a:cubicBezTo>
                  <a:pt x="263652" y="311944"/>
                  <a:pt x="254127" y="315944"/>
                  <a:pt x="246888" y="323088"/>
                </a:cubicBezTo>
                <a:cubicBezTo>
                  <a:pt x="239649" y="330232"/>
                  <a:pt x="235744" y="339852"/>
                  <a:pt x="235744" y="350044"/>
                </a:cubicBezTo>
                <a:cubicBezTo>
                  <a:pt x="235744" y="360236"/>
                  <a:pt x="239744" y="369761"/>
                  <a:pt x="246888" y="377000"/>
                </a:cubicBezTo>
                <a:cubicBezTo>
                  <a:pt x="254127" y="384239"/>
                  <a:pt x="263652" y="388144"/>
                  <a:pt x="273844" y="388144"/>
                </a:cubicBezTo>
                <a:cubicBezTo>
                  <a:pt x="284036" y="388144"/>
                  <a:pt x="293561" y="384143"/>
                  <a:pt x="300800" y="377000"/>
                </a:cubicBezTo>
                <a:cubicBezTo>
                  <a:pt x="308039" y="369856"/>
                  <a:pt x="311944" y="360236"/>
                  <a:pt x="311944" y="350044"/>
                </a:cubicBezTo>
                <a:close/>
              </a:path>
            </a:pathLst>
          </a:custGeom>
          <a:solidFill>
            <a:schemeClr val="tx2"/>
          </a:solidFill>
          <a:ln w="9525" cap="flat">
            <a:noFill/>
            <a:prstDash val="solid"/>
            <a:miter/>
          </a:ln>
        </p:spPr>
        <p:txBody>
          <a:bodyPr rtlCol="0" anchor="ctr"/>
          <a:lstStyle/>
          <a:p>
            <a:endParaRPr lang="en-US"/>
          </a:p>
        </p:txBody>
      </p:sp>
      <p:sp>
        <p:nvSpPr>
          <p:cNvPr id="58" name="TextBox 18">
            <a:extLst>
              <a:ext uri="{FF2B5EF4-FFF2-40B4-BE49-F238E27FC236}">
                <a16:creationId xmlns:a16="http://schemas.microsoft.com/office/drawing/2014/main" id="{38E59B4D-D5E2-524D-922D-1647EFC6E459}"/>
              </a:ext>
            </a:extLst>
          </p:cNvPr>
          <p:cNvSpPr txBox="1"/>
          <p:nvPr/>
        </p:nvSpPr>
        <p:spPr>
          <a:xfrm>
            <a:off x="3380226" y="4695590"/>
            <a:ext cx="819456" cy="215444"/>
          </a:xfrm>
          <a:prstGeom prst="rect">
            <a:avLst/>
          </a:prstGeom>
          <a:noFill/>
        </p:spPr>
        <p:txBody>
          <a:bodyPr wrap="none" lIns="0" rIns="0" rtlCol="0" anchor="ctr" anchorCtr="0">
            <a:noAutofit/>
          </a:bodyPr>
          <a:lstStyle/>
          <a:p>
            <a:pPr algn="ctr"/>
            <a:r>
              <a:rPr lang="en-US" sz="800"/>
              <a:t>Speedometer</a:t>
            </a:r>
          </a:p>
        </p:txBody>
      </p:sp>
      <p:sp>
        <p:nvSpPr>
          <p:cNvPr id="60" name="Freeform: Shape 211">
            <a:extLst>
              <a:ext uri="{FF2B5EF4-FFF2-40B4-BE49-F238E27FC236}">
                <a16:creationId xmlns:a16="http://schemas.microsoft.com/office/drawing/2014/main" id="{2DF8DEF1-2CA1-324B-9473-6F1D960B6BAD}"/>
              </a:ext>
            </a:extLst>
          </p:cNvPr>
          <p:cNvSpPr>
            <a:spLocks noChangeAspect="1"/>
          </p:cNvSpPr>
          <p:nvPr/>
        </p:nvSpPr>
        <p:spPr>
          <a:xfrm>
            <a:off x="8088048" y="4154049"/>
            <a:ext cx="390525" cy="466725"/>
          </a:xfrm>
          <a:custGeom>
            <a:avLst/>
            <a:gdLst>
              <a:gd name="connsiteX0" fmla="*/ 197454 w 390525"/>
              <a:gd name="connsiteY0" fmla="*/ 273844 h 466725"/>
              <a:gd name="connsiteX1" fmla="*/ 330804 w 390525"/>
              <a:gd name="connsiteY1" fmla="*/ 140494 h 466725"/>
              <a:gd name="connsiteX2" fmla="*/ 197454 w 390525"/>
              <a:gd name="connsiteY2" fmla="*/ 7144 h 466725"/>
              <a:gd name="connsiteX3" fmla="*/ 64104 w 390525"/>
              <a:gd name="connsiteY3" fmla="*/ 140494 h 466725"/>
              <a:gd name="connsiteX4" fmla="*/ 197454 w 390525"/>
              <a:gd name="connsiteY4" fmla="*/ 273844 h 466725"/>
              <a:gd name="connsiteX5" fmla="*/ 197454 w 390525"/>
              <a:gd name="connsiteY5" fmla="*/ 45244 h 466725"/>
              <a:gd name="connsiteX6" fmla="*/ 292704 w 390525"/>
              <a:gd name="connsiteY6" fmla="*/ 140494 h 466725"/>
              <a:gd name="connsiteX7" fmla="*/ 197454 w 390525"/>
              <a:gd name="connsiteY7" fmla="*/ 235744 h 466725"/>
              <a:gd name="connsiteX8" fmla="*/ 102204 w 390525"/>
              <a:gd name="connsiteY8" fmla="*/ 140494 h 466725"/>
              <a:gd name="connsiteX9" fmla="*/ 197454 w 390525"/>
              <a:gd name="connsiteY9" fmla="*/ 45244 h 466725"/>
              <a:gd name="connsiteX10" fmla="*/ 387954 w 390525"/>
              <a:gd name="connsiteY10" fmla="*/ 264319 h 466725"/>
              <a:gd name="connsiteX11" fmla="*/ 387954 w 390525"/>
              <a:gd name="connsiteY11" fmla="*/ 464344 h 466725"/>
              <a:gd name="connsiteX12" fmla="*/ 349854 w 390525"/>
              <a:gd name="connsiteY12" fmla="*/ 464344 h 466725"/>
              <a:gd name="connsiteX13" fmla="*/ 349854 w 390525"/>
              <a:gd name="connsiteY13" fmla="*/ 302419 h 466725"/>
              <a:gd name="connsiteX14" fmla="*/ 316421 w 390525"/>
              <a:gd name="connsiteY14" fmla="*/ 302419 h 466725"/>
              <a:gd name="connsiteX15" fmla="*/ 339186 w 390525"/>
              <a:gd name="connsiteY15" fmla="*/ 388715 h 466725"/>
              <a:gd name="connsiteX16" fmla="*/ 262414 w 390525"/>
              <a:gd name="connsiteY16" fmla="*/ 363188 h 466725"/>
              <a:gd name="connsiteX17" fmla="*/ 197549 w 390525"/>
              <a:gd name="connsiteY17" fmla="*/ 462820 h 466725"/>
              <a:gd name="connsiteX18" fmla="*/ 132684 w 390525"/>
              <a:gd name="connsiteY18" fmla="*/ 363188 h 466725"/>
              <a:gd name="connsiteX19" fmla="*/ 55912 w 390525"/>
              <a:gd name="connsiteY19" fmla="*/ 388715 h 466725"/>
              <a:gd name="connsiteX20" fmla="*/ 78677 w 390525"/>
              <a:gd name="connsiteY20" fmla="*/ 302419 h 466725"/>
              <a:gd name="connsiteX21" fmla="*/ 45244 w 390525"/>
              <a:gd name="connsiteY21" fmla="*/ 302419 h 466725"/>
              <a:gd name="connsiteX22" fmla="*/ 45244 w 390525"/>
              <a:gd name="connsiteY22" fmla="*/ 464344 h 466725"/>
              <a:gd name="connsiteX23" fmla="*/ 7144 w 390525"/>
              <a:gd name="connsiteY23" fmla="*/ 464344 h 466725"/>
              <a:gd name="connsiteX24" fmla="*/ 7144 w 390525"/>
              <a:gd name="connsiteY24" fmla="*/ 264319 h 466725"/>
              <a:gd name="connsiteX25" fmla="*/ 128207 w 390525"/>
              <a:gd name="connsiteY25" fmla="*/ 264319 h 466725"/>
              <a:gd name="connsiteX26" fmla="*/ 110776 w 390525"/>
              <a:gd name="connsiteY26" fmla="*/ 330422 h 466725"/>
              <a:gd name="connsiteX27" fmla="*/ 148686 w 390525"/>
              <a:gd name="connsiteY27" fmla="*/ 317849 h 466725"/>
              <a:gd name="connsiteX28" fmla="*/ 197739 w 390525"/>
              <a:gd name="connsiteY28" fmla="*/ 393097 h 466725"/>
              <a:gd name="connsiteX29" fmla="*/ 246793 w 390525"/>
              <a:gd name="connsiteY29" fmla="*/ 317849 h 466725"/>
              <a:gd name="connsiteX30" fmla="*/ 284702 w 390525"/>
              <a:gd name="connsiteY30" fmla="*/ 330422 h 466725"/>
              <a:gd name="connsiteX31" fmla="*/ 266986 w 390525"/>
              <a:gd name="connsiteY31" fmla="*/ 264319 h 466725"/>
              <a:gd name="connsiteX32" fmla="*/ 387954 w 390525"/>
              <a:gd name="connsiteY32" fmla="*/ 26431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0525" h="466725">
                <a:moveTo>
                  <a:pt x="197454" y="273844"/>
                </a:moveTo>
                <a:cubicBezTo>
                  <a:pt x="270986" y="273844"/>
                  <a:pt x="330804" y="214027"/>
                  <a:pt x="330804" y="140494"/>
                </a:cubicBezTo>
                <a:cubicBezTo>
                  <a:pt x="330804" y="66961"/>
                  <a:pt x="270986" y="7144"/>
                  <a:pt x="197454" y="7144"/>
                </a:cubicBezTo>
                <a:cubicBezTo>
                  <a:pt x="123920" y="7144"/>
                  <a:pt x="64104" y="66961"/>
                  <a:pt x="64104" y="140494"/>
                </a:cubicBezTo>
                <a:cubicBezTo>
                  <a:pt x="64104" y="214027"/>
                  <a:pt x="123920" y="273844"/>
                  <a:pt x="197454" y="273844"/>
                </a:cubicBezTo>
                <a:close/>
                <a:moveTo>
                  <a:pt x="197454" y="45244"/>
                </a:moveTo>
                <a:cubicBezTo>
                  <a:pt x="249936" y="45244"/>
                  <a:pt x="292704" y="88011"/>
                  <a:pt x="292704" y="140494"/>
                </a:cubicBezTo>
                <a:cubicBezTo>
                  <a:pt x="292704" y="192977"/>
                  <a:pt x="249936" y="235744"/>
                  <a:pt x="197454" y="235744"/>
                </a:cubicBezTo>
                <a:cubicBezTo>
                  <a:pt x="144971" y="235744"/>
                  <a:pt x="102204" y="192977"/>
                  <a:pt x="102204" y="140494"/>
                </a:cubicBezTo>
                <a:cubicBezTo>
                  <a:pt x="102204" y="88011"/>
                  <a:pt x="144971" y="45244"/>
                  <a:pt x="197454" y="45244"/>
                </a:cubicBezTo>
                <a:close/>
                <a:moveTo>
                  <a:pt x="387954" y="264319"/>
                </a:moveTo>
                <a:lnTo>
                  <a:pt x="387954" y="464344"/>
                </a:lnTo>
                <a:lnTo>
                  <a:pt x="349854" y="464344"/>
                </a:lnTo>
                <a:lnTo>
                  <a:pt x="349854" y="302419"/>
                </a:lnTo>
                <a:lnTo>
                  <a:pt x="316421" y="302419"/>
                </a:lnTo>
                <a:lnTo>
                  <a:pt x="339186" y="388715"/>
                </a:lnTo>
                <a:lnTo>
                  <a:pt x="262414" y="363188"/>
                </a:lnTo>
                <a:lnTo>
                  <a:pt x="197549" y="462820"/>
                </a:lnTo>
                <a:lnTo>
                  <a:pt x="132684" y="363188"/>
                </a:lnTo>
                <a:lnTo>
                  <a:pt x="55912" y="388715"/>
                </a:lnTo>
                <a:lnTo>
                  <a:pt x="78677" y="302419"/>
                </a:lnTo>
                <a:lnTo>
                  <a:pt x="45244" y="302419"/>
                </a:lnTo>
                <a:lnTo>
                  <a:pt x="45244" y="464344"/>
                </a:lnTo>
                <a:lnTo>
                  <a:pt x="7144" y="464344"/>
                </a:lnTo>
                <a:lnTo>
                  <a:pt x="7144" y="264319"/>
                </a:lnTo>
                <a:lnTo>
                  <a:pt x="128207" y="264319"/>
                </a:lnTo>
                <a:lnTo>
                  <a:pt x="110776" y="330422"/>
                </a:lnTo>
                <a:lnTo>
                  <a:pt x="148686" y="317849"/>
                </a:lnTo>
                <a:lnTo>
                  <a:pt x="197739" y="393097"/>
                </a:lnTo>
                <a:lnTo>
                  <a:pt x="246793" y="317849"/>
                </a:lnTo>
                <a:lnTo>
                  <a:pt x="284702" y="330422"/>
                </a:lnTo>
                <a:lnTo>
                  <a:pt x="266986" y="264319"/>
                </a:lnTo>
                <a:lnTo>
                  <a:pt x="387954" y="264319"/>
                </a:lnTo>
                <a:close/>
              </a:path>
            </a:pathLst>
          </a:custGeom>
          <a:solidFill>
            <a:schemeClr val="tx2"/>
          </a:solidFill>
          <a:ln w="9525" cap="flat">
            <a:noFill/>
            <a:prstDash val="solid"/>
            <a:miter/>
          </a:ln>
        </p:spPr>
        <p:txBody>
          <a:bodyPr rtlCol="0" anchor="ctr"/>
          <a:lstStyle/>
          <a:p>
            <a:endParaRPr lang="en-US"/>
          </a:p>
        </p:txBody>
      </p:sp>
      <p:sp>
        <p:nvSpPr>
          <p:cNvPr id="61" name="TextBox 19">
            <a:extLst>
              <a:ext uri="{FF2B5EF4-FFF2-40B4-BE49-F238E27FC236}">
                <a16:creationId xmlns:a16="http://schemas.microsoft.com/office/drawing/2014/main" id="{518706D2-49CC-3C4D-95C4-F514129FA0EE}"/>
              </a:ext>
            </a:extLst>
          </p:cNvPr>
          <p:cNvSpPr txBox="1"/>
          <p:nvPr/>
        </p:nvSpPr>
        <p:spPr>
          <a:xfrm>
            <a:off x="7923275" y="4695590"/>
            <a:ext cx="720070" cy="215444"/>
          </a:xfrm>
          <a:prstGeom prst="rect">
            <a:avLst/>
          </a:prstGeom>
          <a:noFill/>
        </p:spPr>
        <p:txBody>
          <a:bodyPr wrap="none" lIns="0" rIns="0" rtlCol="0" anchor="ctr" anchorCtr="0">
            <a:noAutofit/>
          </a:bodyPr>
          <a:lstStyle/>
          <a:p>
            <a:pPr algn="ctr"/>
            <a:r>
              <a:rPr lang="en-US" sz="800"/>
              <a:t>Suit woman</a:t>
            </a:r>
          </a:p>
        </p:txBody>
      </p:sp>
      <p:sp>
        <p:nvSpPr>
          <p:cNvPr id="63" name="Freeform: Shape 210">
            <a:extLst>
              <a:ext uri="{FF2B5EF4-FFF2-40B4-BE49-F238E27FC236}">
                <a16:creationId xmlns:a16="http://schemas.microsoft.com/office/drawing/2014/main" id="{E6CDBCE1-DB6F-564B-B09A-B11DD429545B}"/>
              </a:ext>
            </a:extLst>
          </p:cNvPr>
          <p:cNvSpPr>
            <a:spLocks noChangeAspect="1"/>
          </p:cNvSpPr>
          <p:nvPr/>
        </p:nvSpPr>
        <p:spPr>
          <a:xfrm>
            <a:off x="1727276" y="2347406"/>
            <a:ext cx="514350" cy="390525"/>
          </a:xfrm>
          <a:custGeom>
            <a:avLst/>
            <a:gdLst>
              <a:gd name="connsiteX0" fmla="*/ 469106 w 514350"/>
              <a:gd name="connsiteY0" fmla="*/ 254794 h 390525"/>
              <a:gd name="connsiteX1" fmla="*/ 469106 w 514350"/>
              <a:gd name="connsiteY1" fmla="*/ 178594 h 390525"/>
              <a:gd name="connsiteX2" fmla="*/ 278606 w 514350"/>
              <a:gd name="connsiteY2" fmla="*/ 178594 h 390525"/>
              <a:gd name="connsiteX3" fmla="*/ 278606 w 514350"/>
              <a:gd name="connsiteY3" fmla="*/ 135731 h 390525"/>
              <a:gd name="connsiteX4" fmla="*/ 326231 w 514350"/>
              <a:gd name="connsiteY4" fmla="*/ 135731 h 390525"/>
              <a:gd name="connsiteX5" fmla="*/ 326231 w 514350"/>
              <a:gd name="connsiteY5" fmla="*/ 7144 h 390525"/>
              <a:gd name="connsiteX6" fmla="*/ 197644 w 514350"/>
              <a:gd name="connsiteY6" fmla="*/ 7144 h 390525"/>
              <a:gd name="connsiteX7" fmla="*/ 197644 w 514350"/>
              <a:gd name="connsiteY7" fmla="*/ 135731 h 390525"/>
              <a:gd name="connsiteX8" fmla="*/ 245269 w 514350"/>
              <a:gd name="connsiteY8" fmla="*/ 135731 h 390525"/>
              <a:gd name="connsiteX9" fmla="*/ 245269 w 514350"/>
              <a:gd name="connsiteY9" fmla="*/ 178594 h 390525"/>
              <a:gd name="connsiteX10" fmla="*/ 54769 w 514350"/>
              <a:gd name="connsiteY10" fmla="*/ 178594 h 390525"/>
              <a:gd name="connsiteX11" fmla="*/ 54769 w 514350"/>
              <a:gd name="connsiteY11" fmla="*/ 254794 h 390525"/>
              <a:gd name="connsiteX12" fmla="*/ 7144 w 514350"/>
              <a:gd name="connsiteY12" fmla="*/ 254794 h 390525"/>
              <a:gd name="connsiteX13" fmla="*/ 7144 w 514350"/>
              <a:gd name="connsiteY13" fmla="*/ 383381 h 390525"/>
              <a:gd name="connsiteX14" fmla="*/ 135731 w 514350"/>
              <a:gd name="connsiteY14" fmla="*/ 383381 h 390525"/>
              <a:gd name="connsiteX15" fmla="*/ 135731 w 514350"/>
              <a:gd name="connsiteY15" fmla="*/ 254794 h 390525"/>
              <a:gd name="connsiteX16" fmla="*/ 88106 w 514350"/>
              <a:gd name="connsiteY16" fmla="*/ 254794 h 390525"/>
              <a:gd name="connsiteX17" fmla="*/ 88106 w 514350"/>
              <a:gd name="connsiteY17" fmla="*/ 211931 h 390525"/>
              <a:gd name="connsiteX18" fmla="*/ 245269 w 514350"/>
              <a:gd name="connsiteY18" fmla="*/ 211931 h 390525"/>
              <a:gd name="connsiteX19" fmla="*/ 245269 w 514350"/>
              <a:gd name="connsiteY19" fmla="*/ 254794 h 390525"/>
              <a:gd name="connsiteX20" fmla="*/ 197644 w 514350"/>
              <a:gd name="connsiteY20" fmla="*/ 254794 h 390525"/>
              <a:gd name="connsiteX21" fmla="*/ 197644 w 514350"/>
              <a:gd name="connsiteY21" fmla="*/ 383381 h 390525"/>
              <a:gd name="connsiteX22" fmla="*/ 326231 w 514350"/>
              <a:gd name="connsiteY22" fmla="*/ 383381 h 390525"/>
              <a:gd name="connsiteX23" fmla="*/ 326231 w 514350"/>
              <a:gd name="connsiteY23" fmla="*/ 254794 h 390525"/>
              <a:gd name="connsiteX24" fmla="*/ 278606 w 514350"/>
              <a:gd name="connsiteY24" fmla="*/ 254794 h 390525"/>
              <a:gd name="connsiteX25" fmla="*/ 278606 w 514350"/>
              <a:gd name="connsiteY25" fmla="*/ 211931 h 390525"/>
              <a:gd name="connsiteX26" fmla="*/ 435769 w 514350"/>
              <a:gd name="connsiteY26" fmla="*/ 211931 h 390525"/>
              <a:gd name="connsiteX27" fmla="*/ 435769 w 514350"/>
              <a:gd name="connsiteY27" fmla="*/ 254794 h 390525"/>
              <a:gd name="connsiteX28" fmla="*/ 388144 w 514350"/>
              <a:gd name="connsiteY28" fmla="*/ 254794 h 390525"/>
              <a:gd name="connsiteX29" fmla="*/ 388144 w 514350"/>
              <a:gd name="connsiteY29" fmla="*/ 383381 h 390525"/>
              <a:gd name="connsiteX30" fmla="*/ 516731 w 514350"/>
              <a:gd name="connsiteY30" fmla="*/ 383381 h 390525"/>
              <a:gd name="connsiteX31" fmla="*/ 516731 w 514350"/>
              <a:gd name="connsiteY31" fmla="*/ 254794 h 390525"/>
              <a:gd name="connsiteX32" fmla="*/ 469106 w 514350"/>
              <a:gd name="connsiteY32" fmla="*/ 254794 h 390525"/>
              <a:gd name="connsiteX33" fmla="*/ 230981 w 514350"/>
              <a:gd name="connsiteY33" fmla="*/ 40481 h 390525"/>
              <a:gd name="connsiteX34" fmla="*/ 292894 w 514350"/>
              <a:gd name="connsiteY34" fmla="*/ 40481 h 390525"/>
              <a:gd name="connsiteX35" fmla="*/ 292894 w 514350"/>
              <a:gd name="connsiteY35" fmla="*/ 102394 h 390525"/>
              <a:gd name="connsiteX36" fmla="*/ 230981 w 514350"/>
              <a:gd name="connsiteY36" fmla="*/ 102394 h 390525"/>
              <a:gd name="connsiteX37" fmla="*/ 230981 w 514350"/>
              <a:gd name="connsiteY37" fmla="*/ 40481 h 390525"/>
              <a:gd name="connsiteX38" fmla="*/ 102394 w 514350"/>
              <a:gd name="connsiteY38" fmla="*/ 350044 h 390525"/>
              <a:gd name="connsiteX39" fmla="*/ 40481 w 514350"/>
              <a:gd name="connsiteY39" fmla="*/ 350044 h 390525"/>
              <a:gd name="connsiteX40" fmla="*/ 40481 w 514350"/>
              <a:gd name="connsiteY40" fmla="*/ 288131 h 390525"/>
              <a:gd name="connsiteX41" fmla="*/ 102394 w 514350"/>
              <a:gd name="connsiteY41" fmla="*/ 288131 h 390525"/>
              <a:gd name="connsiteX42" fmla="*/ 102394 w 514350"/>
              <a:gd name="connsiteY42" fmla="*/ 350044 h 390525"/>
              <a:gd name="connsiteX43" fmla="*/ 292894 w 514350"/>
              <a:gd name="connsiteY43" fmla="*/ 350044 h 390525"/>
              <a:gd name="connsiteX44" fmla="*/ 230981 w 514350"/>
              <a:gd name="connsiteY44" fmla="*/ 350044 h 390525"/>
              <a:gd name="connsiteX45" fmla="*/ 230981 w 514350"/>
              <a:gd name="connsiteY45" fmla="*/ 288131 h 390525"/>
              <a:gd name="connsiteX46" fmla="*/ 292894 w 514350"/>
              <a:gd name="connsiteY46" fmla="*/ 288131 h 390525"/>
              <a:gd name="connsiteX47" fmla="*/ 292894 w 514350"/>
              <a:gd name="connsiteY47" fmla="*/ 350044 h 390525"/>
              <a:gd name="connsiteX48" fmla="*/ 483394 w 514350"/>
              <a:gd name="connsiteY48" fmla="*/ 350044 h 390525"/>
              <a:gd name="connsiteX49" fmla="*/ 421481 w 514350"/>
              <a:gd name="connsiteY49" fmla="*/ 350044 h 390525"/>
              <a:gd name="connsiteX50" fmla="*/ 421481 w 514350"/>
              <a:gd name="connsiteY50" fmla="*/ 288131 h 390525"/>
              <a:gd name="connsiteX51" fmla="*/ 483394 w 514350"/>
              <a:gd name="connsiteY51" fmla="*/ 288131 h 390525"/>
              <a:gd name="connsiteX52" fmla="*/ 483394 w 514350"/>
              <a:gd name="connsiteY52" fmla="*/ 35004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14350" h="390525">
                <a:moveTo>
                  <a:pt x="469106" y="254794"/>
                </a:moveTo>
                <a:lnTo>
                  <a:pt x="469106" y="178594"/>
                </a:lnTo>
                <a:lnTo>
                  <a:pt x="278606" y="178594"/>
                </a:lnTo>
                <a:lnTo>
                  <a:pt x="278606" y="135731"/>
                </a:lnTo>
                <a:lnTo>
                  <a:pt x="326231" y="135731"/>
                </a:lnTo>
                <a:lnTo>
                  <a:pt x="326231" y="7144"/>
                </a:lnTo>
                <a:lnTo>
                  <a:pt x="197644" y="7144"/>
                </a:lnTo>
                <a:lnTo>
                  <a:pt x="197644" y="135731"/>
                </a:lnTo>
                <a:lnTo>
                  <a:pt x="245269" y="135731"/>
                </a:lnTo>
                <a:lnTo>
                  <a:pt x="245269" y="178594"/>
                </a:lnTo>
                <a:lnTo>
                  <a:pt x="54769" y="178594"/>
                </a:lnTo>
                <a:lnTo>
                  <a:pt x="54769" y="254794"/>
                </a:lnTo>
                <a:lnTo>
                  <a:pt x="7144" y="254794"/>
                </a:lnTo>
                <a:lnTo>
                  <a:pt x="7144" y="383381"/>
                </a:lnTo>
                <a:lnTo>
                  <a:pt x="135731" y="383381"/>
                </a:lnTo>
                <a:lnTo>
                  <a:pt x="135731" y="254794"/>
                </a:lnTo>
                <a:lnTo>
                  <a:pt x="88106" y="254794"/>
                </a:lnTo>
                <a:lnTo>
                  <a:pt x="88106" y="211931"/>
                </a:lnTo>
                <a:lnTo>
                  <a:pt x="245269" y="211931"/>
                </a:lnTo>
                <a:lnTo>
                  <a:pt x="245269" y="254794"/>
                </a:lnTo>
                <a:lnTo>
                  <a:pt x="197644" y="254794"/>
                </a:lnTo>
                <a:lnTo>
                  <a:pt x="197644" y="383381"/>
                </a:lnTo>
                <a:lnTo>
                  <a:pt x="326231" y="383381"/>
                </a:lnTo>
                <a:lnTo>
                  <a:pt x="326231" y="254794"/>
                </a:lnTo>
                <a:lnTo>
                  <a:pt x="278606" y="254794"/>
                </a:lnTo>
                <a:lnTo>
                  <a:pt x="278606" y="211931"/>
                </a:lnTo>
                <a:lnTo>
                  <a:pt x="435769" y="211931"/>
                </a:lnTo>
                <a:lnTo>
                  <a:pt x="435769" y="254794"/>
                </a:lnTo>
                <a:lnTo>
                  <a:pt x="388144" y="254794"/>
                </a:lnTo>
                <a:lnTo>
                  <a:pt x="388144" y="383381"/>
                </a:lnTo>
                <a:lnTo>
                  <a:pt x="516731" y="383381"/>
                </a:lnTo>
                <a:lnTo>
                  <a:pt x="516731" y="254794"/>
                </a:lnTo>
                <a:lnTo>
                  <a:pt x="469106" y="254794"/>
                </a:lnTo>
                <a:close/>
                <a:moveTo>
                  <a:pt x="230981" y="40481"/>
                </a:moveTo>
                <a:lnTo>
                  <a:pt x="292894" y="40481"/>
                </a:lnTo>
                <a:lnTo>
                  <a:pt x="292894" y="102394"/>
                </a:lnTo>
                <a:lnTo>
                  <a:pt x="230981" y="102394"/>
                </a:lnTo>
                <a:lnTo>
                  <a:pt x="230981" y="40481"/>
                </a:lnTo>
                <a:close/>
                <a:moveTo>
                  <a:pt x="102394" y="350044"/>
                </a:moveTo>
                <a:lnTo>
                  <a:pt x="40481" y="350044"/>
                </a:lnTo>
                <a:lnTo>
                  <a:pt x="40481" y="288131"/>
                </a:lnTo>
                <a:lnTo>
                  <a:pt x="102394" y="288131"/>
                </a:lnTo>
                <a:lnTo>
                  <a:pt x="102394" y="350044"/>
                </a:lnTo>
                <a:close/>
                <a:moveTo>
                  <a:pt x="292894" y="350044"/>
                </a:moveTo>
                <a:lnTo>
                  <a:pt x="230981" y="350044"/>
                </a:lnTo>
                <a:lnTo>
                  <a:pt x="230981" y="288131"/>
                </a:lnTo>
                <a:lnTo>
                  <a:pt x="292894" y="288131"/>
                </a:lnTo>
                <a:lnTo>
                  <a:pt x="292894" y="350044"/>
                </a:lnTo>
                <a:close/>
                <a:moveTo>
                  <a:pt x="483394" y="350044"/>
                </a:moveTo>
                <a:lnTo>
                  <a:pt x="421481" y="350044"/>
                </a:lnTo>
                <a:lnTo>
                  <a:pt x="421481" y="288131"/>
                </a:lnTo>
                <a:lnTo>
                  <a:pt x="483394" y="288131"/>
                </a:lnTo>
                <a:lnTo>
                  <a:pt x="483394" y="350044"/>
                </a:lnTo>
                <a:close/>
              </a:path>
            </a:pathLst>
          </a:custGeom>
          <a:solidFill>
            <a:schemeClr val="tx2"/>
          </a:solidFill>
          <a:ln w="9525" cap="flat">
            <a:noFill/>
            <a:prstDash val="solid"/>
            <a:miter/>
          </a:ln>
        </p:spPr>
        <p:txBody>
          <a:bodyPr rtlCol="0" anchor="ctr"/>
          <a:lstStyle/>
          <a:p>
            <a:endParaRPr lang="en-US"/>
          </a:p>
        </p:txBody>
      </p:sp>
      <p:sp>
        <p:nvSpPr>
          <p:cNvPr id="64" name="TextBox 20">
            <a:extLst>
              <a:ext uri="{FF2B5EF4-FFF2-40B4-BE49-F238E27FC236}">
                <a16:creationId xmlns:a16="http://schemas.microsoft.com/office/drawing/2014/main" id="{D522220C-E00B-AD4D-BFE3-4800FF8B8452}"/>
              </a:ext>
            </a:extLst>
          </p:cNvPr>
          <p:cNvSpPr txBox="1"/>
          <p:nvPr/>
        </p:nvSpPr>
        <p:spPr>
          <a:xfrm>
            <a:off x="1585144" y="2832126"/>
            <a:ext cx="798617" cy="215444"/>
          </a:xfrm>
          <a:prstGeom prst="rect">
            <a:avLst/>
          </a:prstGeom>
          <a:noFill/>
        </p:spPr>
        <p:txBody>
          <a:bodyPr wrap="none" lIns="0" rIns="0" rtlCol="0" anchor="ctr" anchorCtr="0">
            <a:noAutofit/>
          </a:bodyPr>
          <a:lstStyle/>
          <a:p>
            <a:pPr algn="ctr"/>
            <a:r>
              <a:rPr lang="en-US" sz="800"/>
              <a:t>Org structure</a:t>
            </a:r>
          </a:p>
        </p:txBody>
      </p:sp>
      <p:sp>
        <p:nvSpPr>
          <p:cNvPr id="5" name="Graphic 65">
            <a:extLst>
              <a:ext uri="{FF2B5EF4-FFF2-40B4-BE49-F238E27FC236}">
                <a16:creationId xmlns:a16="http://schemas.microsoft.com/office/drawing/2014/main" id="{13FA19DC-FE1A-214A-96AF-0F512F5FF084}"/>
              </a:ext>
            </a:extLst>
          </p:cNvPr>
          <p:cNvSpPr>
            <a:spLocks noChangeAspect="1"/>
          </p:cNvSpPr>
          <p:nvPr/>
        </p:nvSpPr>
        <p:spPr>
          <a:xfrm>
            <a:off x="8864641" y="3336875"/>
            <a:ext cx="661987" cy="273843"/>
          </a:xfrm>
          <a:custGeom>
            <a:avLst/>
            <a:gdLst>
              <a:gd name="connsiteX0" fmla="*/ 195263 w 661987"/>
              <a:gd name="connsiteY0" fmla="*/ 83344 h 273843"/>
              <a:gd name="connsiteX1" fmla="*/ 111919 w 661987"/>
              <a:gd name="connsiteY1" fmla="*/ 0 h 273843"/>
              <a:gd name="connsiteX2" fmla="*/ 28575 w 661987"/>
              <a:gd name="connsiteY2" fmla="*/ 83344 h 273843"/>
              <a:gd name="connsiteX3" fmla="*/ 65294 w 661987"/>
              <a:gd name="connsiteY3" fmla="*/ 152400 h 273843"/>
              <a:gd name="connsiteX4" fmla="*/ 0 w 661987"/>
              <a:gd name="connsiteY4" fmla="*/ 152400 h 273843"/>
              <a:gd name="connsiteX5" fmla="*/ 0 w 661987"/>
              <a:gd name="connsiteY5" fmla="*/ 273844 h 273843"/>
              <a:gd name="connsiteX6" fmla="*/ 33338 w 661987"/>
              <a:gd name="connsiteY6" fmla="*/ 273844 h 273843"/>
              <a:gd name="connsiteX7" fmla="*/ 33338 w 661987"/>
              <a:gd name="connsiteY7" fmla="*/ 185738 h 273843"/>
              <a:gd name="connsiteX8" fmla="*/ 190500 w 661987"/>
              <a:gd name="connsiteY8" fmla="*/ 185738 h 273843"/>
              <a:gd name="connsiteX9" fmla="*/ 190500 w 661987"/>
              <a:gd name="connsiteY9" fmla="*/ 273844 h 273843"/>
              <a:gd name="connsiteX10" fmla="*/ 223838 w 661987"/>
              <a:gd name="connsiteY10" fmla="*/ 273844 h 273843"/>
              <a:gd name="connsiteX11" fmla="*/ 223838 w 661987"/>
              <a:gd name="connsiteY11" fmla="*/ 152400 h 273843"/>
              <a:gd name="connsiteX12" fmla="*/ 158544 w 661987"/>
              <a:gd name="connsiteY12" fmla="*/ 152400 h 273843"/>
              <a:gd name="connsiteX13" fmla="*/ 195263 w 661987"/>
              <a:gd name="connsiteY13" fmla="*/ 83344 h 273843"/>
              <a:gd name="connsiteX14" fmla="*/ 111919 w 661987"/>
              <a:gd name="connsiteY14" fmla="*/ 33338 h 273843"/>
              <a:gd name="connsiteX15" fmla="*/ 161925 w 661987"/>
              <a:gd name="connsiteY15" fmla="*/ 83344 h 273843"/>
              <a:gd name="connsiteX16" fmla="*/ 111919 w 661987"/>
              <a:gd name="connsiteY16" fmla="*/ 133350 h 273843"/>
              <a:gd name="connsiteX17" fmla="*/ 61913 w 661987"/>
              <a:gd name="connsiteY17" fmla="*/ 83344 h 273843"/>
              <a:gd name="connsiteX18" fmla="*/ 111919 w 661987"/>
              <a:gd name="connsiteY18" fmla="*/ 33338 h 273843"/>
              <a:gd name="connsiteX19" fmla="*/ 596694 w 661987"/>
              <a:gd name="connsiteY19" fmla="*/ 152400 h 273843"/>
              <a:gd name="connsiteX20" fmla="*/ 633413 w 661987"/>
              <a:gd name="connsiteY20" fmla="*/ 83344 h 273843"/>
              <a:gd name="connsiteX21" fmla="*/ 550069 w 661987"/>
              <a:gd name="connsiteY21" fmla="*/ 0 h 273843"/>
              <a:gd name="connsiteX22" fmla="*/ 466725 w 661987"/>
              <a:gd name="connsiteY22" fmla="*/ 83344 h 273843"/>
              <a:gd name="connsiteX23" fmla="*/ 503444 w 661987"/>
              <a:gd name="connsiteY23" fmla="*/ 152400 h 273843"/>
              <a:gd name="connsiteX24" fmla="*/ 438150 w 661987"/>
              <a:gd name="connsiteY24" fmla="*/ 152400 h 273843"/>
              <a:gd name="connsiteX25" fmla="*/ 438150 w 661987"/>
              <a:gd name="connsiteY25" fmla="*/ 273844 h 273843"/>
              <a:gd name="connsiteX26" fmla="*/ 471488 w 661987"/>
              <a:gd name="connsiteY26" fmla="*/ 273844 h 273843"/>
              <a:gd name="connsiteX27" fmla="*/ 471488 w 661987"/>
              <a:gd name="connsiteY27" fmla="*/ 185738 h 273843"/>
              <a:gd name="connsiteX28" fmla="*/ 628650 w 661987"/>
              <a:gd name="connsiteY28" fmla="*/ 185738 h 273843"/>
              <a:gd name="connsiteX29" fmla="*/ 628650 w 661987"/>
              <a:gd name="connsiteY29" fmla="*/ 273844 h 273843"/>
              <a:gd name="connsiteX30" fmla="*/ 661988 w 661987"/>
              <a:gd name="connsiteY30" fmla="*/ 273844 h 273843"/>
              <a:gd name="connsiteX31" fmla="*/ 661988 w 661987"/>
              <a:gd name="connsiteY31" fmla="*/ 152400 h 273843"/>
              <a:gd name="connsiteX32" fmla="*/ 596694 w 661987"/>
              <a:gd name="connsiteY32" fmla="*/ 152400 h 273843"/>
              <a:gd name="connsiteX33" fmla="*/ 550069 w 661987"/>
              <a:gd name="connsiteY33" fmla="*/ 33338 h 273843"/>
              <a:gd name="connsiteX34" fmla="*/ 600075 w 661987"/>
              <a:gd name="connsiteY34" fmla="*/ 83344 h 273843"/>
              <a:gd name="connsiteX35" fmla="*/ 550069 w 661987"/>
              <a:gd name="connsiteY35" fmla="*/ 133350 h 273843"/>
              <a:gd name="connsiteX36" fmla="*/ 500063 w 661987"/>
              <a:gd name="connsiteY36" fmla="*/ 83344 h 273843"/>
              <a:gd name="connsiteX37" fmla="*/ 550069 w 661987"/>
              <a:gd name="connsiteY37" fmla="*/ 33338 h 273843"/>
              <a:gd name="connsiteX38" fmla="*/ 447208 w 661987"/>
              <a:gd name="connsiteY38" fmla="*/ 73819 h 273843"/>
              <a:gd name="connsiteX39" fmla="*/ 379705 w 661987"/>
              <a:gd name="connsiteY39" fmla="*/ 142646 h 273843"/>
              <a:gd name="connsiteX40" fmla="*/ 355911 w 661987"/>
              <a:gd name="connsiteY40" fmla="*/ 119301 h 273843"/>
              <a:gd name="connsiteX41" fmla="*/ 384162 w 661987"/>
              <a:gd name="connsiteY41" fmla="*/ 90497 h 273843"/>
              <a:gd name="connsiteX42" fmla="*/ 352425 w 661987"/>
              <a:gd name="connsiteY42" fmla="*/ 90497 h 273843"/>
              <a:gd name="connsiteX43" fmla="*/ 323850 w 661987"/>
              <a:gd name="connsiteY43" fmla="*/ 90497 h 273843"/>
              <a:gd name="connsiteX44" fmla="*/ 277825 w 661987"/>
              <a:gd name="connsiteY44" fmla="*/ 90497 h 273843"/>
              <a:gd name="connsiteX45" fmla="*/ 306086 w 661987"/>
              <a:gd name="connsiteY45" fmla="*/ 119301 h 273843"/>
              <a:gd name="connsiteX46" fmla="*/ 282283 w 661987"/>
              <a:gd name="connsiteY46" fmla="*/ 142646 h 273843"/>
              <a:gd name="connsiteX47" fmla="*/ 214779 w 661987"/>
              <a:gd name="connsiteY47" fmla="*/ 73819 h 273843"/>
              <a:gd name="connsiteX48" fmla="*/ 282283 w 661987"/>
              <a:gd name="connsiteY48" fmla="*/ 4991 h 273843"/>
              <a:gd name="connsiteX49" fmla="*/ 306086 w 661987"/>
              <a:gd name="connsiteY49" fmla="*/ 28337 h 273843"/>
              <a:gd name="connsiteX50" fmla="*/ 277825 w 661987"/>
              <a:gd name="connsiteY50" fmla="*/ 57140 h 273843"/>
              <a:gd name="connsiteX51" fmla="*/ 323850 w 661987"/>
              <a:gd name="connsiteY51" fmla="*/ 57140 h 273843"/>
              <a:gd name="connsiteX52" fmla="*/ 352425 w 661987"/>
              <a:gd name="connsiteY52" fmla="*/ 57140 h 273843"/>
              <a:gd name="connsiteX53" fmla="*/ 384162 w 661987"/>
              <a:gd name="connsiteY53" fmla="*/ 57140 h 273843"/>
              <a:gd name="connsiteX54" fmla="*/ 355911 w 661987"/>
              <a:gd name="connsiteY54" fmla="*/ 28337 h 273843"/>
              <a:gd name="connsiteX55" fmla="*/ 379705 w 661987"/>
              <a:gd name="connsiteY55" fmla="*/ 4991 h 273843"/>
              <a:gd name="connsiteX56" fmla="*/ 447208 w 661987"/>
              <a:gd name="connsiteY56" fmla="*/ 73819 h 273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61987" h="273843">
                <a:moveTo>
                  <a:pt x="195263" y="83344"/>
                </a:moveTo>
                <a:cubicBezTo>
                  <a:pt x="195263" y="37386"/>
                  <a:pt x="157877" y="0"/>
                  <a:pt x="111919" y="0"/>
                </a:cubicBezTo>
                <a:cubicBezTo>
                  <a:pt x="65961" y="0"/>
                  <a:pt x="28575" y="37386"/>
                  <a:pt x="28575" y="83344"/>
                </a:cubicBezTo>
                <a:cubicBezTo>
                  <a:pt x="28575" y="112043"/>
                  <a:pt x="43158" y="137398"/>
                  <a:pt x="65294" y="152400"/>
                </a:cubicBezTo>
                <a:lnTo>
                  <a:pt x="0" y="152400"/>
                </a:lnTo>
                <a:lnTo>
                  <a:pt x="0" y="273844"/>
                </a:lnTo>
                <a:lnTo>
                  <a:pt x="33338" y="273844"/>
                </a:lnTo>
                <a:lnTo>
                  <a:pt x="33338" y="185738"/>
                </a:lnTo>
                <a:lnTo>
                  <a:pt x="190500" y="185738"/>
                </a:lnTo>
                <a:lnTo>
                  <a:pt x="190500" y="273844"/>
                </a:lnTo>
                <a:lnTo>
                  <a:pt x="223838" y="273844"/>
                </a:lnTo>
                <a:lnTo>
                  <a:pt x="223838" y="152400"/>
                </a:lnTo>
                <a:lnTo>
                  <a:pt x="158544" y="152400"/>
                </a:lnTo>
                <a:cubicBezTo>
                  <a:pt x="180680" y="137398"/>
                  <a:pt x="195263" y="112052"/>
                  <a:pt x="195263" y="83344"/>
                </a:cubicBezTo>
                <a:close/>
                <a:moveTo>
                  <a:pt x="111919" y="33338"/>
                </a:moveTo>
                <a:cubicBezTo>
                  <a:pt x="139494" y="33338"/>
                  <a:pt x="161925" y="55769"/>
                  <a:pt x="161925" y="83344"/>
                </a:cubicBezTo>
                <a:cubicBezTo>
                  <a:pt x="161925" y="110919"/>
                  <a:pt x="139494" y="133350"/>
                  <a:pt x="111919" y="133350"/>
                </a:cubicBezTo>
                <a:cubicBezTo>
                  <a:pt x="84344" y="133350"/>
                  <a:pt x="61913" y="110919"/>
                  <a:pt x="61913" y="83344"/>
                </a:cubicBezTo>
                <a:cubicBezTo>
                  <a:pt x="61913" y="55769"/>
                  <a:pt x="84344" y="33338"/>
                  <a:pt x="111919" y="33338"/>
                </a:cubicBezTo>
                <a:close/>
                <a:moveTo>
                  <a:pt x="596694" y="152400"/>
                </a:moveTo>
                <a:cubicBezTo>
                  <a:pt x="618830" y="137398"/>
                  <a:pt x="633413" y="112052"/>
                  <a:pt x="633413" y="83344"/>
                </a:cubicBezTo>
                <a:cubicBezTo>
                  <a:pt x="633413" y="37386"/>
                  <a:pt x="596027" y="0"/>
                  <a:pt x="550069" y="0"/>
                </a:cubicBezTo>
                <a:cubicBezTo>
                  <a:pt x="504111" y="0"/>
                  <a:pt x="466725" y="37386"/>
                  <a:pt x="466725" y="83344"/>
                </a:cubicBezTo>
                <a:cubicBezTo>
                  <a:pt x="466725" y="112043"/>
                  <a:pt x="481308" y="137398"/>
                  <a:pt x="503444" y="152400"/>
                </a:cubicBezTo>
                <a:lnTo>
                  <a:pt x="438150" y="152400"/>
                </a:lnTo>
                <a:lnTo>
                  <a:pt x="438150" y="273844"/>
                </a:lnTo>
                <a:lnTo>
                  <a:pt x="471488" y="273844"/>
                </a:lnTo>
                <a:lnTo>
                  <a:pt x="471488" y="185738"/>
                </a:lnTo>
                <a:lnTo>
                  <a:pt x="628650" y="185738"/>
                </a:lnTo>
                <a:lnTo>
                  <a:pt x="628650" y="273844"/>
                </a:lnTo>
                <a:lnTo>
                  <a:pt x="661988" y="273844"/>
                </a:lnTo>
                <a:lnTo>
                  <a:pt x="661988" y="152400"/>
                </a:lnTo>
                <a:lnTo>
                  <a:pt x="596694" y="152400"/>
                </a:lnTo>
                <a:close/>
                <a:moveTo>
                  <a:pt x="550069" y="33338"/>
                </a:moveTo>
                <a:cubicBezTo>
                  <a:pt x="577644" y="33338"/>
                  <a:pt x="600075" y="55769"/>
                  <a:pt x="600075" y="83344"/>
                </a:cubicBezTo>
                <a:cubicBezTo>
                  <a:pt x="600075" y="110919"/>
                  <a:pt x="577644" y="133350"/>
                  <a:pt x="550069" y="133350"/>
                </a:cubicBezTo>
                <a:cubicBezTo>
                  <a:pt x="522494" y="133350"/>
                  <a:pt x="500063" y="110919"/>
                  <a:pt x="500063" y="83344"/>
                </a:cubicBezTo>
                <a:cubicBezTo>
                  <a:pt x="500063" y="55769"/>
                  <a:pt x="522494" y="33338"/>
                  <a:pt x="550069" y="33338"/>
                </a:cubicBezTo>
                <a:close/>
                <a:moveTo>
                  <a:pt x="447208" y="73819"/>
                </a:moveTo>
                <a:lnTo>
                  <a:pt x="379705" y="142646"/>
                </a:lnTo>
                <a:lnTo>
                  <a:pt x="355911" y="119301"/>
                </a:lnTo>
                <a:lnTo>
                  <a:pt x="384162" y="90497"/>
                </a:lnTo>
                <a:lnTo>
                  <a:pt x="352425" y="90497"/>
                </a:lnTo>
                <a:lnTo>
                  <a:pt x="323850" y="90497"/>
                </a:lnTo>
                <a:lnTo>
                  <a:pt x="277825" y="90497"/>
                </a:lnTo>
                <a:lnTo>
                  <a:pt x="306086" y="119301"/>
                </a:lnTo>
                <a:lnTo>
                  <a:pt x="282283" y="142646"/>
                </a:lnTo>
                <a:lnTo>
                  <a:pt x="214779" y="73819"/>
                </a:lnTo>
                <a:lnTo>
                  <a:pt x="282283" y="4991"/>
                </a:lnTo>
                <a:lnTo>
                  <a:pt x="306086" y="28337"/>
                </a:lnTo>
                <a:lnTo>
                  <a:pt x="277825" y="57140"/>
                </a:lnTo>
                <a:lnTo>
                  <a:pt x="323850" y="57140"/>
                </a:lnTo>
                <a:lnTo>
                  <a:pt x="352425" y="57140"/>
                </a:lnTo>
                <a:lnTo>
                  <a:pt x="384162" y="57140"/>
                </a:lnTo>
                <a:lnTo>
                  <a:pt x="355911" y="28337"/>
                </a:lnTo>
                <a:lnTo>
                  <a:pt x="379705" y="4991"/>
                </a:lnTo>
                <a:lnTo>
                  <a:pt x="447208" y="73819"/>
                </a:lnTo>
                <a:close/>
              </a:path>
            </a:pathLst>
          </a:custGeom>
          <a:solidFill>
            <a:schemeClr val="tx2"/>
          </a:solidFill>
          <a:ln w="9525" cap="flat">
            <a:noFill/>
            <a:prstDash val="solid"/>
            <a:miter/>
          </a:ln>
        </p:spPr>
        <p:txBody>
          <a:bodyPr rtlCol="0" anchor="ctr"/>
          <a:lstStyle/>
          <a:p>
            <a:endParaRPr lang="en-US"/>
          </a:p>
        </p:txBody>
      </p:sp>
      <p:sp>
        <p:nvSpPr>
          <p:cNvPr id="67" name="TextBox 21">
            <a:extLst>
              <a:ext uri="{FF2B5EF4-FFF2-40B4-BE49-F238E27FC236}">
                <a16:creationId xmlns:a16="http://schemas.microsoft.com/office/drawing/2014/main" id="{4DA8C669-34F9-F845-A9B1-C26FC1F49D3F}"/>
              </a:ext>
            </a:extLst>
          </p:cNvPr>
          <p:cNvSpPr txBox="1"/>
          <p:nvPr/>
        </p:nvSpPr>
        <p:spPr>
          <a:xfrm>
            <a:off x="8725043" y="3779422"/>
            <a:ext cx="958917" cy="215444"/>
          </a:xfrm>
          <a:prstGeom prst="rect">
            <a:avLst/>
          </a:prstGeom>
          <a:noFill/>
        </p:spPr>
        <p:txBody>
          <a:bodyPr wrap="none" lIns="0" rIns="0" rtlCol="0" anchor="ctr" anchorCtr="0">
            <a:noAutofit/>
          </a:bodyPr>
          <a:lstStyle/>
          <a:p>
            <a:pPr algn="ctr"/>
            <a:r>
              <a:rPr lang="en-US" sz="800"/>
              <a:t>Social distancing</a:t>
            </a:r>
          </a:p>
        </p:txBody>
      </p:sp>
      <p:sp>
        <p:nvSpPr>
          <p:cNvPr id="69" name="Graphic 140">
            <a:extLst>
              <a:ext uri="{FF2B5EF4-FFF2-40B4-BE49-F238E27FC236}">
                <a16:creationId xmlns:a16="http://schemas.microsoft.com/office/drawing/2014/main" id="{4BEC9C5D-D9F4-8748-BF80-6C9F4E5203DD}"/>
              </a:ext>
            </a:extLst>
          </p:cNvPr>
          <p:cNvSpPr>
            <a:spLocks noChangeAspect="1"/>
          </p:cNvSpPr>
          <p:nvPr/>
        </p:nvSpPr>
        <p:spPr>
          <a:xfrm>
            <a:off x="2601954" y="5186306"/>
            <a:ext cx="533400" cy="381000"/>
          </a:xfrm>
          <a:custGeom>
            <a:avLst/>
            <a:gdLst>
              <a:gd name="connsiteX0" fmla="*/ 0 w 533400"/>
              <a:gd name="connsiteY0" fmla="*/ 0 h 381000"/>
              <a:gd name="connsiteX1" fmla="*/ 0 w 533400"/>
              <a:gd name="connsiteY1" fmla="*/ 381000 h 381000"/>
              <a:gd name="connsiteX2" fmla="*/ 533400 w 533400"/>
              <a:gd name="connsiteY2" fmla="*/ 381000 h 381000"/>
              <a:gd name="connsiteX3" fmla="*/ 533400 w 533400"/>
              <a:gd name="connsiteY3" fmla="*/ 0 h 381000"/>
              <a:gd name="connsiteX4" fmla="*/ 0 w 533400"/>
              <a:gd name="connsiteY4" fmla="*/ 0 h 381000"/>
              <a:gd name="connsiteX5" fmla="*/ 217008 w 533400"/>
              <a:gd name="connsiteY5" fmla="*/ 173517 h 381000"/>
              <a:gd name="connsiteX6" fmla="*/ 266700 w 533400"/>
              <a:gd name="connsiteY6" fmla="*/ 123825 h 381000"/>
              <a:gd name="connsiteX7" fmla="*/ 316401 w 533400"/>
              <a:gd name="connsiteY7" fmla="*/ 173517 h 381000"/>
              <a:gd name="connsiteX8" fmla="*/ 266700 w 533400"/>
              <a:gd name="connsiteY8" fmla="*/ 223209 h 381000"/>
              <a:gd name="connsiteX9" fmla="*/ 217008 w 533400"/>
              <a:gd name="connsiteY9" fmla="*/ 173517 h 381000"/>
              <a:gd name="connsiteX10" fmla="*/ 361950 w 533400"/>
              <a:gd name="connsiteY10" fmla="*/ 342900 h 381000"/>
              <a:gd name="connsiteX11" fmla="*/ 171450 w 533400"/>
              <a:gd name="connsiteY11" fmla="*/ 342900 h 381000"/>
              <a:gd name="connsiteX12" fmla="*/ 171450 w 533400"/>
              <a:gd name="connsiteY12" fmla="*/ 280988 h 381000"/>
              <a:gd name="connsiteX13" fmla="*/ 361950 w 533400"/>
              <a:gd name="connsiteY13" fmla="*/ 280988 h 381000"/>
              <a:gd name="connsiteX14" fmla="*/ 361950 w 533400"/>
              <a:gd name="connsiteY14" fmla="*/ 342900 h 381000"/>
              <a:gd name="connsiteX15" fmla="*/ 495300 w 533400"/>
              <a:gd name="connsiteY15" fmla="*/ 342900 h 381000"/>
              <a:gd name="connsiteX16" fmla="*/ 400050 w 533400"/>
              <a:gd name="connsiteY16" fmla="*/ 342900 h 381000"/>
              <a:gd name="connsiteX17" fmla="*/ 400050 w 533400"/>
              <a:gd name="connsiteY17" fmla="*/ 242888 h 381000"/>
              <a:gd name="connsiteX18" fmla="*/ 320316 w 533400"/>
              <a:gd name="connsiteY18" fmla="*/ 242888 h 381000"/>
              <a:gd name="connsiteX19" fmla="*/ 354501 w 533400"/>
              <a:gd name="connsiteY19" fmla="*/ 173517 h 381000"/>
              <a:gd name="connsiteX20" fmla="*/ 266700 w 533400"/>
              <a:gd name="connsiteY20" fmla="*/ 85725 h 381000"/>
              <a:gd name="connsiteX21" fmla="*/ 178908 w 533400"/>
              <a:gd name="connsiteY21" fmla="*/ 173517 h 381000"/>
              <a:gd name="connsiteX22" fmla="*/ 213093 w 533400"/>
              <a:gd name="connsiteY22" fmla="*/ 242888 h 381000"/>
              <a:gd name="connsiteX23" fmla="*/ 133350 w 533400"/>
              <a:gd name="connsiteY23" fmla="*/ 242888 h 381000"/>
              <a:gd name="connsiteX24" fmla="*/ 133350 w 533400"/>
              <a:gd name="connsiteY24" fmla="*/ 342900 h 381000"/>
              <a:gd name="connsiteX25" fmla="*/ 38100 w 533400"/>
              <a:gd name="connsiteY25" fmla="*/ 342900 h 381000"/>
              <a:gd name="connsiteX26" fmla="*/ 38100 w 533400"/>
              <a:gd name="connsiteY26" fmla="*/ 38100 h 381000"/>
              <a:gd name="connsiteX27" fmla="*/ 495300 w 533400"/>
              <a:gd name="connsiteY27" fmla="*/ 38100 h 381000"/>
              <a:gd name="connsiteX28" fmla="*/ 495300 w 533400"/>
              <a:gd name="connsiteY28" fmla="*/ 342900 h 381000"/>
              <a:gd name="connsiteX29" fmla="*/ 457200 w 533400"/>
              <a:gd name="connsiteY29" fmla="*/ 111366 h 381000"/>
              <a:gd name="connsiteX30" fmla="*/ 381000 w 533400"/>
              <a:gd name="connsiteY30" fmla="*/ 111366 h 381000"/>
              <a:gd name="connsiteX31" fmla="*/ 381000 w 533400"/>
              <a:gd name="connsiteY31" fmla="*/ 58607 h 381000"/>
              <a:gd name="connsiteX32" fmla="*/ 457200 w 533400"/>
              <a:gd name="connsiteY32" fmla="*/ 58607 h 381000"/>
              <a:gd name="connsiteX33" fmla="*/ 457200 w 533400"/>
              <a:gd name="connsiteY33" fmla="*/ 111366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33400" h="381000">
                <a:moveTo>
                  <a:pt x="0" y="0"/>
                </a:moveTo>
                <a:lnTo>
                  <a:pt x="0" y="381000"/>
                </a:lnTo>
                <a:lnTo>
                  <a:pt x="533400" y="381000"/>
                </a:lnTo>
                <a:lnTo>
                  <a:pt x="533400" y="0"/>
                </a:lnTo>
                <a:lnTo>
                  <a:pt x="0" y="0"/>
                </a:lnTo>
                <a:close/>
                <a:moveTo>
                  <a:pt x="217008" y="173517"/>
                </a:moveTo>
                <a:cubicBezTo>
                  <a:pt x="217008" y="146114"/>
                  <a:pt x="239297" y="123825"/>
                  <a:pt x="266700" y="123825"/>
                </a:cubicBezTo>
                <a:cubicBezTo>
                  <a:pt x="294103" y="123825"/>
                  <a:pt x="316401" y="146114"/>
                  <a:pt x="316401" y="173517"/>
                </a:cubicBezTo>
                <a:cubicBezTo>
                  <a:pt x="316401" y="200911"/>
                  <a:pt x="294103" y="223209"/>
                  <a:pt x="266700" y="223209"/>
                </a:cubicBezTo>
                <a:cubicBezTo>
                  <a:pt x="239297" y="223209"/>
                  <a:pt x="217008" y="200920"/>
                  <a:pt x="217008" y="173517"/>
                </a:cubicBezTo>
                <a:close/>
                <a:moveTo>
                  <a:pt x="361950" y="342900"/>
                </a:moveTo>
                <a:lnTo>
                  <a:pt x="171450" y="342900"/>
                </a:lnTo>
                <a:lnTo>
                  <a:pt x="171450" y="280988"/>
                </a:lnTo>
                <a:lnTo>
                  <a:pt x="361950" y="280988"/>
                </a:lnTo>
                <a:lnTo>
                  <a:pt x="361950" y="342900"/>
                </a:lnTo>
                <a:close/>
                <a:moveTo>
                  <a:pt x="495300" y="342900"/>
                </a:moveTo>
                <a:lnTo>
                  <a:pt x="400050" y="342900"/>
                </a:lnTo>
                <a:lnTo>
                  <a:pt x="400050" y="242888"/>
                </a:lnTo>
                <a:lnTo>
                  <a:pt x="320316" y="242888"/>
                </a:lnTo>
                <a:cubicBezTo>
                  <a:pt x="341062" y="226819"/>
                  <a:pt x="354501" y="201740"/>
                  <a:pt x="354501" y="173517"/>
                </a:cubicBezTo>
                <a:cubicBezTo>
                  <a:pt x="354501" y="125111"/>
                  <a:pt x="315116" y="85725"/>
                  <a:pt x="266700" y="85725"/>
                </a:cubicBezTo>
                <a:cubicBezTo>
                  <a:pt x="218284" y="85725"/>
                  <a:pt x="178908" y="125111"/>
                  <a:pt x="178908" y="173517"/>
                </a:cubicBezTo>
                <a:cubicBezTo>
                  <a:pt x="178908" y="201730"/>
                  <a:pt x="192338" y="226809"/>
                  <a:pt x="213093" y="242888"/>
                </a:cubicBezTo>
                <a:lnTo>
                  <a:pt x="133350" y="242888"/>
                </a:lnTo>
                <a:lnTo>
                  <a:pt x="133350" y="342900"/>
                </a:lnTo>
                <a:lnTo>
                  <a:pt x="38100" y="342900"/>
                </a:lnTo>
                <a:lnTo>
                  <a:pt x="38100" y="38100"/>
                </a:lnTo>
                <a:lnTo>
                  <a:pt x="495300" y="38100"/>
                </a:lnTo>
                <a:lnTo>
                  <a:pt x="495300" y="342900"/>
                </a:lnTo>
                <a:close/>
                <a:moveTo>
                  <a:pt x="457200" y="111366"/>
                </a:moveTo>
                <a:lnTo>
                  <a:pt x="381000" y="111366"/>
                </a:lnTo>
                <a:lnTo>
                  <a:pt x="381000" y="58607"/>
                </a:lnTo>
                <a:lnTo>
                  <a:pt x="457200" y="58607"/>
                </a:lnTo>
                <a:lnTo>
                  <a:pt x="457200" y="111366"/>
                </a:lnTo>
                <a:close/>
              </a:path>
            </a:pathLst>
          </a:custGeom>
          <a:solidFill>
            <a:schemeClr val="tx2"/>
          </a:solidFill>
          <a:ln w="9525" cap="flat">
            <a:noFill/>
            <a:prstDash val="solid"/>
            <a:miter/>
          </a:ln>
        </p:spPr>
        <p:txBody>
          <a:bodyPr rtlCol="0" anchor="ctr"/>
          <a:lstStyle/>
          <a:p>
            <a:endParaRPr lang="en-US"/>
          </a:p>
        </p:txBody>
      </p:sp>
      <p:sp>
        <p:nvSpPr>
          <p:cNvPr id="70" name="TextBox 22">
            <a:extLst>
              <a:ext uri="{FF2B5EF4-FFF2-40B4-BE49-F238E27FC236}">
                <a16:creationId xmlns:a16="http://schemas.microsoft.com/office/drawing/2014/main" id="{FDA390C5-ADCB-014C-AA6E-4174D2164B5C}"/>
              </a:ext>
            </a:extLst>
          </p:cNvPr>
          <p:cNvSpPr txBox="1"/>
          <p:nvPr/>
        </p:nvSpPr>
        <p:spPr>
          <a:xfrm>
            <a:off x="2549496" y="5665758"/>
            <a:ext cx="638316" cy="215444"/>
          </a:xfrm>
          <a:prstGeom prst="rect">
            <a:avLst/>
          </a:prstGeom>
          <a:noFill/>
        </p:spPr>
        <p:txBody>
          <a:bodyPr wrap="none" lIns="0" rIns="0" rtlCol="0" anchor="ctr" anchorCtr="0">
            <a:noAutofit/>
          </a:bodyPr>
          <a:lstStyle/>
          <a:p>
            <a:pPr algn="ctr"/>
            <a:r>
              <a:rPr lang="en-US" sz="800"/>
              <a:t>Video call</a:t>
            </a:r>
          </a:p>
        </p:txBody>
      </p:sp>
      <p:sp>
        <p:nvSpPr>
          <p:cNvPr id="72" name="Freeform: Shape 205">
            <a:extLst>
              <a:ext uri="{FF2B5EF4-FFF2-40B4-BE49-F238E27FC236}">
                <a16:creationId xmlns:a16="http://schemas.microsoft.com/office/drawing/2014/main" id="{3FF56F5F-86DA-D148-A139-848360B18720}"/>
              </a:ext>
            </a:extLst>
          </p:cNvPr>
          <p:cNvSpPr>
            <a:spLocks noChangeAspect="1"/>
          </p:cNvSpPr>
          <p:nvPr/>
        </p:nvSpPr>
        <p:spPr>
          <a:xfrm>
            <a:off x="4451377" y="4154049"/>
            <a:ext cx="485775" cy="466725"/>
          </a:xfrm>
          <a:custGeom>
            <a:avLst/>
            <a:gdLst>
              <a:gd name="connsiteX0" fmla="*/ 487871 w 485775"/>
              <a:gd name="connsiteY0" fmla="*/ 181737 h 466725"/>
              <a:gd name="connsiteX1" fmla="*/ 304229 w 485775"/>
              <a:gd name="connsiteY1" fmla="*/ 181737 h 466725"/>
              <a:gd name="connsiteX2" fmla="*/ 247460 w 485775"/>
              <a:gd name="connsiteY2" fmla="*/ 7144 h 466725"/>
              <a:gd name="connsiteX3" fmla="*/ 190691 w 485775"/>
              <a:gd name="connsiteY3" fmla="*/ 181737 h 466725"/>
              <a:gd name="connsiteX4" fmla="*/ 7144 w 485775"/>
              <a:gd name="connsiteY4" fmla="*/ 181737 h 466725"/>
              <a:gd name="connsiteX5" fmla="*/ 155734 w 485775"/>
              <a:gd name="connsiteY5" fmla="*/ 289655 h 466725"/>
              <a:gd name="connsiteX6" fmla="*/ 98965 w 485775"/>
              <a:gd name="connsiteY6" fmla="*/ 464344 h 466725"/>
              <a:gd name="connsiteX7" fmla="*/ 247555 w 485775"/>
              <a:gd name="connsiteY7" fmla="*/ 356425 h 466725"/>
              <a:gd name="connsiteX8" fmla="*/ 396049 w 485775"/>
              <a:gd name="connsiteY8" fmla="*/ 464344 h 466725"/>
              <a:gd name="connsiteX9" fmla="*/ 339281 w 485775"/>
              <a:gd name="connsiteY9" fmla="*/ 289750 h 466725"/>
              <a:gd name="connsiteX10" fmla="*/ 487871 w 485775"/>
              <a:gd name="connsiteY10" fmla="*/ 181737 h 466725"/>
              <a:gd name="connsiteX11" fmla="*/ 269843 w 485775"/>
              <a:gd name="connsiteY11" fmla="*/ 325565 h 466725"/>
              <a:gd name="connsiteX12" fmla="*/ 247460 w 485775"/>
              <a:gd name="connsiteY12" fmla="*/ 309277 h 466725"/>
              <a:gd name="connsiteX13" fmla="*/ 225076 w 485775"/>
              <a:gd name="connsiteY13" fmla="*/ 325565 h 466725"/>
              <a:gd name="connsiteX14" fmla="*/ 171355 w 485775"/>
              <a:gd name="connsiteY14" fmla="*/ 364617 h 466725"/>
              <a:gd name="connsiteX15" fmla="*/ 191834 w 485775"/>
              <a:gd name="connsiteY15" fmla="*/ 301466 h 466725"/>
              <a:gd name="connsiteX16" fmla="*/ 200406 w 485775"/>
              <a:gd name="connsiteY16" fmla="*/ 275177 h 466725"/>
              <a:gd name="connsiteX17" fmla="*/ 178022 w 485775"/>
              <a:gd name="connsiteY17" fmla="*/ 258890 h 466725"/>
              <a:gd name="connsiteX18" fmla="*/ 124301 w 485775"/>
              <a:gd name="connsiteY18" fmla="*/ 219837 h 466725"/>
              <a:gd name="connsiteX19" fmla="*/ 190691 w 485775"/>
              <a:gd name="connsiteY19" fmla="*/ 219837 h 466725"/>
              <a:gd name="connsiteX20" fmla="*/ 218408 w 485775"/>
              <a:gd name="connsiteY20" fmla="*/ 219837 h 466725"/>
              <a:gd name="connsiteX21" fmla="*/ 226981 w 485775"/>
              <a:gd name="connsiteY21" fmla="*/ 193548 h 466725"/>
              <a:gd name="connsiteX22" fmla="*/ 247460 w 485775"/>
              <a:gd name="connsiteY22" fmla="*/ 130397 h 466725"/>
              <a:gd name="connsiteX23" fmla="*/ 267938 w 485775"/>
              <a:gd name="connsiteY23" fmla="*/ 193548 h 466725"/>
              <a:gd name="connsiteX24" fmla="*/ 276511 w 485775"/>
              <a:gd name="connsiteY24" fmla="*/ 219837 h 466725"/>
              <a:gd name="connsiteX25" fmla="*/ 304229 w 485775"/>
              <a:gd name="connsiteY25" fmla="*/ 219837 h 466725"/>
              <a:gd name="connsiteX26" fmla="*/ 370618 w 485775"/>
              <a:gd name="connsiteY26" fmla="*/ 219837 h 466725"/>
              <a:gd name="connsiteX27" fmla="*/ 316897 w 485775"/>
              <a:gd name="connsiteY27" fmla="*/ 258890 h 466725"/>
              <a:gd name="connsiteX28" fmla="*/ 294513 w 485775"/>
              <a:gd name="connsiteY28" fmla="*/ 275177 h 466725"/>
              <a:gd name="connsiteX29" fmla="*/ 303086 w 485775"/>
              <a:gd name="connsiteY29" fmla="*/ 301466 h 466725"/>
              <a:gd name="connsiteX30" fmla="*/ 323564 w 485775"/>
              <a:gd name="connsiteY30" fmla="*/ 364617 h 466725"/>
              <a:gd name="connsiteX31" fmla="*/ 269843 w 485775"/>
              <a:gd name="connsiteY31" fmla="*/ 32556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5775" h="466725">
                <a:moveTo>
                  <a:pt x="487871" y="181737"/>
                </a:moveTo>
                <a:lnTo>
                  <a:pt x="304229" y="181737"/>
                </a:lnTo>
                <a:lnTo>
                  <a:pt x="247460" y="7144"/>
                </a:lnTo>
                <a:lnTo>
                  <a:pt x="190691" y="181737"/>
                </a:lnTo>
                <a:lnTo>
                  <a:pt x="7144" y="181737"/>
                </a:lnTo>
                <a:lnTo>
                  <a:pt x="155734" y="289655"/>
                </a:lnTo>
                <a:lnTo>
                  <a:pt x="98965" y="464344"/>
                </a:lnTo>
                <a:lnTo>
                  <a:pt x="247555" y="356425"/>
                </a:lnTo>
                <a:lnTo>
                  <a:pt x="396049" y="464344"/>
                </a:lnTo>
                <a:lnTo>
                  <a:pt x="339281" y="289750"/>
                </a:lnTo>
                <a:lnTo>
                  <a:pt x="487871" y="181737"/>
                </a:lnTo>
                <a:close/>
                <a:moveTo>
                  <a:pt x="269843" y="325565"/>
                </a:moveTo>
                <a:lnTo>
                  <a:pt x="247460" y="309277"/>
                </a:lnTo>
                <a:lnTo>
                  <a:pt x="225076" y="325565"/>
                </a:lnTo>
                <a:lnTo>
                  <a:pt x="171355" y="364617"/>
                </a:lnTo>
                <a:lnTo>
                  <a:pt x="191834" y="301466"/>
                </a:lnTo>
                <a:lnTo>
                  <a:pt x="200406" y="275177"/>
                </a:lnTo>
                <a:lnTo>
                  <a:pt x="178022" y="258890"/>
                </a:lnTo>
                <a:lnTo>
                  <a:pt x="124301" y="219837"/>
                </a:lnTo>
                <a:lnTo>
                  <a:pt x="190691" y="219837"/>
                </a:lnTo>
                <a:lnTo>
                  <a:pt x="218408" y="219837"/>
                </a:lnTo>
                <a:lnTo>
                  <a:pt x="226981" y="193548"/>
                </a:lnTo>
                <a:lnTo>
                  <a:pt x="247460" y="130397"/>
                </a:lnTo>
                <a:lnTo>
                  <a:pt x="267938" y="193548"/>
                </a:lnTo>
                <a:lnTo>
                  <a:pt x="276511" y="219837"/>
                </a:lnTo>
                <a:lnTo>
                  <a:pt x="304229" y="219837"/>
                </a:lnTo>
                <a:lnTo>
                  <a:pt x="370618" y="219837"/>
                </a:lnTo>
                <a:lnTo>
                  <a:pt x="316897" y="258890"/>
                </a:lnTo>
                <a:lnTo>
                  <a:pt x="294513" y="275177"/>
                </a:lnTo>
                <a:lnTo>
                  <a:pt x="303086" y="301466"/>
                </a:lnTo>
                <a:lnTo>
                  <a:pt x="323564" y="364617"/>
                </a:lnTo>
                <a:lnTo>
                  <a:pt x="269843" y="325565"/>
                </a:lnTo>
                <a:close/>
              </a:path>
            </a:pathLst>
          </a:custGeom>
          <a:solidFill>
            <a:schemeClr val="tx2"/>
          </a:solidFill>
          <a:ln w="9525" cap="flat">
            <a:noFill/>
            <a:prstDash val="solid"/>
            <a:miter/>
          </a:ln>
        </p:spPr>
        <p:txBody>
          <a:bodyPr rtlCol="0" anchor="ctr"/>
          <a:lstStyle/>
          <a:p>
            <a:endParaRPr lang="en-US"/>
          </a:p>
        </p:txBody>
      </p:sp>
      <p:sp>
        <p:nvSpPr>
          <p:cNvPr id="73" name="TextBox 23">
            <a:extLst>
              <a:ext uri="{FF2B5EF4-FFF2-40B4-BE49-F238E27FC236}">
                <a16:creationId xmlns:a16="http://schemas.microsoft.com/office/drawing/2014/main" id="{634C6213-AA1D-2C4E-B0E1-A719DD877377}"/>
              </a:ext>
            </a:extLst>
          </p:cNvPr>
          <p:cNvSpPr txBox="1"/>
          <p:nvPr/>
        </p:nvSpPr>
        <p:spPr>
          <a:xfrm>
            <a:off x="4511362" y="4695590"/>
            <a:ext cx="365806" cy="215444"/>
          </a:xfrm>
          <a:prstGeom prst="rect">
            <a:avLst/>
          </a:prstGeom>
          <a:noFill/>
        </p:spPr>
        <p:txBody>
          <a:bodyPr wrap="none" lIns="0" rIns="0" rtlCol="0" anchor="ctr" anchorCtr="0">
            <a:noAutofit/>
          </a:bodyPr>
          <a:lstStyle/>
          <a:p>
            <a:pPr algn="ctr"/>
            <a:r>
              <a:rPr lang="en-US" sz="800"/>
              <a:t>Star</a:t>
            </a:r>
          </a:p>
        </p:txBody>
      </p:sp>
      <p:sp>
        <p:nvSpPr>
          <p:cNvPr id="75" name="Graphic 158">
            <a:extLst>
              <a:ext uri="{FF2B5EF4-FFF2-40B4-BE49-F238E27FC236}">
                <a16:creationId xmlns:a16="http://schemas.microsoft.com/office/drawing/2014/main" id="{8F8BA072-E033-564B-960E-1203F5D2FCB4}"/>
              </a:ext>
            </a:extLst>
          </p:cNvPr>
          <p:cNvSpPr>
            <a:spLocks noChangeAspect="1"/>
          </p:cNvSpPr>
          <p:nvPr/>
        </p:nvSpPr>
        <p:spPr>
          <a:xfrm>
            <a:off x="1717751" y="4149286"/>
            <a:ext cx="533400" cy="476250"/>
          </a:xfrm>
          <a:custGeom>
            <a:avLst/>
            <a:gdLst>
              <a:gd name="connsiteX0" fmla="*/ 0 w 533400"/>
              <a:gd name="connsiteY0" fmla="*/ 0 h 476250"/>
              <a:gd name="connsiteX1" fmla="*/ 0 w 533400"/>
              <a:gd name="connsiteY1" fmla="*/ 381000 h 476250"/>
              <a:gd name="connsiteX2" fmla="*/ 114300 w 533400"/>
              <a:gd name="connsiteY2" fmla="*/ 381000 h 476250"/>
              <a:gd name="connsiteX3" fmla="*/ 114300 w 533400"/>
              <a:gd name="connsiteY3" fmla="*/ 476250 h 476250"/>
              <a:gd name="connsiteX4" fmla="*/ 228600 w 533400"/>
              <a:gd name="connsiteY4" fmla="*/ 381000 h 476250"/>
              <a:gd name="connsiteX5" fmla="*/ 533400 w 533400"/>
              <a:gd name="connsiteY5" fmla="*/ 381000 h 476250"/>
              <a:gd name="connsiteX6" fmla="*/ 533400 w 533400"/>
              <a:gd name="connsiteY6" fmla="*/ 0 h 476250"/>
              <a:gd name="connsiteX7" fmla="*/ 0 w 533400"/>
              <a:gd name="connsiteY7" fmla="*/ 0 h 476250"/>
              <a:gd name="connsiteX8" fmla="*/ 495300 w 533400"/>
              <a:gd name="connsiteY8" fmla="*/ 342900 h 476250"/>
              <a:gd name="connsiteX9" fmla="*/ 228600 w 533400"/>
              <a:gd name="connsiteY9" fmla="*/ 342900 h 476250"/>
              <a:gd name="connsiteX10" fmla="*/ 214808 w 533400"/>
              <a:gd name="connsiteY10" fmla="*/ 342900 h 476250"/>
              <a:gd name="connsiteX11" fmla="*/ 204206 w 533400"/>
              <a:gd name="connsiteY11" fmla="*/ 351730 h 476250"/>
              <a:gd name="connsiteX12" fmla="*/ 152400 w 533400"/>
              <a:gd name="connsiteY12" fmla="*/ 394907 h 476250"/>
              <a:gd name="connsiteX13" fmla="*/ 152400 w 533400"/>
              <a:gd name="connsiteY13" fmla="*/ 381000 h 476250"/>
              <a:gd name="connsiteX14" fmla="*/ 152400 w 533400"/>
              <a:gd name="connsiteY14" fmla="*/ 342900 h 476250"/>
              <a:gd name="connsiteX15" fmla="*/ 114300 w 533400"/>
              <a:gd name="connsiteY15" fmla="*/ 342900 h 476250"/>
              <a:gd name="connsiteX16" fmla="*/ 38100 w 533400"/>
              <a:gd name="connsiteY16" fmla="*/ 342900 h 476250"/>
              <a:gd name="connsiteX17" fmla="*/ 38100 w 533400"/>
              <a:gd name="connsiteY17" fmla="*/ 38100 h 476250"/>
              <a:gd name="connsiteX18" fmla="*/ 495300 w 533400"/>
              <a:gd name="connsiteY18" fmla="*/ 38100 h 476250"/>
              <a:gd name="connsiteX19" fmla="*/ 495300 w 533400"/>
              <a:gd name="connsiteY19" fmla="*/ 342900 h 476250"/>
              <a:gd name="connsiteX20" fmla="*/ 178594 w 533400"/>
              <a:gd name="connsiteY20" fmla="*/ 264319 h 476250"/>
              <a:gd name="connsiteX21" fmla="*/ 354806 w 533400"/>
              <a:gd name="connsiteY21" fmla="*/ 264319 h 476250"/>
              <a:gd name="connsiteX22" fmla="*/ 354806 w 533400"/>
              <a:gd name="connsiteY22" fmla="*/ 304800 h 476250"/>
              <a:gd name="connsiteX23" fmla="*/ 388144 w 533400"/>
              <a:gd name="connsiteY23" fmla="*/ 304800 h 476250"/>
              <a:gd name="connsiteX24" fmla="*/ 388144 w 533400"/>
              <a:gd name="connsiteY24" fmla="*/ 230981 h 476250"/>
              <a:gd name="connsiteX25" fmla="*/ 314649 w 533400"/>
              <a:gd name="connsiteY25" fmla="*/ 230981 h 476250"/>
              <a:gd name="connsiteX26" fmla="*/ 354806 w 533400"/>
              <a:gd name="connsiteY26" fmla="*/ 157163 h 476250"/>
              <a:gd name="connsiteX27" fmla="*/ 266700 w 533400"/>
              <a:gd name="connsiteY27" fmla="*/ 69056 h 476250"/>
              <a:gd name="connsiteX28" fmla="*/ 178594 w 533400"/>
              <a:gd name="connsiteY28" fmla="*/ 157163 h 476250"/>
              <a:gd name="connsiteX29" fmla="*/ 218751 w 533400"/>
              <a:gd name="connsiteY29" fmla="*/ 230981 h 476250"/>
              <a:gd name="connsiteX30" fmla="*/ 145256 w 533400"/>
              <a:gd name="connsiteY30" fmla="*/ 230981 h 476250"/>
              <a:gd name="connsiteX31" fmla="*/ 145256 w 533400"/>
              <a:gd name="connsiteY31" fmla="*/ 304800 h 476250"/>
              <a:gd name="connsiteX32" fmla="*/ 178594 w 533400"/>
              <a:gd name="connsiteY32" fmla="*/ 304800 h 476250"/>
              <a:gd name="connsiteX33" fmla="*/ 178594 w 533400"/>
              <a:gd name="connsiteY33" fmla="*/ 264319 h 476250"/>
              <a:gd name="connsiteX34" fmla="*/ 266700 w 533400"/>
              <a:gd name="connsiteY34" fmla="*/ 102394 h 476250"/>
              <a:gd name="connsiteX35" fmla="*/ 321469 w 533400"/>
              <a:gd name="connsiteY35" fmla="*/ 157163 h 476250"/>
              <a:gd name="connsiteX36" fmla="*/ 266700 w 533400"/>
              <a:gd name="connsiteY36" fmla="*/ 211931 h 476250"/>
              <a:gd name="connsiteX37" fmla="*/ 211931 w 533400"/>
              <a:gd name="connsiteY37" fmla="*/ 157163 h 476250"/>
              <a:gd name="connsiteX38" fmla="*/ 266700 w 533400"/>
              <a:gd name="connsiteY38" fmla="*/ 10239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33400" h="476250">
                <a:moveTo>
                  <a:pt x="0" y="0"/>
                </a:moveTo>
                <a:lnTo>
                  <a:pt x="0" y="381000"/>
                </a:lnTo>
                <a:lnTo>
                  <a:pt x="114300" y="381000"/>
                </a:lnTo>
                <a:lnTo>
                  <a:pt x="114300" y="476250"/>
                </a:lnTo>
                <a:lnTo>
                  <a:pt x="228600" y="381000"/>
                </a:lnTo>
                <a:lnTo>
                  <a:pt x="533400" y="381000"/>
                </a:lnTo>
                <a:lnTo>
                  <a:pt x="533400" y="0"/>
                </a:lnTo>
                <a:lnTo>
                  <a:pt x="0" y="0"/>
                </a:lnTo>
                <a:close/>
                <a:moveTo>
                  <a:pt x="495300" y="342900"/>
                </a:moveTo>
                <a:lnTo>
                  <a:pt x="228600" y="342900"/>
                </a:lnTo>
                <a:lnTo>
                  <a:pt x="214808" y="342900"/>
                </a:lnTo>
                <a:lnTo>
                  <a:pt x="204206" y="351730"/>
                </a:lnTo>
                <a:lnTo>
                  <a:pt x="152400" y="394907"/>
                </a:lnTo>
                <a:lnTo>
                  <a:pt x="152400" y="381000"/>
                </a:lnTo>
                <a:lnTo>
                  <a:pt x="152400" y="342900"/>
                </a:lnTo>
                <a:lnTo>
                  <a:pt x="114300" y="342900"/>
                </a:lnTo>
                <a:lnTo>
                  <a:pt x="38100" y="342900"/>
                </a:lnTo>
                <a:lnTo>
                  <a:pt x="38100" y="38100"/>
                </a:lnTo>
                <a:lnTo>
                  <a:pt x="495300" y="38100"/>
                </a:lnTo>
                <a:lnTo>
                  <a:pt x="495300" y="342900"/>
                </a:lnTo>
                <a:close/>
                <a:moveTo>
                  <a:pt x="178594" y="264319"/>
                </a:moveTo>
                <a:lnTo>
                  <a:pt x="354806" y="264319"/>
                </a:lnTo>
                <a:lnTo>
                  <a:pt x="354806" y="304800"/>
                </a:lnTo>
                <a:lnTo>
                  <a:pt x="388144" y="304800"/>
                </a:lnTo>
                <a:lnTo>
                  <a:pt x="388144" y="230981"/>
                </a:lnTo>
                <a:lnTo>
                  <a:pt x="314649" y="230981"/>
                </a:lnTo>
                <a:cubicBezTo>
                  <a:pt x="338785" y="215246"/>
                  <a:pt x="354806" y="188062"/>
                  <a:pt x="354806" y="157163"/>
                </a:cubicBezTo>
                <a:cubicBezTo>
                  <a:pt x="354806" y="108575"/>
                  <a:pt x="315287" y="69056"/>
                  <a:pt x="266700" y="69056"/>
                </a:cubicBezTo>
                <a:cubicBezTo>
                  <a:pt x="218113" y="69056"/>
                  <a:pt x="178594" y="108575"/>
                  <a:pt x="178594" y="157163"/>
                </a:cubicBezTo>
                <a:cubicBezTo>
                  <a:pt x="178594" y="188062"/>
                  <a:pt x="194615" y="215246"/>
                  <a:pt x="218751" y="230981"/>
                </a:cubicBezTo>
                <a:lnTo>
                  <a:pt x="145256" y="230981"/>
                </a:lnTo>
                <a:lnTo>
                  <a:pt x="145256" y="304800"/>
                </a:lnTo>
                <a:lnTo>
                  <a:pt x="178594" y="304800"/>
                </a:lnTo>
                <a:lnTo>
                  <a:pt x="178594" y="264319"/>
                </a:lnTo>
                <a:close/>
                <a:moveTo>
                  <a:pt x="266700" y="102394"/>
                </a:moveTo>
                <a:cubicBezTo>
                  <a:pt x="296904" y="102394"/>
                  <a:pt x="321469" y="126959"/>
                  <a:pt x="321469" y="157163"/>
                </a:cubicBezTo>
                <a:cubicBezTo>
                  <a:pt x="321469" y="187366"/>
                  <a:pt x="296904" y="211931"/>
                  <a:pt x="266700" y="211931"/>
                </a:cubicBezTo>
                <a:cubicBezTo>
                  <a:pt x="236506" y="211931"/>
                  <a:pt x="211931" y="187366"/>
                  <a:pt x="211931" y="157163"/>
                </a:cubicBezTo>
                <a:cubicBezTo>
                  <a:pt x="211931" y="126959"/>
                  <a:pt x="236506" y="102394"/>
                  <a:pt x="266700" y="102394"/>
                </a:cubicBezTo>
                <a:close/>
              </a:path>
            </a:pathLst>
          </a:custGeom>
          <a:solidFill>
            <a:schemeClr val="tx2"/>
          </a:solidFill>
          <a:ln w="9525" cap="flat">
            <a:noFill/>
            <a:prstDash val="solid"/>
            <a:miter/>
          </a:ln>
        </p:spPr>
        <p:txBody>
          <a:bodyPr rtlCol="0" anchor="ctr"/>
          <a:lstStyle/>
          <a:p>
            <a:endParaRPr lang="en-US"/>
          </a:p>
        </p:txBody>
      </p:sp>
      <p:sp>
        <p:nvSpPr>
          <p:cNvPr id="76" name="TextBox 24">
            <a:extLst>
              <a:ext uri="{FF2B5EF4-FFF2-40B4-BE49-F238E27FC236}">
                <a16:creationId xmlns:a16="http://schemas.microsoft.com/office/drawing/2014/main" id="{38C39F8C-D0DC-CB49-AFF0-6C8D72DACC57}"/>
              </a:ext>
            </a:extLst>
          </p:cNvPr>
          <p:cNvSpPr txBox="1"/>
          <p:nvPr/>
        </p:nvSpPr>
        <p:spPr>
          <a:xfrm>
            <a:off x="1559494" y="4695590"/>
            <a:ext cx="849913" cy="338554"/>
          </a:xfrm>
          <a:prstGeom prst="rect">
            <a:avLst/>
          </a:prstGeom>
          <a:noFill/>
        </p:spPr>
        <p:txBody>
          <a:bodyPr wrap="none" lIns="0" rIns="0" rtlCol="0" anchor="ctr" anchorCtr="0">
            <a:noAutofit/>
          </a:bodyPr>
          <a:lstStyle/>
          <a:p>
            <a:pPr algn="ctr"/>
            <a:r>
              <a:rPr lang="en-US" sz="800"/>
              <a:t>Speech</a:t>
            </a:r>
            <a:br>
              <a:rPr lang="en-US" sz="800"/>
            </a:br>
            <a:r>
              <a:rPr lang="en-US" sz="800"/>
              <a:t>bubble person</a:t>
            </a:r>
          </a:p>
        </p:txBody>
      </p:sp>
      <p:sp>
        <p:nvSpPr>
          <p:cNvPr id="81" name="Freeform: Shape 173">
            <a:extLst>
              <a:ext uri="{FF2B5EF4-FFF2-40B4-BE49-F238E27FC236}">
                <a16:creationId xmlns:a16="http://schemas.microsoft.com/office/drawing/2014/main" id="{6AE0E9CA-8109-6347-9A0B-B8524446514A}"/>
              </a:ext>
            </a:extLst>
          </p:cNvPr>
          <p:cNvSpPr>
            <a:spLocks noChangeAspect="1"/>
          </p:cNvSpPr>
          <p:nvPr/>
        </p:nvSpPr>
        <p:spPr>
          <a:xfrm>
            <a:off x="6237860" y="3244007"/>
            <a:ext cx="504825" cy="476250"/>
          </a:xfrm>
          <a:custGeom>
            <a:avLst/>
            <a:gdLst>
              <a:gd name="connsiteX0" fmla="*/ 504444 w 504825"/>
              <a:gd name="connsiteY0" fmla="*/ 25457 h 476250"/>
              <a:gd name="connsiteX1" fmla="*/ 503872 w 504825"/>
              <a:gd name="connsiteY1" fmla="*/ 7740 h 476250"/>
              <a:gd name="connsiteX2" fmla="*/ 486061 w 504825"/>
              <a:gd name="connsiteY2" fmla="*/ 7169 h 476250"/>
              <a:gd name="connsiteX3" fmla="*/ 252317 w 504825"/>
              <a:gd name="connsiteY3" fmla="*/ 111086 h 476250"/>
              <a:gd name="connsiteX4" fmla="*/ 235458 w 504825"/>
              <a:gd name="connsiteY4" fmla="*/ 128803 h 476250"/>
              <a:gd name="connsiteX5" fmla="*/ 133540 w 504825"/>
              <a:gd name="connsiteY5" fmla="*/ 135566 h 476250"/>
              <a:gd name="connsiteX6" fmla="*/ 61150 w 504825"/>
              <a:gd name="connsiteY6" fmla="*/ 207956 h 476250"/>
              <a:gd name="connsiteX7" fmla="*/ 125539 w 504825"/>
              <a:gd name="connsiteY7" fmla="*/ 272345 h 476250"/>
              <a:gd name="connsiteX8" fmla="*/ 112490 w 504825"/>
              <a:gd name="connsiteY8" fmla="*/ 291871 h 476250"/>
              <a:gd name="connsiteX9" fmla="*/ 104108 w 504825"/>
              <a:gd name="connsiteY9" fmla="*/ 304825 h 476250"/>
              <a:gd name="connsiteX10" fmla="*/ 206692 w 504825"/>
              <a:gd name="connsiteY10" fmla="*/ 407409 h 476250"/>
              <a:gd name="connsiteX11" fmla="*/ 219646 w 504825"/>
              <a:gd name="connsiteY11" fmla="*/ 399027 h 476250"/>
              <a:gd name="connsiteX12" fmla="*/ 239173 w 504825"/>
              <a:gd name="connsiteY12" fmla="*/ 385978 h 476250"/>
              <a:gd name="connsiteX13" fmla="*/ 303562 w 504825"/>
              <a:gd name="connsiteY13" fmla="*/ 450367 h 476250"/>
              <a:gd name="connsiteX14" fmla="*/ 375952 w 504825"/>
              <a:gd name="connsiteY14" fmla="*/ 377977 h 476250"/>
              <a:gd name="connsiteX15" fmla="*/ 382714 w 504825"/>
              <a:gd name="connsiteY15" fmla="*/ 276059 h 476250"/>
              <a:gd name="connsiteX16" fmla="*/ 400431 w 504825"/>
              <a:gd name="connsiteY16" fmla="*/ 259200 h 476250"/>
              <a:gd name="connsiteX17" fmla="*/ 504444 w 504825"/>
              <a:gd name="connsiteY17" fmla="*/ 25457 h 476250"/>
              <a:gd name="connsiteX18" fmla="*/ 373571 w 504825"/>
              <a:gd name="connsiteY18" fmla="*/ 232244 h 476250"/>
              <a:gd name="connsiteX19" fmla="*/ 364046 w 504825"/>
              <a:gd name="connsiteY19" fmla="*/ 241484 h 476250"/>
              <a:gd name="connsiteX20" fmla="*/ 335471 w 504825"/>
              <a:gd name="connsiteY20" fmla="*/ 266820 h 476250"/>
              <a:gd name="connsiteX21" fmla="*/ 243649 w 504825"/>
              <a:gd name="connsiteY21" fmla="*/ 336638 h 476250"/>
              <a:gd name="connsiteX22" fmla="*/ 211741 w 504825"/>
              <a:gd name="connsiteY22" fmla="*/ 358546 h 476250"/>
              <a:gd name="connsiteX23" fmla="*/ 152971 w 504825"/>
              <a:gd name="connsiteY23" fmla="*/ 299777 h 476250"/>
              <a:gd name="connsiteX24" fmla="*/ 174879 w 504825"/>
              <a:gd name="connsiteY24" fmla="*/ 267868 h 476250"/>
              <a:gd name="connsiteX25" fmla="*/ 244697 w 504825"/>
              <a:gd name="connsiteY25" fmla="*/ 176047 h 476250"/>
              <a:gd name="connsiteX26" fmla="*/ 270034 w 504825"/>
              <a:gd name="connsiteY26" fmla="*/ 147472 h 476250"/>
              <a:gd name="connsiteX27" fmla="*/ 279273 w 504825"/>
              <a:gd name="connsiteY27" fmla="*/ 137947 h 476250"/>
              <a:gd name="connsiteX28" fmla="*/ 465296 w 504825"/>
              <a:gd name="connsiteY28" fmla="*/ 46316 h 476250"/>
              <a:gd name="connsiteX29" fmla="*/ 373571 w 504825"/>
              <a:gd name="connsiteY29" fmla="*/ 232244 h 476250"/>
              <a:gd name="connsiteX30" fmla="*/ 114967 w 504825"/>
              <a:gd name="connsiteY30" fmla="*/ 207956 h 476250"/>
              <a:gd name="connsiteX31" fmla="*/ 150304 w 504825"/>
              <a:gd name="connsiteY31" fmla="*/ 172618 h 476250"/>
              <a:gd name="connsiteX32" fmla="*/ 200977 w 504825"/>
              <a:gd name="connsiteY32" fmla="*/ 169284 h 476250"/>
              <a:gd name="connsiteX33" fmla="*/ 147447 w 504825"/>
              <a:gd name="connsiteY33" fmla="*/ 240531 h 476250"/>
              <a:gd name="connsiteX34" fmla="*/ 114967 w 504825"/>
              <a:gd name="connsiteY34" fmla="*/ 207956 h 476250"/>
              <a:gd name="connsiteX35" fmla="*/ 338899 w 504825"/>
              <a:gd name="connsiteY35" fmla="*/ 361213 h 476250"/>
              <a:gd name="connsiteX36" fmla="*/ 303562 w 504825"/>
              <a:gd name="connsiteY36" fmla="*/ 396551 h 476250"/>
              <a:gd name="connsiteX37" fmla="*/ 270986 w 504825"/>
              <a:gd name="connsiteY37" fmla="*/ 363975 h 476250"/>
              <a:gd name="connsiteX38" fmla="*/ 342233 w 504825"/>
              <a:gd name="connsiteY38" fmla="*/ 310445 h 476250"/>
              <a:gd name="connsiteX39" fmla="*/ 338899 w 504825"/>
              <a:gd name="connsiteY39" fmla="*/ 361213 h 476250"/>
              <a:gd name="connsiteX40" fmla="*/ 401098 w 504825"/>
              <a:gd name="connsiteY40" fmla="*/ 138518 h 476250"/>
              <a:gd name="connsiteX41" fmla="*/ 372999 w 504825"/>
              <a:gd name="connsiteY41" fmla="*/ 166617 h 476250"/>
              <a:gd name="connsiteX42" fmla="*/ 344900 w 504825"/>
              <a:gd name="connsiteY42" fmla="*/ 138518 h 476250"/>
              <a:gd name="connsiteX43" fmla="*/ 372999 w 504825"/>
              <a:gd name="connsiteY43" fmla="*/ 110420 h 476250"/>
              <a:gd name="connsiteX44" fmla="*/ 401098 w 504825"/>
              <a:gd name="connsiteY44" fmla="*/ 138518 h 476250"/>
              <a:gd name="connsiteX45" fmla="*/ 114871 w 504825"/>
              <a:gd name="connsiteY45" fmla="*/ 369690 h 476250"/>
              <a:gd name="connsiteX46" fmla="*/ 34099 w 504825"/>
              <a:gd name="connsiteY46" fmla="*/ 450557 h 476250"/>
              <a:gd name="connsiteX47" fmla="*/ 7144 w 504825"/>
              <a:gd name="connsiteY47" fmla="*/ 423602 h 476250"/>
              <a:gd name="connsiteX48" fmla="*/ 87916 w 504825"/>
              <a:gd name="connsiteY48" fmla="*/ 342734 h 476250"/>
              <a:gd name="connsiteX49" fmla="*/ 101346 w 504825"/>
              <a:gd name="connsiteY49" fmla="*/ 356165 h 476250"/>
              <a:gd name="connsiteX50" fmla="*/ 114871 w 504825"/>
              <a:gd name="connsiteY50" fmla="*/ 369690 h 476250"/>
              <a:gd name="connsiteX51" fmla="*/ 141827 w 504825"/>
              <a:gd name="connsiteY51" fmla="*/ 396551 h 476250"/>
              <a:gd name="connsiteX52" fmla="*/ 168783 w 504825"/>
              <a:gd name="connsiteY52" fmla="*/ 423506 h 476250"/>
              <a:gd name="connsiteX53" fmla="*/ 114871 w 504825"/>
              <a:gd name="connsiteY53" fmla="*/ 477418 h 476250"/>
              <a:gd name="connsiteX54" fmla="*/ 87916 w 504825"/>
              <a:gd name="connsiteY54" fmla="*/ 450462 h 476250"/>
              <a:gd name="connsiteX55" fmla="*/ 141827 w 504825"/>
              <a:gd name="connsiteY55" fmla="*/ 396551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04825" h="476250">
                <a:moveTo>
                  <a:pt x="504444" y="25457"/>
                </a:moveTo>
                <a:lnTo>
                  <a:pt x="503872" y="7740"/>
                </a:lnTo>
                <a:lnTo>
                  <a:pt x="486061" y="7169"/>
                </a:lnTo>
                <a:cubicBezTo>
                  <a:pt x="481013" y="7073"/>
                  <a:pt x="359378" y="4025"/>
                  <a:pt x="252317" y="111086"/>
                </a:cubicBezTo>
                <a:cubicBezTo>
                  <a:pt x="246697" y="116706"/>
                  <a:pt x="241078" y="122612"/>
                  <a:pt x="235458" y="128803"/>
                </a:cubicBezTo>
                <a:lnTo>
                  <a:pt x="133540" y="135566"/>
                </a:lnTo>
                <a:lnTo>
                  <a:pt x="61150" y="207956"/>
                </a:lnTo>
                <a:lnTo>
                  <a:pt x="125539" y="272345"/>
                </a:lnTo>
                <a:cubicBezTo>
                  <a:pt x="118015" y="283489"/>
                  <a:pt x="113252" y="290823"/>
                  <a:pt x="112490" y="291871"/>
                </a:cubicBezTo>
                <a:lnTo>
                  <a:pt x="104108" y="304825"/>
                </a:lnTo>
                <a:lnTo>
                  <a:pt x="206692" y="407409"/>
                </a:lnTo>
                <a:lnTo>
                  <a:pt x="219646" y="399027"/>
                </a:lnTo>
                <a:cubicBezTo>
                  <a:pt x="220789" y="398265"/>
                  <a:pt x="228029" y="393598"/>
                  <a:pt x="239173" y="385978"/>
                </a:cubicBezTo>
                <a:lnTo>
                  <a:pt x="303562" y="450367"/>
                </a:lnTo>
                <a:lnTo>
                  <a:pt x="375952" y="377977"/>
                </a:lnTo>
                <a:lnTo>
                  <a:pt x="382714" y="276059"/>
                </a:lnTo>
                <a:cubicBezTo>
                  <a:pt x="388906" y="270440"/>
                  <a:pt x="394906" y="264725"/>
                  <a:pt x="400431" y="259200"/>
                </a:cubicBezTo>
                <a:cubicBezTo>
                  <a:pt x="507492" y="152139"/>
                  <a:pt x="504539" y="30600"/>
                  <a:pt x="504444" y="25457"/>
                </a:cubicBezTo>
                <a:close/>
                <a:moveTo>
                  <a:pt x="373571" y="232244"/>
                </a:moveTo>
                <a:cubicBezTo>
                  <a:pt x="370522" y="235292"/>
                  <a:pt x="367284" y="238436"/>
                  <a:pt x="364046" y="241484"/>
                </a:cubicBezTo>
                <a:cubicBezTo>
                  <a:pt x="355187" y="249866"/>
                  <a:pt x="345472" y="258343"/>
                  <a:pt x="335471" y="266820"/>
                </a:cubicBezTo>
                <a:cubicBezTo>
                  <a:pt x="304705" y="292728"/>
                  <a:pt x="270224" y="317969"/>
                  <a:pt x="243649" y="336638"/>
                </a:cubicBezTo>
                <a:cubicBezTo>
                  <a:pt x="230696" y="345782"/>
                  <a:pt x="219646" y="353307"/>
                  <a:pt x="211741" y="358546"/>
                </a:cubicBezTo>
                <a:lnTo>
                  <a:pt x="152971" y="299777"/>
                </a:lnTo>
                <a:cubicBezTo>
                  <a:pt x="158305" y="291871"/>
                  <a:pt x="165830" y="280822"/>
                  <a:pt x="174879" y="267868"/>
                </a:cubicBezTo>
                <a:cubicBezTo>
                  <a:pt x="193548" y="241293"/>
                  <a:pt x="218789" y="206908"/>
                  <a:pt x="244697" y="176047"/>
                </a:cubicBezTo>
                <a:cubicBezTo>
                  <a:pt x="253174" y="166046"/>
                  <a:pt x="261652" y="156330"/>
                  <a:pt x="270034" y="147472"/>
                </a:cubicBezTo>
                <a:cubicBezTo>
                  <a:pt x="273177" y="144138"/>
                  <a:pt x="276225" y="140995"/>
                  <a:pt x="279273" y="137947"/>
                </a:cubicBezTo>
                <a:cubicBezTo>
                  <a:pt x="350234" y="66986"/>
                  <a:pt x="429387" y="50222"/>
                  <a:pt x="465296" y="46316"/>
                </a:cubicBezTo>
                <a:cubicBezTo>
                  <a:pt x="461391" y="82130"/>
                  <a:pt x="444817" y="160902"/>
                  <a:pt x="373571" y="232244"/>
                </a:cubicBezTo>
                <a:close/>
                <a:moveTo>
                  <a:pt x="114967" y="207956"/>
                </a:moveTo>
                <a:lnTo>
                  <a:pt x="150304" y="172618"/>
                </a:lnTo>
                <a:lnTo>
                  <a:pt x="200977" y="169284"/>
                </a:lnTo>
                <a:cubicBezTo>
                  <a:pt x="181165" y="193954"/>
                  <a:pt x="162496" y="219290"/>
                  <a:pt x="147447" y="240531"/>
                </a:cubicBezTo>
                <a:lnTo>
                  <a:pt x="114967" y="207956"/>
                </a:lnTo>
                <a:close/>
                <a:moveTo>
                  <a:pt x="338899" y="361213"/>
                </a:moveTo>
                <a:lnTo>
                  <a:pt x="303562" y="396551"/>
                </a:lnTo>
                <a:lnTo>
                  <a:pt x="270986" y="363975"/>
                </a:lnTo>
                <a:cubicBezTo>
                  <a:pt x="292227" y="348926"/>
                  <a:pt x="317563" y="330352"/>
                  <a:pt x="342233" y="310445"/>
                </a:cubicBezTo>
                <a:lnTo>
                  <a:pt x="338899" y="361213"/>
                </a:lnTo>
                <a:close/>
                <a:moveTo>
                  <a:pt x="401098" y="138518"/>
                </a:moveTo>
                <a:cubicBezTo>
                  <a:pt x="401098" y="154044"/>
                  <a:pt x="388525" y="166617"/>
                  <a:pt x="372999" y="166617"/>
                </a:cubicBezTo>
                <a:cubicBezTo>
                  <a:pt x="357473" y="166617"/>
                  <a:pt x="344900" y="154044"/>
                  <a:pt x="344900" y="138518"/>
                </a:cubicBezTo>
                <a:cubicBezTo>
                  <a:pt x="344900" y="122993"/>
                  <a:pt x="357473" y="110420"/>
                  <a:pt x="372999" y="110420"/>
                </a:cubicBezTo>
                <a:cubicBezTo>
                  <a:pt x="388525" y="110420"/>
                  <a:pt x="401098" y="122993"/>
                  <a:pt x="401098" y="138518"/>
                </a:cubicBezTo>
                <a:close/>
                <a:moveTo>
                  <a:pt x="114871" y="369690"/>
                </a:moveTo>
                <a:lnTo>
                  <a:pt x="34099" y="450557"/>
                </a:lnTo>
                <a:lnTo>
                  <a:pt x="7144" y="423602"/>
                </a:lnTo>
                <a:lnTo>
                  <a:pt x="87916" y="342734"/>
                </a:lnTo>
                <a:lnTo>
                  <a:pt x="101346" y="356165"/>
                </a:lnTo>
                <a:lnTo>
                  <a:pt x="114871" y="369690"/>
                </a:lnTo>
                <a:close/>
                <a:moveTo>
                  <a:pt x="141827" y="396551"/>
                </a:moveTo>
                <a:lnTo>
                  <a:pt x="168783" y="423506"/>
                </a:lnTo>
                <a:lnTo>
                  <a:pt x="114871" y="477418"/>
                </a:lnTo>
                <a:lnTo>
                  <a:pt x="87916" y="450462"/>
                </a:lnTo>
                <a:lnTo>
                  <a:pt x="141827" y="396551"/>
                </a:lnTo>
                <a:close/>
              </a:path>
            </a:pathLst>
          </a:custGeom>
          <a:solidFill>
            <a:schemeClr val="tx2"/>
          </a:solidFill>
          <a:ln w="9525" cap="flat">
            <a:noFill/>
            <a:prstDash val="solid"/>
            <a:miter/>
          </a:ln>
        </p:spPr>
        <p:txBody>
          <a:bodyPr rtlCol="0" anchor="ctr"/>
          <a:lstStyle/>
          <a:p>
            <a:endParaRPr lang="en-US"/>
          </a:p>
        </p:txBody>
      </p:sp>
      <p:sp>
        <p:nvSpPr>
          <p:cNvPr id="82" name="TextBox 25">
            <a:extLst>
              <a:ext uri="{FF2B5EF4-FFF2-40B4-BE49-F238E27FC236}">
                <a16:creationId xmlns:a16="http://schemas.microsoft.com/office/drawing/2014/main" id="{EAC946EA-F883-5348-81D9-9B79A9D86BD0}"/>
              </a:ext>
            </a:extLst>
          </p:cNvPr>
          <p:cNvSpPr txBox="1"/>
          <p:nvPr/>
        </p:nvSpPr>
        <p:spPr>
          <a:xfrm>
            <a:off x="6233632" y="3779422"/>
            <a:ext cx="513282" cy="215444"/>
          </a:xfrm>
          <a:prstGeom prst="rect">
            <a:avLst/>
          </a:prstGeom>
          <a:noFill/>
        </p:spPr>
        <p:txBody>
          <a:bodyPr wrap="none" lIns="0" rIns="0" rtlCol="0" anchor="ctr" anchorCtr="0">
            <a:noAutofit/>
          </a:bodyPr>
          <a:lstStyle/>
          <a:p>
            <a:pPr algn="ctr"/>
            <a:r>
              <a:rPr lang="en-US" sz="800"/>
              <a:t>Rocket</a:t>
            </a:r>
          </a:p>
        </p:txBody>
      </p:sp>
      <p:sp>
        <p:nvSpPr>
          <p:cNvPr id="84" name="Freeform: Shape 167">
            <a:extLst>
              <a:ext uri="{FF2B5EF4-FFF2-40B4-BE49-F238E27FC236}">
                <a16:creationId xmlns:a16="http://schemas.microsoft.com/office/drawing/2014/main" id="{87F54DE4-723E-6145-A4E3-38AF7BE1AC24}"/>
              </a:ext>
            </a:extLst>
          </p:cNvPr>
          <p:cNvSpPr>
            <a:spLocks noChangeAspect="1"/>
          </p:cNvSpPr>
          <p:nvPr/>
        </p:nvSpPr>
        <p:spPr>
          <a:xfrm>
            <a:off x="873375" y="1324584"/>
            <a:ext cx="390525" cy="504825"/>
          </a:xfrm>
          <a:custGeom>
            <a:avLst/>
            <a:gdLst>
              <a:gd name="connsiteX0" fmla="*/ 197644 w 390525"/>
              <a:gd name="connsiteY0" fmla="*/ 7144 h 504825"/>
              <a:gd name="connsiteX1" fmla="*/ 7144 w 390525"/>
              <a:gd name="connsiteY1" fmla="*/ 197644 h 504825"/>
              <a:gd name="connsiteX2" fmla="*/ 28956 w 390525"/>
              <a:gd name="connsiteY2" fmla="*/ 286226 h 504825"/>
              <a:gd name="connsiteX3" fmla="*/ 197549 w 390525"/>
              <a:gd name="connsiteY3" fmla="*/ 502444 h 504825"/>
              <a:gd name="connsiteX4" fmla="*/ 366236 w 390525"/>
              <a:gd name="connsiteY4" fmla="*/ 286131 h 504825"/>
              <a:gd name="connsiteX5" fmla="*/ 388049 w 390525"/>
              <a:gd name="connsiteY5" fmla="*/ 197644 h 504825"/>
              <a:gd name="connsiteX6" fmla="*/ 197644 w 390525"/>
              <a:gd name="connsiteY6" fmla="*/ 7144 h 504825"/>
              <a:gd name="connsiteX7" fmla="*/ 332613 w 390525"/>
              <a:gd name="connsiteY7" fmla="*/ 268415 h 504825"/>
              <a:gd name="connsiteX8" fmla="*/ 197644 w 390525"/>
              <a:gd name="connsiteY8" fmla="*/ 444151 h 504825"/>
              <a:gd name="connsiteX9" fmla="*/ 62770 w 390525"/>
              <a:gd name="connsiteY9" fmla="*/ 268510 h 504825"/>
              <a:gd name="connsiteX10" fmla="*/ 45339 w 390525"/>
              <a:gd name="connsiteY10" fmla="*/ 197644 h 504825"/>
              <a:gd name="connsiteX11" fmla="*/ 197739 w 390525"/>
              <a:gd name="connsiteY11" fmla="*/ 45244 h 504825"/>
              <a:gd name="connsiteX12" fmla="*/ 350139 w 390525"/>
              <a:gd name="connsiteY12" fmla="*/ 197644 h 504825"/>
              <a:gd name="connsiteX13" fmla="*/ 332613 w 390525"/>
              <a:gd name="connsiteY13" fmla="*/ 268415 h 504825"/>
              <a:gd name="connsiteX14" fmla="*/ 197644 w 390525"/>
              <a:gd name="connsiteY14" fmla="*/ 101918 h 504825"/>
              <a:gd name="connsiteX15" fmla="*/ 102870 w 390525"/>
              <a:gd name="connsiteY15" fmla="*/ 196691 h 504825"/>
              <a:gd name="connsiteX16" fmla="*/ 197644 w 390525"/>
              <a:gd name="connsiteY16" fmla="*/ 291465 h 504825"/>
              <a:gd name="connsiteX17" fmla="*/ 292417 w 390525"/>
              <a:gd name="connsiteY17" fmla="*/ 196691 h 504825"/>
              <a:gd name="connsiteX18" fmla="*/ 197644 w 390525"/>
              <a:gd name="connsiteY18" fmla="*/ 101918 h 504825"/>
              <a:gd name="connsiteX19" fmla="*/ 197644 w 390525"/>
              <a:gd name="connsiteY19" fmla="*/ 253365 h 504825"/>
              <a:gd name="connsiteX20" fmla="*/ 140970 w 390525"/>
              <a:gd name="connsiteY20" fmla="*/ 196691 h 504825"/>
              <a:gd name="connsiteX21" fmla="*/ 197644 w 390525"/>
              <a:gd name="connsiteY21" fmla="*/ 140018 h 504825"/>
              <a:gd name="connsiteX22" fmla="*/ 254317 w 390525"/>
              <a:gd name="connsiteY22" fmla="*/ 196691 h 504825"/>
              <a:gd name="connsiteX23" fmla="*/ 197644 w 390525"/>
              <a:gd name="connsiteY23" fmla="*/ 253365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0525" h="504825">
                <a:moveTo>
                  <a:pt x="197644" y="7144"/>
                </a:moveTo>
                <a:cubicBezTo>
                  <a:pt x="92488" y="7144"/>
                  <a:pt x="7144" y="92393"/>
                  <a:pt x="7144" y="197644"/>
                </a:cubicBezTo>
                <a:cubicBezTo>
                  <a:pt x="7144" y="229648"/>
                  <a:pt x="15050" y="259842"/>
                  <a:pt x="28956" y="286226"/>
                </a:cubicBezTo>
                <a:cubicBezTo>
                  <a:pt x="60865" y="346805"/>
                  <a:pt x="197549" y="502444"/>
                  <a:pt x="197549" y="502444"/>
                </a:cubicBezTo>
                <a:cubicBezTo>
                  <a:pt x="197549" y="502444"/>
                  <a:pt x="334423" y="346710"/>
                  <a:pt x="366236" y="286131"/>
                </a:cubicBezTo>
                <a:cubicBezTo>
                  <a:pt x="380143" y="259652"/>
                  <a:pt x="388049" y="229553"/>
                  <a:pt x="388049" y="197644"/>
                </a:cubicBezTo>
                <a:cubicBezTo>
                  <a:pt x="388049" y="92393"/>
                  <a:pt x="302800" y="7144"/>
                  <a:pt x="197644" y="7144"/>
                </a:cubicBezTo>
                <a:close/>
                <a:moveTo>
                  <a:pt x="332613" y="268415"/>
                </a:moveTo>
                <a:cubicBezTo>
                  <a:pt x="313087" y="305657"/>
                  <a:pt x="243554" y="390239"/>
                  <a:pt x="197644" y="444151"/>
                </a:cubicBezTo>
                <a:cubicBezTo>
                  <a:pt x="151733" y="390239"/>
                  <a:pt x="82296" y="305657"/>
                  <a:pt x="62770" y="268510"/>
                </a:cubicBezTo>
                <a:cubicBezTo>
                  <a:pt x="51149" y="246507"/>
                  <a:pt x="45339" y="222694"/>
                  <a:pt x="45339" y="197644"/>
                </a:cubicBezTo>
                <a:cubicBezTo>
                  <a:pt x="45339" y="113633"/>
                  <a:pt x="113729" y="45244"/>
                  <a:pt x="197739" y="45244"/>
                </a:cubicBezTo>
                <a:cubicBezTo>
                  <a:pt x="281750" y="45244"/>
                  <a:pt x="350139" y="113633"/>
                  <a:pt x="350139" y="197644"/>
                </a:cubicBezTo>
                <a:cubicBezTo>
                  <a:pt x="349949" y="222599"/>
                  <a:pt x="344138" y="246412"/>
                  <a:pt x="332613" y="268415"/>
                </a:cubicBezTo>
                <a:close/>
                <a:moveTo>
                  <a:pt x="197644" y="101918"/>
                </a:moveTo>
                <a:cubicBezTo>
                  <a:pt x="145256" y="101918"/>
                  <a:pt x="102870" y="144304"/>
                  <a:pt x="102870" y="196691"/>
                </a:cubicBezTo>
                <a:cubicBezTo>
                  <a:pt x="102870" y="249079"/>
                  <a:pt x="145256" y="291465"/>
                  <a:pt x="197644" y="291465"/>
                </a:cubicBezTo>
                <a:cubicBezTo>
                  <a:pt x="250031" y="291465"/>
                  <a:pt x="292417" y="249079"/>
                  <a:pt x="292417" y="196691"/>
                </a:cubicBezTo>
                <a:cubicBezTo>
                  <a:pt x="292417" y="144399"/>
                  <a:pt x="249936" y="101918"/>
                  <a:pt x="197644" y="101918"/>
                </a:cubicBezTo>
                <a:close/>
                <a:moveTo>
                  <a:pt x="197644" y="253365"/>
                </a:moveTo>
                <a:cubicBezTo>
                  <a:pt x="166402" y="253365"/>
                  <a:pt x="140970" y="227933"/>
                  <a:pt x="140970" y="196691"/>
                </a:cubicBezTo>
                <a:cubicBezTo>
                  <a:pt x="140970" y="165449"/>
                  <a:pt x="166402" y="140018"/>
                  <a:pt x="197644" y="140018"/>
                </a:cubicBezTo>
                <a:cubicBezTo>
                  <a:pt x="228886" y="140018"/>
                  <a:pt x="254317" y="165449"/>
                  <a:pt x="254317" y="196691"/>
                </a:cubicBezTo>
                <a:cubicBezTo>
                  <a:pt x="254317" y="227933"/>
                  <a:pt x="228886" y="253365"/>
                  <a:pt x="197644" y="253365"/>
                </a:cubicBezTo>
                <a:close/>
              </a:path>
            </a:pathLst>
          </a:custGeom>
          <a:solidFill>
            <a:schemeClr val="tx2"/>
          </a:solidFill>
          <a:ln w="9525" cap="flat">
            <a:noFill/>
            <a:prstDash val="solid"/>
            <a:miter/>
          </a:ln>
        </p:spPr>
        <p:txBody>
          <a:bodyPr rtlCol="0" anchor="ctr"/>
          <a:lstStyle/>
          <a:p>
            <a:endParaRPr lang="en-US"/>
          </a:p>
        </p:txBody>
      </p:sp>
      <p:sp>
        <p:nvSpPr>
          <p:cNvPr id="85" name="TextBox 26">
            <a:extLst>
              <a:ext uri="{FF2B5EF4-FFF2-40B4-BE49-F238E27FC236}">
                <a16:creationId xmlns:a16="http://schemas.microsoft.com/office/drawing/2014/main" id="{5AC747E5-165D-3642-A643-31604A6B467A}"/>
              </a:ext>
            </a:extLst>
          </p:cNvPr>
          <p:cNvSpPr txBox="1"/>
          <p:nvPr/>
        </p:nvSpPr>
        <p:spPr>
          <a:xfrm>
            <a:off x="774324" y="1914780"/>
            <a:ext cx="588624" cy="215444"/>
          </a:xfrm>
          <a:prstGeom prst="rect">
            <a:avLst/>
          </a:prstGeom>
          <a:noFill/>
        </p:spPr>
        <p:txBody>
          <a:bodyPr wrap="none" lIns="0" rIns="0" rtlCol="0" anchor="ctr" anchorCtr="0">
            <a:noAutofit/>
          </a:bodyPr>
          <a:lstStyle/>
          <a:p>
            <a:pPr algn="ctr"/>
            <a:r>
              <a:rPr lang="en-US" sz="800" dirty="0"/>
              <a:t>Location</a:t>
            </a:r>
          </a:p>
        </p:txBody>
      </p:sp>
      <p:sp>
        <p:nvSpPr>
          <p:cNvPr id="87" name="Freeform: Shape 191">
            <a:extLst>
              <a:ext uri="{FF2B5EF4-FFF2-40B4-BE49-F238E27FC236}">
                <a16:creationId xmlns:a16="http://schemas.microsoft.com/office/drawing/2014/main" id="{2A02B10A-FEF2-D042-8EC0-C83D8C8B514E}"/>
              </a:ext>
            </a:extLst>
          </p:cNvPr>
          <p:cNvSpPr>
            <a:spLocks noChangeAspect="1"/>
          </p:cNvSpPr>
          <p:nvPr/>
        </p:nvSpPr>
        <p:spPr>
          <a:xfrm>
            <a:off x="5327730" y="1400784"/>
            <a:ext cx="619125" cy="352425"/>
          </a:xfrm>
          <a:custGeom>
            <a:avLst/>
            <a:gdLst>
              <a:gd name="connsiteX0" fmla="*/ 540544 w 619125"/>
              <a:gd name="connsiteY0" fmla="*/ 83344 h 352425"/>
              <a:gd name="connsiteX1" fmla="*/ 540544 w 619125"/>
              <a:gd name="connsiteY1" fmla="*/ 7144 h 352425"/>
              <a:gd name="connsiteX2" fmla="*/ 7144 w 619125"/>
              <a:gd name="connsiteY2" fmla="*/ 7144 h 352425"/>
              <a:gd name="connsiteX3" fmla="*/ 7144 w 619125"/>
              <a:gd name="connsiteY3" fmla="*/ 273844 h 352425"/>
              <a:gd name="connsiteX4" fmla="*/ 83344 w 619125"/>
              <a:gd name="connsiteY4" fmla="*/ 273844 h 352425"/>
              <a:gd name="connsiteX5" fmla="*/ 83344 w 619125"/>
              <a:gd name="connsiteY5" fmla="*/ 350044 h 352425"/>
              <a:gd name="connsiteX6" fmla="*/ 616744 w 619125"/>
              <a:gd name="connsiteY6" fmla="*/ 350044 h 352425"/>
              <a:gd name="connsiteX7" fmla="*/ 616744 w 619125"/>
              <a:gd name="connsiteY7" fmla="*/ 83344 h 352425"/>
              <a:gd name="connsiteX8" fmla="*/ 540544 w 619125"/>
              <a:gd name="connsiteY8" fmla="*/ 83344 h 352425"/>
              <a:gd name="connsiteX9" fmla="*/ 45244 w 619125"/>
              <a:gd name="connsiteY9" fmla="*/ 235744 h 352425"/>
              <a:gd name="connsiteX10" fmla="*/ 45244 w 619125"/>
              <a:gd name="connsiteY10" fmla="*/ 45244 h 352425"/>
              <a:gd name="connsiteX11" fmla="*/ 502444 w 619125"/>
              <a:gd name="connsiteY11" fmla="*/ 45244 h 352425"/>
              <a:gd name="connsiteX12" fmla="*/ 502444 w 619125"/>
              <a:gd name="connsiteY12" fmla="*/ 83344 h 352425"/>
              <a:gd name="connsiteX13" fmla="*/ 502444 w 619125"/>
              <a:gd name="connsiteY13" fmla="*/ 121444 h 352425"/>
              <a:gd name="connsiteX14" fmla="*/ 502444 w 619125"/>
              <a:gd name="connsiteY14" fmla="*/ 235744 h 352425"/>
              <a:gd name="connsiteX15" fmla="*/ 121444 w 619125"/>
              <a:gd name="connsiteY15" fmla="*/ 235744 h 352425"/>
              <a:gd name="connsiteX16" fmla="*/ 83344 w 619125"/>
              <a:gd name="connsiteY16" fmla="*/ 235744 h 352425"/>
              <a:gd name="connsiteX17" fmla="*/ 45244 w 619125"/>
              <a:gd name="connsiteY17" fmla="*/ 235744 h 352425"/>
              <a:gd name="connsiteX18" fmla="*/ 578644 w 619125"/>
              <a:gd name="connsiteY18" fmla="*/ 311944 h 352425"/>
              <a:gd name="connsiteX19" fmla="*/ 121444 w 619125"/>
              <a:gd name="connsiteY19" fmla="*/ 311944 h 352425"/>
              <a:gd name="connsiteX20" fmla="*/ 121444 w 619125"/>
              <a:gd name="connsiteY20" fmla="*/ 273844 h 352425"/>
              <a:gd name="connsiteX21" fmla="*/ 540544 w 619125"/>
              <a:gd name="connsiteY21" fmla="*/ 273844 h 352425"/>
              <a:gd name="connsiteX22" fmla="*/ 540544 w 619125"/>
              <a:gd name="connsiteY22" fmla="*/ 121444 h 352425"/>
              <a:gd name="connsiteX23" fmla="*/ 578644 w 619125"/>
              <a:gd name="connsiteY23" fmla="*/ 121444 h 352425"/>
              <a:gd name="connsiteX24" fmla="*/ 578644 w 619125"/>
              <a:gd name="connsiteY24" fmla="*/ 311944 h 352425"/>
              <a:gd name="connsiteX25" fmla="*/ 273844 w 619125"/>
              <a:gd name="connsiteY25" fmla="*/ 216694 h 352425"/>
              <a:gd name="connsiteX26" fmla="*/ 350044 w 619125"/>
              <a:gd name="connsiteY26" fmla="*/ 140494 h 352425"/>
              <a:gd name="connsiteX27" fmla="*/ 347567 w 619125"/>
              <a:gd name="connsiteY27" fmla="*/ 121444 h 352425"/>
              <a:gd name="connsiteX28" fmla="*/ 324136 w 619125"/>
              <a:gd name="connsiteY28" fmla="*/ 83344 h 352425"/>
              <a:gd name="connsiteX29" fmla="*/ 273844 w 619125"/>
              <a:gd name="connsiteY29" fmla="*/ 64294 h 352425"/>
              <a:gd name="connsiteX30" fmla="*/ 223552 w 619125"/>
              <a:gd name="connsiteY30" fmla="*/ 83344 h 352425"/>
              <a:gd name="connsiteX31" fmla="*/ 200120 w 619125"/>
              <a:gd name="connsiteY31" fmla="*/ 121444 h 352425"/>
              <a:gd name="connsiteX32" fmla="*/ 197644 w 619125"/>
              <a:gd name="connsiteY32" fmla="*/ 140494 h 352425"/>
              <a:gd name="connsiteX33" fmla="*/ 273844 w 619125"/>
              <a:gd name="connsiteY33" fmla="*/ 216694 h 352425"/>
              <a:gd name="connsiteX34" fmla="*/ 273844 w 619125"/>
              <a:gd name="connsiteY34" fmla="*/ 102394 h 352425"/>
              <a:gd name="connsiteX35" fmla="*/ 306610 w 619125"/>
              <a:gd name="connsiteY35" fmla="*/ 121444 h 352425"/>
              <a:gd name="connsiteX36" fmla="*/ 311944 w 619125"/>
              <a:gd name="connsiteY36" fmla="*/ 140494 h 352425"/>
              <a:gd name="connsiteX37" fmla="*/ 273844 w 619125"/>
              <a:gd name="connsiteY37" fmla="*/ 178594 h 352425"/>
              <a:gd name="connsiteX38" fmla="*/ 235744 w 619125"/>
              <a:gd name="connsiteY38" fmla="*/ 140494 h 352425"/>
              <a:gd name="connsiteX39" fmla="*/ 241078 w 619125"/>
              <a:gd name="connsiteY39" fmla="*/ 121444 h 352425"/>
              <a:gd name="connsiteX40" fmla="*/ 273844 w 619125"/>
              <a:gd name="connsiteY40" fmla="*/ 102394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19125" h="352425">
                <a:moveTo>
                  <a:pt x="540544" y="83344"/>
                </a:moveTo>
                <a:lnTo>
                  <a:pt x="540544" y="7144"/>
                </a:lnTo>
                <a:lnTo>
                  <a:pt x="7144" y="7144"/>
                </a:lnTo>
                <a:lnTo>
                  <a:pt x="7144" y="273844"/>
                </a:lnTo>
                <a:lnTo>
                  <a:pt x="83344" y="273844"/>
                </a:lnTo>
                <a:lnTo>
                  <a:pt x="83344" y="350044"/>
                </a:lnTo>
                <a:lnTo>
                  <a:pt x="616744" y="350044"/>
                </a:lnTo>
                <a:lnTo>
                  <a:pt x="616744" y="83344"/>
                </a:lnTo>
                <a:lnTo>
                  <a:pt x="540544" y="83344"/>
                </a:lnTo>
                <a:close/>
                <a:moveTo>
                  <a:pt x="45244" y="235744"/>
                </a:moveTo>
                <a:lnTo>
                  <a:pt x="45244" y="45244"/>
                </a:lnTo>
                <a:lnTo>
                  <a:pt x="502444" y="45244"/>
                </a:lnTo>
                <a:lnTo>
                  <a:pt x="502444" y="83344"/>
                </a:lnTo>
                <a:lnTo>
                  <a:pt x="502444" y="121444"/>
                </a:lnTo>
                <a:lnTo>
                  <a:pt x="502444" y="235744"/>
                </a:lnTo>
                <a:lnTo>
                  <a:pt x="121444" y="235744"/>
                </a:lnTo>
                <a:lnTo>
                  <a:pt x="83344" y="235744"/>
                </a:lnTo>
                <a:lnTo>
                  <a:pt x="45244" y="235744"/>
                </a:lnTo>
                <a:close/>
                <a:moveTo>
                  <a:pt x="578644" y="311944"/>
                </a:moveTo>
                <a:lnTo>
                  <a:pt x="121444" y="311944"/>
                </a:lnTo>
                <a:lnTo>
                  <a:pt x="121444" y="273844"/>
                </a:lnTo>
                <a:lnTo>
                  <a:pt x="540544" y="273844"/>
                </a:lnTo>
                <a:lnTo>
                  <a:pt x="540544" y="121444"/>
                </a:lnTo>
                <a:lnTo>
                  <a:pt x="578644" y="121444"/>
                </a:lnTo>
                <a:lnTo>
                  <a:pt x="578644" y="311944"/>
                </a:lnTo>
                <a:close/>
                <a:moveTo>
                  <a:pt x="273844" y="216694"/>
                </a:moveTo>
                <a:cubicBezTo>
                  <a:pt x="315944" y="216694"/>
                  <a:pt x="350044" y="182594"/>
                  <a:pt x="350044" y="140494"/>
                </a:cubicBezTo>
                <a:cubicBezTo>
                  <a:pt x="350044" y="133922"/>
                  <a:pt x="349091" y="127540"/>
                  <a:pt x="347567" y="121444"/>
                </a:cubicBezTo>
                <a:cubicBezTo>
                  <a:pt x="343662" y="106490"/>
                  <a:pt x="335375" y="93250"/>
                  <a:pt x="324136" y="83344"/>
                </a:cubicBezTo>
                <a:cubicBezTo>
                  <a:pt x="310706" y="71533"/>
                  <a:pt x="293180" y="64294"/>
                  <a:pt x="273844" y="64294"/>
                </a:cubicBezTo>
                <a:cubicBezTo>
                  <a:pt x="254508" y="64294"/>
                  <a:pt x="236982" y="71533"/>
                  <a:pt x="223552" y="83344"/>
                </a:cubicBezTo>
                <a:cubicBezTo>
                  <a:pt x="212312" y="93250"/>
                  <a:pt x="204026" y="106490"/>
                  <a:pt x="200120" y="121444"/>
                </a:cubicBezTo>
                <a:cubicBezTo>
                  <a:pt x="198501" y="127540"/>
                  <a:pt x="197644" y="133922"/>
                  <a:pt x="197644" y="140494"/>
                </a:cubicBezTo>
                <a:cubicBezTo>
                  <a:pt x="197644" y="182594"/>
                  <a:pt x="231839" y="216694"/>
                  <a:pt x="273844" y="216694"/>
                </a:cubicBezTo>
                <a:close/>
                <a:moveTo>
                  <a:pt x="273844" y="102394"/>
                </a:moveTo>
                <a:cubicBezTo>
                  <a:pt x="287846" y="102394"/>
                  <a:pt x="300038" y="110109"/>
                  <a:pt x="306610" y="121444"/>
                </a:cubicBezTo>
                <a:cubicBezTo>
                  <a:pt x="309848" y="127064"/>
                  <a:pt x="311944" y="133541"/>
                  <a:pt x="311944" y="140494"/>
                </a:cubicBezTo>
                <a:cubicBezTo>
                  <a:pt x="311944" y="161544"/>
                  <a:pt x="294894" y="178594"/>
                  <a:pt x="273844" y="178594"/>
                </a:cubicBezTo>
                <a:cubicBezTo>
                  <a:pt x="252794" y="178594"/>
                  <a:pt x="235744" y="161544"/>
                  <a:pt x="235744" y="140494"/>
                </a:cubicBezTo>
                <a:cubicBezTo>
                  <a:pt x="235744" y="133541"/>
                  <a:pt x="237744" y="127064"/>
                  <a:pt x="241078" y="121444"/>
                </a:cubicBezTo>
                <a:cubicBezTo>
                  <a:pt x="247650" y="110109"/>
                  <a:pt x="259842" y="102394"/>
                  <a:pt x="273844" y="102394"/>
                </a:cubicBezTo>
                <a:close/>
              </a:path>
            </a:pathLst>
          </a:custGeom>
          <a:solidFill>
            <a:schemeClr val="tx2"/>
          </a:solidFill>
          <a:ln w="9525" cap="flat">
            <a:noFill/>
            <a:prstDash val="solid"/>
            <a:miter/>
          </a:ln>
        </p:spPr>
        <p:txBody>
          <a:bodyPr rtlCol="0" anchor="ctr"/>
          <a:lstStyle/>
          <a:p>
            <a:endParaRPr lang="en-US"/>
          </a:p>
        </p:txBody>
      </p:sp>
      <p:sp>
        <p:nvSpPr>
          <p:cNvPr id="88" name="TextBox 27">
            <a:extLst>
              <a:ext uri="{FF2B5EF4-FFF2-40B4-BE49-F238E27FC236}">
                <a16:creationId xmlns:a16="http://schemas.microsoft.com/office/drawing/2014/main" id="{112FF3B0-F58F-974A-84AF-9BB355F49DF4}"/>
              </a:ext>
            </a:extLst>
          </p:cNvPr>
          <p:cNvSpPr txBox="1"/>
          <p:nvPr/>
        </p:nvSpPr>
        <p:spPr>
          <a:xfrm>
            <a:off x="5387865" y="1914780"/>
            <a:ext cx="498855" cy="215444"/>
          </a:xfrm>
          <a:prstGeom prst="rect">
            <a:avLst/>
          </a:prstGeom>
          <a:noFill/>
        </p:spPr>
        <p:txBody>
          <a:bodyPr wrap="none" lIns="0" rIns="0" rtlCol="0" anchor="ctr" anchorCtr="0">
            <a:noAutofit/>
          </a:bodyPr>
          <a:lstStyle/>
          <a:p>
            <a:pPr algn="ctr"/>
            <a:r>
              <a:rPr lang="en-US" sz="800"/>
              <a:t>Money</a:t>
            </a:r>
          </a:p>
        </p:txBody>
      </p:sp>
      <p:sp>
        <p:nvSpPr>
          <p:cNvPr id="90" name="Graphic 203">
            <a:extLst>
              <a:ext uri="{FF2B5EF4-FFF2-40B4-BE49-F238E27FC236}">
                <a16:creationId xmlns:a16="http://schemas.microsoft.com/office/drawing/2014/main" id="{AF17C843-630D-9F48-8D3C-098155F072EF}"/>
              </a:ext>
            </a:extLst>
          </p:cNvPr>
          <p:cNvSpPr>
            <a:spLocks noChangeAspect="1"/>
          </p:cNvSpPr>
          <p:nvPr/>
        </p:nvSpPr>
        <p:spPr>
          <a:xfrm>
            <a:off x="7156022" y="2286475"/>
            <a:ext cx="502596" cy="512387"/>
          </a:xfrm>
          <a:custGeom>
            <a:avLst/>
            <a:gdLst>
              <a:gd name="connsiteX0" fmla="*/ 441350 w 502596"/>
              <a:gd name="connsiteY0" fmla="*/ 297504 h 512387"/>
              <a:gd name="connsiteX1" fmla="*/ 470230 w 502596"/>
              <a:gd name="connsiteY1" fmla="*/ 237315 h 512387"/>
              <a:gd name="connsiteX2" fmla="*/ 392878 w 502596"/>
              <a:gd name="connsiteY2" fmla="*/ 159963 h 512387"/>
              <a:gd name="connsiteX3" fmla="*/ 315535 w 502596"/>
              <a:gd name="connsiteY3" fmla="*/ 237315 h 512387"/>
              <a:gd name="connsiteX4" fmla="*/ 344405 w 502596"/>
              <a:gd name="connsiteY4" fmla="*/ 297504 h 512387"/>
              <a:gd name="connsiteX5" fmla="*/ 311058 w 502596"/>
              <a:gd name="connsiteY5" fmla="*/ 297504 h 512387"/>
              <a:gd name="connsiteX6" fmla="*/ 251289 w 502596"/>
              <a:gd name="connsiteY6" fmla="*/ 269186 h 512387"/>
              <a:gd name="connsiteX7" fmla="*/ 191519 w 502596"/>
              <a:gd name="connsiteY7" fmla="*/ 297504 h 512387"/>
              <a:gd name="connsiteX8" fmla="*/ 158172 w 502596"/>
              <a:gd name="connsiteY8" fmla="*/ 297504 h 512387"/>
              <a:gd name="connsiteX9" fmla="*/ 187042 w 502596"/>
              <a:gd name="connsiteY9" fmla="*/ 237315 h 512387"/>
              <a:gd name="connsiteX10" fmla="*/ 109690 w 502596"/>
              <a:gd name="connsiteY10" fmla="*/ 159963 h 512387"/>
              <a:gd name="connsiteX11" fmla="*/ 32337 w 502596"/>
              <a:gd name="connsiteY11" fmla="*/ 237315 h 512387"/>
              <a:gd name="connsiteX12" fmla="*/ 61208 w 502596"/>
              <a:gd name="connsiteY12" fmla="*/ 297504 h 512387"/>
              <a:gd name="connsiteX13" fmla="*/ 0 w 502596"/>
              <a:gd name="connsiteY13" fmla="*/ 297504 h 512387"/>
              <a:gd name="connsiteX14" fmla="*/ 0 w 502596"/>
              <a:gd name="connsiteY14" fmla="*/ 447675 h 512387"/>
              <a:gd name="connsiteX15" fmla="*/ 33338 w 502596"/>
              <a:gd name="connsiteY15" fmla="*/ 447675 h 512387"/>
              <a:gd name="connsiteX16" fmla="*/ 33338 w 502596"/>
              <a:gd name="connsiteY16" fmla="*/ 330841 h 512387"/>
              <a:gd name="connsiteX17" fmla="*/ 175555 w 502596"/>
              <a:gd name="connsiteY17" fmla="*/ 330841 h 512387"/>
              <a:gd name="connsiteX18" fmla="*/ 173946 w 502596"/>
              <a:gd name="connsiteY18" fmla="*/ 346529 h 512387"/>
              <a:gd name="connsiteX19" fmla="*/ 202825 w 502596"/>
              <a:gd name="connsiteY19" fmla="*/ 406718 h 512387"/>
              <a:gd name="connsiteX20" fmla="*/ 145628 w 502596"/>
              <a:gd name="connsiteY20" fmla="*/ 406718 h 512387"/>
              <a:gd name="connsiteX21" fmla="*/ 145628 w 502596"/>
              <a:gd name="connsiteY21" fmla="*/ 512388 h 512387"/>
              <a:gd name="connsiteX22" fmla="*/ 178965 w 502596"/>
              <a:gd name="connsiteY22" fmla="*/ 512388 h 512387"/>
              <a:gd name="connsiteX23" fmla="*/ 178965 w 502596"/>
              <a:gd name="connsiteY23" fmla="*/ 440055 h 512387"/>
              <a:gd name="connsiteX24" fmla="*/ 323631 w 502596"/>
              <a:gd name="connsiteY24" fmla="*/ 440055 h 512387"/>
              <a:gd name="connsiteX25" fmla="*/ 323631 w 502596"/>
              <a:gd name="connsiteY25" fmla="*/ 512388 h 512387"/>
              <a:gd name="connsiteX26" fmla="*/ 356968 w 502596"/>
              <a:gd name="connsiteY26" fmla="*/ 512388 h 512387"/>
              <a:gd name="connsiteX27" fmla="*/ 356968 w 502596"/>
              <a:gd name="connsiteY27" fmla="*/ 406727 h 512387"/>
              <a:gd name="connsiteX28" fmla="*/ 299771 w 502596"/>
              <a:gd name="connsiteY28" fmla="*/ 406727 h 512387"/>
              <a:gd name="connsiteX29" fmla="*/ 328651 w 502596"/>
              <a:gd name="connsiteY29" fmla="*/ 346539 h 512387"/>
              <a:gd name="connsiteX30" fmla="*/ 327041 w 502596"/>
              <a:gd name="connsiteY30" fmla="*/ 330851 h 512387"/>
              <a:gd name="connsiteX31" fmla="*/ 469259 w 502596"/>
              <a:gd name="connsiteY31" fmla="*/ 330851 h 512387"/>
              <a:gd name="connsiteX32" fmla="*/ 469259 w 502596"/>
              <a:gd name="connsiteY32" fmla="*/ 447675 h 512387"/>
              <a:gd name="connsiteX33" fmla="*/ 502596 w 502596"/>
              <a:gd name="connsiteY33" fmla="*/ 447675 h 512387"/>
              <a:gd name="connsiteX34" fmla="*/ 502596 w 502596"/>
              <a:gd name="connsiteY34" fmla="*/ 297504 h 512387"/>
              <a:gd name="connsiteX35" fmla="*/ 441350 w 502596"/>
              <a:gd name="connsiteY35" fmla="*/ 297504 h 512387"/>
              <a:gd name="connsiteX36" fmla="*/ 392878 w 502596"/>
              <a:gd name="connsiteY36" fmla="*/ 193310 h 512387"/>
              <a:gd name="connsiteX37" fmla="*/ 436893 w 502596"/>
              <a:gd name="connsiteY37" fmla="*/ 237325 h 512387"/>
              <a:gd name="connsiteX38" fmla="*/ 392878 w 502596"/>
              <a:gd name="connsiteY38" fmla="*/ 281340 h 512387"/>
              <a:gd name="connsiteX39" fmla="*/ 348872 w 502596"/>
              <a:gd name="connsiteY39" fmla="*/ 237325 h 512387"/>
              <a:gd name="connsiteX40" fmla="*/ 392878 w 502596"/>
              <a:gd name="connsiteY40" fmla="*/ 193310 h 512387"/>
              <a:gd name="connsiteX41" fmla="*/ 109709 w 502596"/>
              <a:gd name="connsiteY41" fmla="*/ 193310 h 512387"/>
              <a:gd name="connsiteX42" fmla="*/ 153724 w 502596"/>
              <a:gd name="connsiteY42" fmla="*/ 237325 h 512387"/>
              <a:gd name="connsiteX43" fmla="*/ 109709 w 502596"/>
              <a:gd name="connsiteY43" fmla="*/ 281340 h 512387"/>
              <a:gd name="connsiteX44" fmla="*/ 65694 w 502596"/>
              <a:gd name="connsiteY44" fmla="*/ 237325 h 512387"/>
              <a:gd name="connsiteX45" fmla="*/ 109709 w 502596"/>
              <a:gd name="connsiteY45" fmla="*/ 193310 h 512387"/>
              <a:gd name="connsiteX46" fmla="*/ 251298 w 502596"/>
              <a:gd name="connsiteY46" fmla="*/ 302533 h 512387"/>
              <a:gd name="connsiteX47" fmla="*/ 295304 w 502596"/>
              <a:gd name="connsiteY47" fmla="*/ 346539 h 512387"/>
              <a:gd name="connsiteX48" fmla="*/ 251298 w 502596"/>
              <a:gd name="connsiteY48" fmla="*/ 390554 h 512387"/>
              <a:gd name="connsiteX49" fmla="*/ 207283 w 502596"/>
              <a:gd name="connsiteY49" fmla="*/ 346539 h 512387"/>
              <a:gd name="connsiteX50" fmla="*/ 251298 w 502596"/>
              <a:gd name="connsiteY50" fmla="*/ 302533 h 512387"/>
              <a:gd name="connsiteX51" fmla="*/ 267967 w 502596"/>
              <a:gd name="connsiteY51" fmla="*/ 93621 h 512387"/>
              <a:gd name="connsiteX52" fmla="*/ 234629 w 502596"/>
              <a:gd name="connsiteY52" fmla="*/ 93621 h 512387"/>
              <a:gd name="connsiteX53" fmla="*/ 234629 w 502596"/>
              <a:gd name="connsiteY53" fmla="*/ 0 h 512387"/>
              <a:gd name="connsiteX54" fmla="*/ 267967 w 502596"/>
              <a:gd name="connsiteY54" fmla="*/ 0 h 512387"/>
              <a:gd name="connsiteX55" fmla="*/ 267967 w 502596"/>
              <a:gd name="connsiteY55" fmla="*/ 93621 h 512387"/>
              <a:gd name="connsiteX56" fmla="*/ 152343 w 502596"/>
              <a:gd name="connsiteY56" fmla="*/ 125368 h 512387"/>
              <a:gd name="connsiteX57" fmla="*/ 112100 w 502596"/>
              <a:gd name="connsiteY57" fmla="*/ 40843 h 512387"/>
              <a:gd name="connsiteX58" fmla="*/ 142199 w 502596"/>
              <a:gd name="connsiteY58" fmla="*/ 26508 h 512387"/>
              <a:gd name="connsiteX59" fmla="*/ 182442 w 502596"/>
              <a:gd name="connsiteY59" fmla="*/ 111033 h 512387"/>
              <a:gd name="connsiteX60" fmla="*/ 152343 w 502596"/>
              <a:gd name="connsiteY60" fmla="*/ 125368 h 512387"/>
              <a:gd name="connsiteX61" fmla="*/ 350244 w 502596"/>
              <a:gd name="connsiteY61" fmla="*/ 125368 h 512387"/>
              <a:gd name="connsiteX62" fmla="*/ 320145 w 502596"/>
              <a:gd name="connsiteY62" fmla="*/ 111033 h 512387"/>
              <a:gd name="connsiteX63" fmla="*/ 360388 w 502596"/>
              <a:gd name="connsiteY63" fmla="*/ 26508 h 512387"/>
              <a:gd name="connsiteX64" fmla="*/ 390487 w 502596"/>
              <a:gd name="connsiteY64" fmla="*/ 40843 h 512387"/>
              <a:gd name="connsiteX65" fmla="*/ 350244 w 502596"/>
              <a:gd name="connsiteY65" fmla="*/ 125368 h 5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02596" h="512387">
                <a:moveTo>
                  <a:pt x="441350" y="297504"/>
                </a:moveTo>
                <a:cubicBezTo>
                  <a:pt x="458934" y="283312"/>
                  <a:pt x="470230" y="261623"/>
                  <a:pt x="470230" y="237315"/>
                </a:cubicBezTo>
                <a:cubicBezTo>
                  <a:pt x="470230" y="194662"/>
                  <a:pt x="435521" y="159963"/>
                  <a:pt x="392878" y="159963"/>
                </a:cubicBezTo>
                <a:cubicBezTo>
                  <a:pt x="350234" y="159963"/>
                  <a:pt x="315535" y="194662"/>
                  <a:pt x="315535" y="237315"/>
                </a:cubicBezTo>
                <a:cubicBezTo>
                  <a:pt x="315535" y="261623"/>
                  <a:pt x="326822" y="283312"/>
                  <a:pt x="344405" y="297504"/>
                </a:cubicBezTo>
                <a:lnTo>
                  <a:pt x="311058" y="297504"/>
                </a:lnTo>
                <a:cubicBezTo>
                  <a:pt x="296866" y="280226"/>
                  <a:pt x="275349" y="269186"/>
                  <a:pt x="251289" y="269186"/>
                </a:cubicBezTo>
                <a:cubicBezTo>
                  <a:pt x="227228" y="269186"/>
                  <a:pt x="205721" y="280226"/>
                  <a:pt x="191519" y="297504"/>
                </a:cubicBezTo>
                <a:lnTo>
                  <a:pt x="158172" y="297504"/>
                </a:lnTo>
                <a:cubicBezTo>
                  <a:pt x="175755" y="283312"/>
                  <a:pt x="187042" y="261623"/>
                  <a:pt x="187042" y="237315"/>
                </a:cubicBezTo>
                <a:cubicBezTo>
                  <a:pt x="187042" y="194662"/>
                  <a:pt x="152343" y="159963"/>
                  <a:pt x="109690" y="159963"/>
                </a:cubicBezTo>
                <a:cubicBezTo>
                  <a:pt x="67037" y="159963"/>
                  <a:pt x="32337" y="194662"/>
                  <a:pt x="32337" y="237315"/>
                </a:cubicBezTo>
                <a:cubicBezTo>
                  <a:pt x="32337" y="261623"/>
                  <a:pt x="43625" y="283312"/>
                  <a:pt x="61208" y="297504"/>
                </a:cubicBezTo>
                <a:lnTo>
                  <a:pt x="0" y="297504"/>
                </a:lnTo>
                <a:lnTo>
                  <a:pt x="0" y="447675"/>
                </a:lnTo>
                <a:lnTo>
                  <a:pt x="33338" y="447675"/>
                </a:lnTo>
                <a:lnTo>
                  <a:pt x="33338" y="330841"/>
                </a:lnTo>
                <a:lnTo>
                  <a:pt x="175555" y="330841"/>
                </a:lnTo>
                <a:cubicBezTo>
                  <a:pt x="174508" y="335909"/>
                  <a:pt x="173946" y="341157"/>
                  <a:pt x="173946" y="346529"/>
                </a:cubicBezTo>
                <a:cubicBezTo>
                  <a:pt x="173946" y="370837"/>
                  <a:pt x="185233" y="392525"/>
                  <a:pt x="202825" y="406718"/>
                </a:cubicBezTo>
                <a:lnTo>
                  <a:pt x="145628" y="406718"/>
                </a:lnTo>
                <a:lnTo>
                  <a:pt x="145628" y="512388"/>
                </a:lnTo>
                <a:lnTo>
                  <a:pt x="178965" y="512388"/>
                </a:lnTo>
                <a:lnTo>
                  <a:pt x="178965" y="440055"/>
                </a:lnTo>
                <a:lnTo>
                  <a:pt x="323631" y="440055"/>
                </a:lnTo>
                <a:lnTo>
                  <a:pt x="323631" y="512388"/>
                </a:lnTo>
                <a:lnTo>
                  <a:pt x="356968" y="512388"/>
                </a:lnTo>
                <a:lnTo>
                  <a:pt x="356968" y="406727"/>
                </a:lnTo>
                <a:lnTo>
                  <a:pt x="299771" y="406727"/>
                </a:lnTo>
                <a:cubicBezTo>
                  <a:pt x="317354" y="392535"/>
                  <a:pt x="328651" y="370837"/>
                  <a:pt x="328651" y="346539"/>
                </a:cubicBezTo>
                <a:cubicBezTo>
                  <a:pt x="328651" y="341166"/>
                  <a:pt x="328089" y="335918"/>
                  <a:pt x="327041" y="330851"/>
                </a:cubicBezTo>
                <a:lnTo>
                  <a:pt x="469259" y="330851"/>
                </a:lnTo>
                <a:lnTo>
                  <a:pt x="469259" y="447675"/>
                </a:lnTo>
                <a:lnTo>
                  <a:pt x="502596" y="447675"/>
                </a:lnTo>
                <a:lnTo>
                  <a:pt x="502596" y="297504"/>
                </a:lnTo>
                <a:lnTo>
                  <a:pt x="441350" y="297504"/>
                </a:lnTo>
                <a:close/>
                <a:moveTo>
                  <a:pt x="392878" y="193310"/>
                </a:moveTo>
                <a:cubicBezTo>
                  <a:pt x="417147" y="193310"/>
                  <a:pt x="436893" y="213055"/>
                  <a:pt x="436893" y="237325"/>
                </a:cubicBezTo>
                <a:cubicBezTo>
                  <a:pt x="436893" y="261595"/>
                  <a:pt x="417147" y="281340"/>
                  <a:pt x="392878" y="281340"/>
                </a:cubicBezTo>
                <a:cubicBezTo>
                  <a:pt x="368608" y="281340"/>
                  <a:pt x="348872" y="261595"/>
                  <a:pt x="348872" y="237325"/>
                </a:cubicBezTo>
                <a:cubicBezTo>
                  <a:pt x="348872" y="213055"/>
                  <a:pt x="368608" y="193310"/>
                  <a:pt x="392878" y="193310"/>
                </a:cubicBezTo>
                <a:close/>
                <a:moveTo>
                  <a:pt x="109709" y="193310"/>
                </a:moveTo>
                <a:cubicBezTo>
                  <a:pt x="133979" y="193310"/>
                  <a:pt x="153724" y="213055"/>
                  <a:pt x="153724" y="237325"/>
                </a:cubicBezTo>
                <a:cubicBezTo>
                  <a:pt x="153724" y="261595"/>
                  <a:pt x="133979" y="281340"/>
                  <a:pt x="109709" y="281340"/>
                </a:cubicBezTo>
                <a:cubicBezTo>
                  <a:pt x="85439" y="281340"/>
                  <a:pt x="65694" y="261595"/>
                  <a:pt x="65694" y="237325"/>
                </a:cubicBezTo>
                <a:cubicBezTo>
                  <a:pt x="65694" y="213055"/>
                  <a:pt x="85439" y="193310"/>
                  <a:pt x="109709" y="193310"/>
                </a:cubicBezTo>
                <a:close/>
                <a:moveTo>
                  <a:pt x="251298" y="302533"/>
                </a:moveTo>
                <a:cubicBezTo>
                  <a:pt x="275568" y="302533"/>
                  <a:pt x="295304" y="322269"/>
                  <a:pt x="295304" y="346539"/>
                </a:cubicBezTo>
                <a:cubicBezTo>
                  <a:pt x="295304" y="370808"/>
                  <a:pt x="275568" y="390554"/>
                  <a:pt x="251298" y="390554"/>
                </a:cubicBezTo>
                <a:cubicBezTo>
                  <a:pt x="227028" y="390554"/>
                  <a:pt x="207283" y="370808"/>
                  <a:pt x="207283" y="346539"/>
                </a:cubicBezTo>
                <a:cubicBezTo>
                  <a:pt x="207283" y="322269"/>
                  <a:pt x="227028" y="302533"/>
                  <a:pt x="251298" y="302533"/>
                </a:cubicBezTo>
                <a:close/>
                <a:moveTo>
                  <a:pt x="267967" y="93621"/>
                </a:moveTo>
                <a:lnTo>
                  <a:pt x="234629" y="93621"/>
                </a:lnTo>
                <a:lnTo>
                  <a:pt x="234629" y="0"/>
                </a:lnTo>
                <a:lnTo>
                  <a:pt x="267967" y="0"/>
                </a:lnTo>
                <a:lnTo>
                  <a:pt x="267967" y="93621"/>
                </a:lnTo>
                <a:close/>
                <a:moveTo>
                  <a:pt x="152343" y="125368"/>
                </a:moveTo>
                <a:lnTo>
                  <a:pt x="112100" y="40843"/>
                </a:lnTo>
                <a:lnTo>
                  <a:pt x="142199" y="26508"/>
                </a:lnTo>
                <a:lnTo>
                  <a:pt x="182442" y="111033"/>
                </a:lnTo>
                <a:lnTo>
                  <a:pt x="152343" y="125368"/>
                </a:lnTo>
                <a:close/>
                <a:moveTo>
                  <a:pt x="350244" y="125368"/>
                </a:moveTo>
                <a:lnTo>
                  <a:pt x="320145" y="111033"/>
                </a:lnTo>
                <a:lnTo>
                  <a:pt x="360388" y="26508"/>
                </a:lnTo>
                <a:lnTo>
                  <a:pt x="390487" y="40843"/>
                </a:lnTo>
                <a:lnTo>
                  <a:pt x="350244" y="125368"/>
                </a:lnTo>
                <a:close/>
              </a:path>
            </a:pathLst>
          </a:custGeom>
          <a:solidFill>
            <a:schemeClr val="tx2"/>
          </a:solidFill>
          <a:ln w="9525" cap="flat">
            <a:noFill/>
            <a:prstDash val="solid"/>
            <a:miter/>
          </a:ln>
        </p:spPr>
        <p:txBody>
          <a:bodyPr rtlCol="0" anchor="ctr"/>
          <a:lstStyle/>
          <a:p>
            <a:endParaRPr lang="en-US"/>
          </a:p>
        </p:txBody>
      </p:sp>
      <p:sp>
        <p:nvSpPr>
          <p:cNvPr id="91" name="TextBox 28">
            <a:extLst>
              <a:ext uri="{FF2B5EF4-FFF2-40B4-BE49-F238E27FC236}">
                <a16:creationId xmlns:a16="http://schemas.microsoft.com/office/drawing/2014/main" id="{96B504E8-5639-5B49-BAE5-FD36A278696C}"/>
              </a:ext>
            </a:extLst>
          </p:cNvPr>
          <p:cNvSpPr txBox="1"/>
          <p:nvPr/>
        </p:nvSpPr>
        <p:spPr>
          <a:xfrm>
            <a:off x="7016828" y="2832126"/>
            <a:ext cx="780984" cy="338554"/>
          </a:xfrm>
          <a:prstGeom prst="rect">
            <a:avLst/>
          </a:prstGeom>
          <a:noFill/>
        </p:spPr>
        <p:txBody>
          <a:bodyPr wrap="none" lIns="0" rIns="0" rtlCol="0" anchor="ctr" anchorCtr="0">
            <a:noAutofit/>
          </a:bodyPr>
          <a:lstStyle/>
          <a:p>
            <a:pPr algn="ctr"/>
            <a:r>
              <a:rPr lang="en-US" sz="800"/>
              <a:t>People build </a:t>
            </a:r>
            <a:br>
              <a:rPr lang="en-US" sz="800"/>
            </a:br>
            <a:r>
              <a:rPr lang="en-US" sz="800"/>
              <a:t>great teams</a:t>
            </a:r>
          </a:p>
        </p:txBody>
      </p:sp>
      <p:sp>
        <p:nvSpPr>
          <p:cNvPr id="93" name="Freeform: Shape 220">
            <a:extLst>
              <a:ext uri="{FF2B5EF4-FFF2-40B4-BE49-F238E27FC236}">
                <a16:creationId xmlns:a16="http://schemas.microsoft.com/office/drawing/2014/main" id="{BC67D6D2-E871-9545-82EF-1CA8B8C2CE5B}"/>
              </a:ext>
            </a:extLst>
          </p:cNvPr>
          <p:cNvSpPr>
            <a:spLocks noChangeAspect="1"/>
          </p:cNvSpPr>
          <p:nvPr/>
        </p:nvSpPr>
        <p:spPr>
          <a:xfrm>
            <a:off x="1732039" y="5133919"/>
            <a:ext cx="504825" cy="485775"/>
          </a:xfrm>
          <a:custGeom>
            <a:avLst/>
            <a:gdLst>
              <a:gd name="connsiteX0" fmla="*/ 407575 w 504825"/>
              <a:gd name="connsiteY0" fmla="*/ 83344 h 485775"/>
              <a:gd name="connsiteX1" fmla="*/ 407575 w 504825"/>
              <a:gd name="connsiteY1" fmla="*/ 7144 h 485775"/>
              <a:gd name="connsiteX2" fmla="*/ 102013 w 504825"/>
              <a:gd name="connsiteY2" fmla="*/ 7144 h 485775"/>
              <a:gd name="connsiteX3" fmla="*/ 102013 w 504825"/>
              <a:gd name="connsiteY3" fmla="*/ 83344 h 485775"/>
              <a:gd name="connsiteX4" fmla="*/ 7144 w 504825"/>
              <a:gd name="connsiteY4" fmla="*/ 83344 h 485775"/>
              <a:gd name="connsiteX5" fmla="*/ 7144 w 504825"/>
              <a:gd name="connsiteY5" fmla="*/ 130969 h 485775"/>
              <a:gd name="connsiteX6" fmla="*/ 109633 w 504825"/>
              <a:gd name="connsiteY6" fmla="*/ 244602 h 485775"/>
              <a:gd name="connsiteX7" fmla="*/ 235744 w 504825"/>
              <a:gd name="connsiteY7" fmla="*/ 348710 h 485775"/>
              <a:gd name="connsiteX8" fmla="*/ 235744 w 504825"/>
              <a:gd name="connsiteY8" fmla="*/ 445294 h 485775"/>
              <a:gd name="connsiteX9" fmla="*/ 140494 w 504825"/>
              <a:gd name="connsiteY9" fmla="*/ 445294 h 485775"/>
              <a:gd name="connsiteX10" fmla="*/ 140494 w 504825"/>
              <a:gd name="connsiteY10" fmla="*/ 483394 h 485775"/>
              <a:gd name="connsiteX11" fmla="*/ 369094 w 504825"/>
              <a:gd name="connsiteY11" fmla="*/ 483394 h 485775"/>
              <a:gd name="connsiteX12" fmla="*/ 369094 w 504825"/>
              <a:gd name="connsiteY12" fmla="*/ 445294 h 485775"/>
              <a:gd name="connsiteX13" fmla="*/ 273844 w 504825"/>
              <a:gd name="connsiteY13" fmla="*/ 445294 h 485775"/>
              <a:gd name="connsiteX14" fmla="*/ 273844 w 504825"/>
              <a:gd name="connsiteY14" fmla="*/ 348710 h 485775"/>
              <a:gd name="connsiteX15" fmla="*/ 399955 w 504825"/>
              <a:gd name="connsiteY15" fmla="*/ 244602 h 485775"/>
              <a:gd name="connsiteX16" fmla="*/ 502444 w 504825"/>
              <a:gd name="connsiteY16" fmla="*/ 130969 h 485775"/>
              <a:gd name="connsiteX17" fmla="*/ 502444 w 504825"/>
              <a:gd name="connsiteY17" fmla="*/ 83344 h 485775"/>
              <a:gd name="connsiteX18" fmla="*/ 407575 w 504825"/>
              <a:gd name="connsiteY18" fmla="*/ 83344 h 485775"/>
              <a:gd name="connsiteX19" fmla="*/ 45244 w 504825"/>
              <a:gd name="connsiteY19" fmla="*/ 130969 h 485775"/>
              <a:gd name="connsiteX20" fmla="*/ 45244 w 504825"/>
              <a:gd name="connsiteY20" fmla="*/ 121444 h 485775"/>
              <a:gd name="connsiteX21" fmla="*/ 102013 w 504825"/>
              <a:gd name="connsiteY21" fmla="*/ 121444 h 485775"/>
              <a:gd name="connsiteX22" fmla="*/ 102013 w 504825"/>
              <a:gd name="connsiteY22" fmla="*/ 197263 h 485775"/>
              <a:gd name="connsiteX23" fmla="*/ 102394 w 504825"/>
              <a:gd name="connsiteY23" fmla="*/ 204788 h 485775"/>
              <a:gd name="connsiteX24" fmla="*/ 45244 w 504825"/>
              <a:gd name="connsiteY24" fmla="*/ 130969 h 485775"/>
              <a:gd name="connsiteX25" fmla="*/ 254794 w 504825"/>
              <a:gd name="connsiteY25" fmla="*/ 311944 h 485775"/>
              <a:gd name="connsiteX26" fmla="*/ 140494 w 504825"/>
              <a:gd name="connsiteY26" fmla="*/ 204883 h 485775"/>
              <a:gd name="connsiteX27" fmla="*/ 140494 w 504825"/>
              <a:gd name="connsiteY27" fmla="*/ 83344 h 485775"/>
              <a:gd name="connsiteX28" fmla="*/ 140113 w 504825"/>
              <a:gd name="connsiteY28" fmla="*/ 83344 h 485775"/>
              <a:gd name="connsiteX29" fmla="*/ 140113 w 504825"/>
              <a:gd name="connsiteY29" fmla="*/ 45244 h 485775"/>
              <a:gd name="connsiteX30" fmla="*/ 369475 w 504825"/>
              <a:gd name="connsiteY30" fmla="*/ 45244 h 485775"/>
              <a:gd name="connsiteX31" fmla="*/ 369475 w 504825"/>
              <a:gd name="connsiteY31" fmla="*/ 83344 h 485775"/>
              <a:gd name="connsiteX32" fmla="*/ 369094 w 504825"/>
              <a:gd name="connsiteY32" fmla="*/ 83344 h 485775"/>
              <a:gd name="connsiteX33" fmla="*/ 369094 w 504825"/>
              <a:gd name="connsiteY33" fmla="*/ 204883 h 485775"/>
              <a:gd name="connsiteX34" fmla="*/ 254794 w 504825"/>
              <a:gd name="connsiteY34" fmla="*/ 311944 h 485775"/>
              <a:gd name="connsiteX35" fmla="*/ 464344 w 504825"/>
              <a:gd name="connsiteY35" fmla="*/ 130969 h 485775"/>
              <a:gd name="connsiteX36" fmla="*/ 407194 w 504825"/>
              <a:gd name="connsiteY36" fmla="*/ 204788 h 485775"/>
              <a:gd name="connsiteX37" fmla="*/ 407575 w 504825"/>
              <a:gd name="connsiteY37" fmla="*/ 197263 h 485775"/>
              <a:gd name="connsiteX38" fmla="*/ 407575 w 504825"/>
              <a:gd name="connsiteY38" fmla="*/ 121444 h 485775"/>
              <a:gd name="connsiteX39" fmla="*/ 464344 w 504825"/>
              <a:gd name="connsiteY39" fmla="*/ 121444 h 485775"/>
              <a:gd name="connsiteX40" fmla="*/ 464344 w 504825"/>
              <a:gd name="connsiteY40" fmla="*/ 130969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04825" h="485775">
                <a:moveTo>
                  <a:pt x="407575" y="83344"/>
                </a:moveTo>
                <a:lnTo>
                  <a:pt x="407575" y="7144"/>
                </a:lnTo>
                <a:lnTo>
                  <a:pt x="102013" y="7144"/>
                </a:lnTo>
                <a:lnTo>
                  <a:pt x="102013" y="83344"/>
                </a:lnTo>
                <a:lnTo>
                  <a:pt x="7144" y="83344"/>
                </a:lnTo>
                <a:lnTo>
                  <a:pt x="7144" y="130969"/>
                </a:lnTo>
                <a:cubicBezTo>
                  <a:pt x="7144" y="190024"/>
                  <a:pt x="52102" y="238697"/>
                  <a:pt x="109633" y="244602"/>
                </a:cubicBezTo>
                <a:cubicBezTo>
                  <a:pt x="127730" y="299942"/>
                  <a:pt x="176403" y="341281"/>
                  <a:pt x="235744" y="348710"/>
                </a:cubicBezTo>
                <a:lnTo>
                  <a:pt x="235744" y="445294"/>
                </a:lnTo>
                <a:lnTo>
                  <a:pt x="140494" y="445294"/>
                </a:lnTo>
                <a:lnTo>
                  <a:pt x="140494" y="483394"/>
                </a:lnTo>
                <a:lnTo>
                  <a:pt x="369094" y="483394"/>
                </a:lnTo>
                <a:lnTo>
                  <a:pt x="369094" y="445294"/>
                </a:lnTo>
                <a:lnTo>
                  <a:pt x="273844" y="445294"/>
                </a:lnTo>
                <a:lnTo>
                  <a:pt x="273844" y="348710"/>
                </a:lnTo>
                <a:cubicBezTo>
                  <a:pt x="333185" y="341281"/>
                  <a:pt x="381953" y="299942"/>
                  <a:pt x="399955" y="244602"/>
                </a:cubicBezTo>
                <a:cubicBezTo>
                  <a:pt x="457391" y="238697"/>
                  <a:pt x="502444" y="189929"/>
                  <a:pt x="502444" y="130969"/>
                </a:cubicBezTo>
                <a:lnTo>
                  <a:pt x="502444" y="83344"/>
                </a:lnTo>
                <a:lnTo>
                  <a:pt x="407575" y="83344"/>
                </a:lnTo>
                <a:close/>
                <a:moveTo>
                  <a:pt x="45244" y="130969"/>
                </a:moveTo>
                <a:lnTo>
                  <a:pt x="45244" y="121444"/>
                </a:lnTo>
                <a:lnTo>
                  <a:pt x="102013" y="121444"/>
                </a:lnTo>
                <a:lnTo>
                  <a:pt x="102013" y="197263"/>
                </a:lnTo>
                <a:cubicBezTo>
                  <a:pt x="102013" y="199835"/>
                  <a:pt x="102299" y="202216"/>
                  <a:pt x="102394" y="204788"/>
                </a:cubicBezTo>
                <a:cubicBezTo>
                  <a:pt x="69533" y="196310"/>
                  <a:pt x="45244" y="166402"/>
                  <a:pt x="45244" y="130969"/>
                </a:cubicBezTo>
                <a:close/>
                <a:moveTo>
                  <a:pt x="254794" y="311944"/>
                </a:moveTo>
                <a:cubicBezTo>
                  <a:pt x="194120" y="311944"/>
                  <a:pt x="144494" y="264605"/>
                  <a:pt x="140494" y="204883"/>
                </a:cubicBezTo>
                <a:lnTo>
                  <a:pt x="140494" y="83344"/>
                </a:lnTo>
                <a:lnTo>
                  <a:pt x="140113" y="83344"/>
                </a:lnTo>
                <a:lnTo>
                  <a:pt x="140113" y="45244"/>
                </a:lnTo>
                <a:lnTo>
                  <a:pt x="369475" y="45244"/>
                </a:lnTo>
                <a:lnTo>
                  <a:pt x="369475" y="83344"/>
                </a:lnTo>
                <a:lnTo>
                  <a:pt x="369094" y="83344"/>
                </a:lnTo>
                <a:lnTo>
                  <a:pt x="369094" y="204883"/>
                </a:lnTo>
                <a:cubicBezTo>
                  <a:pt x="365188" y="264605"/>
                  <a:pt x="315468" y="311944"/>
                  <a:pt x="254794" y="311944"/>
                </a:cubicBezTo>
                <a:close/>
                <a:moveTo>
                  <a:pt x="464344" y="130969"/>
                </a:moveTo>
                <a:cubicBezTo>
                  <a:pt x="464344" y="166402"/>
                  <a:pt x="440055" y="196310"/>
                  <a:pt x="407194" y="204788"/>
                </a:cubicBezTo>
                <a:cubicBezTo>
                  <a:pt x="407289" y="202311"/>
                  <a:pt x="407575" y="199835"/>
                  <a:pt x="407575" y="197263"/>
                </a:cubicBezTo>
                <a:lnTo>
                  <a:pt x="407575" y="121444"/>
                </a:lnTo>
                <a:lnTo>
                  <a:pt x="464344" y="121444"/>
                </a:lnTo>
                <a:lnTo>
                  <a:pt x="464344" y="130969"/>
                </a:lnTo>
                <a:close/>
              </a:path>
            </a:pathLst>
          </a:custGeom>
          <a:solidFill>
            <a:schemeClr val="tx2"/>
          </a:solidFill>
          <a:ln w="9525" cap="flat">
            <a:noFill/>
            <a:prstDash val="solid"/>
            <a:miter/>
          </a:ln>
        </p:spPr>
        <p:txBody>
          <a:bodyPr rtlCol="0" anchor="ctr"/>
          <a:lstStyle/>
          <a:p>
            <a:endParaRPr lang="en-US"/>
          </a:p>
        </p:txBody>
      </p:sp>
      <p:sp>
        <p:nvSpPr>
          <p:cNvPr id="94" name="TextBox 29">
            <a:extLst>
              <a:ext uri="{FF2B5EF4-FFF2-40B4-BE49-F238E27FC236}">
                <a16:creationId xmlns:a16="http://schemas.microsoft.com/office/drawing/2014/main" id="{31B7114E-F488-F644-B7CF-DEA5C54BBB98}"/>
              </a:ext>
            </a:extLst>
          </p:cNvPr>
          <p:cNvSpPr txBox="1"/>
          <p:nvPr/>
        </p:nvSpPr>
        <p:spPr>
          <a:xfrm>
            <a:off x="1727810" y="5665758"/>
            <a:ext cx="513282" cy="215444"/>
          </a:xfrm>
          <a:prstGeom prst="rect">
            <a:avLst/>
          </a:prstGeom>
          <a:noFill/>
        </p:spPr>
        <p:txBody>
          <a:bodyPr wrap="none" lIns="0" rIns="0" rtlCol="0" anchor="ctr" anchorCtr="0">
            <a:noAutofit/>
          </a:bodyPr>
          <a:lstStyle/>
          <a:p>
            <a:pPr algn="ctr"/>
            <a:r>
              <a:rPr lang="en-US" sz="800"/>
              <a:t>Trophy</a:t>
            </a:r>
          </a:p>
        </p:txBody>
      </p:sp>
      <p:sp>
        <p:nvSpPr>
          <p:cNvPr id="99" name="Freeform: Shape 182">
            <a:extLst>
              <a:ext uri="{FF2B5EF4-FFF2-40B4-BE49-F238E27FC236}">
                <a16:creationId xmlns:a16="http://schemas.microsoft.com/office/drawing/2014/main" id="{98E3F5F6-D35C-644E-81FB-D84E407B90C8}"/>
              </a:ext>
            </a:extLst>
          </p:cNvPr>
          <p:cNvSpPr>
            <a:spLocks noChangeAspect="1"/>
          </p:cNvSpPr>
          <p:nvPr/>
        </p:nvSpPr>
        <p:spPr>
          <a:xfrm>
            <a:off x="3518492" y="1386496"/>
            <a:ext cx="542925" cy="381000"/>
          </a:xfrm>
          <a:custGeom>
            <a:avLst/>
            <a:gdLst>
              <a:gd name="connsiteX0" fmla="*/ 7144 w 542925"/>
              <a:gd name="connsiteY0" fmla="*/ 246698 h 381000"/>
              <a:gd name="connsiteX1" fmla="*/ 111919 w 542925"/>
              <a:gd name="connsiteY1" fmla="*/ 274796 h 381000"/>
              <a:gd name="connsiteX2" fmla="*/ 111919 w 542925"/>
              <a:gd name="connsiteY2" fmla="*/ 344329 h 381000"/>
              <a:gd name="connsiteX3" fmla="*/ 245269 w 542925"/>
              <a:gd name="connsiteY3" fmla="*/ 381857 h 381000"/>
              <a:gd name="connsiteX4" fmla="*/ 245269 w 542925"/>
              <a:gd name="connsiteY4" fmla="*/ 310610 h 381000"/>
              <a:gd name="connsiteX5" fmla="*/ 435769 w 542925"/>
              <a:gd name="connsiteY5" fmla="*/ 361760 h 381000"/>
              <a:gd name="connsiteX6" fmla="*/ 435769 w 542925"/>
              <a:gd name="connsiteY6" fmla="*/ 7144 h 381000"/>
              <a:gd name="connsiteX7" fmla="*/ 7144 w 542925"/>
              <a:gd name="connsiteY7" fmla="*/ 122111 h 381000"/>
              <a:gd name="connsiteX8" fmla="*/ 7144 w 542925"/>
              <a:gd name="connsiteY8" fmla="*/ 246698 h 381000"/>
              <a:gd name="connsiteX9" fmla="*/ 207169 w 542925"/>
              <a:gd name="connsiteY9" fmla="*/ 331470 h 381000"/>
              <a:gd name="connsiteX10" fmla="*/ 150019 w 542925"/>
              <a:gd name="connsiteY10" fmla="*/ 315373 h 381000"/>
              <a:gd name="connsiteX11" fmla="*/ 150019 w 542925"/>
              <a:gd name="connsiteY11" fmla="*/ 284893 h 381000"/>
              <a:gd name="connsiteX12" fmla="*/ 207169 w 542925"/>
              <a:gd name="connsiteY12" fmla="*/ 300228 h 381000"/>
              <a:gd name="connsiteX13" fmla="*/ 207169 w 542925"/>
              <a:gd name="connsiteY13" fmla="*/ 331470 h 381000"/>
              <a:gd name="connsiteX14" fmla="*/ 397669 w 542925"/>
              <a:gd name="connsiteY14" fmla="*/ 311944 h 381000"/>
              <a:gd name="connsiteX15" fmla="*/ 359569 w 542925"/>
              <a:gd name="connsiteY15" fmla="*/ 301752 h 381000"/>
              <a:gd name="connsiteX16" fmla="*/ 359569 w 542925"/>
              <a:gd name="connsiteY16" fmla="*/ 67056 h 381000"/>
              <a:gd name="connsiteX17" fmla="*/ 397669 w 542925"/>
              <a:gd name="connsiteY17" fmla="*/ 56864 h 381000"/>
              <a:gd name="connsiteX18" fmla="*/ 397669 w 542925"/>
              <a:gd name="connsiteY18" fmla="*/ 311944 h 381000"/>
              <a:gd name="connsiteX19" fmla="*/ 45244 w 542925"/>
              <a:gd name="connsiteY19" fmla="*/ 151448 h 381000"/>
              <a:gd name="connsiteX20" fmla="*/ 321469 w 542925"/>
              <a:gd name="connsiteY20" fmla="*/ 77343 h 381000"/>
              <a:gd name="connsiteX21" fmla="*/ 321469 w 542925"/>
              <a:gd name="connsiteY21" fmla="*/ 291560 h 381000"/>
              <a:gd name="connsiteX22" fmla="*/ 45244 w 542925"/>
              <a:gd name="connsiteY22" fmla="*/ 217456 h 381000"/>
              <a:gd name="connsiteX23" fmla="*/ 45244 w 542925"/>
              <a:gd name="connsiteY23" fmla="*/ 151448 h 381000"/>
              <a:gd name="connsiteX24" fmla="*/ 487299 w 542925"/>
              <a:gd name="connsiteY24" fmla="*/ 131255 h 381000"/>
              <a:gd name="connsiteX25" fmla="*/ 460343 w 542925"/>
              <a:gd name="connsiteY25" fmla="*/ 104299 h 381000"/>
              <a:gd name="connsiteX26" fmla="*/ 507968 w 542925"/>
              <a:gd name="connsiteY26" fmla="*/ 56674 h 381000"/>
              <a:gd name="connsiteX27" fmla="*/ 534924 w 542925"/>
              <a:gd name="connsiteY27" fmla="*/ 83630 h 381000"/>
              <a:gd name="connsiteX28" fmla="*/ 487299 w 542925"/>
              <a:gd name="connsiteY28" fmla="*/ 131255 h 381000"/>
              <a:gd name="connsiteX29" fmla="*/ 540544 w 542925"/>
              <a:gd name="connsiteY29" fmla="*/ 165354 h 381000"/>
              <a:gd name="connsiteX30" fmla="*/ 540544 w 542925"/>
              <a:gd name="connsiteY30" fmla="*/ 203454 h 381000"/>
              <a:gd name="connsiteX31" fmla="*/ 473869 w 542925"/>
              <a:gd name="connsiteY31" fmla="*/ 203454 h 381000"/>
              <a:gd name="connsiteX32" fmla="*/ 473869 w 542925"/>
              <a:gd name="connsiteY32" fmla="*/ 165354 h 381000"/>
              <a:gd name="connsiteX33" fmla="*/ 540544 w 542925"/>
              <a:gd name="connsiteY33" fmla="*/ 165354 h 381000"/>
              <a:gd name="connsiteX34" fmla="*/ 487299 w 542925"/>
              <a:gd name="connsiteY34" fmla="*/ 237649 h 381000"/>
              <a:gd name="connsiteX35" fmla="*/ 534924 w 542925"/>
              <a:gd name="connsiteY35" fmla="*/ 285274 h 381000"/>
              <a:gd name="connsiteX36" fmla="*/ 507968 w 542925"/>
              <a:gd name="connsiteY36" fmla="*/ 312230 h 381000"/>
              <a:gd name="connsiteX37" fmla="*/ 460343 w 542925"/>
              <a:gd name="connsiteY37" fmla="*/ 264605 h 381000"/>
              <a:gd name="connsiteX38" fmla="*/ 487299 w 542925"/>
              <a:gd name="connsiteY38" fmla="*/ 237649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42925" h="381000">
                <a:moveTo>
                  <a:pt x="7144" y="246698"/>
                </a:moveTo>
                <a:lnTo>
                  <a:pt x="111919" y="274796"/>
                </a:lnTo>
                <a:lnTo>
                  <a:pt x="111919" y="344329"/>
                </a:lnTo>
                <a:lnTo>
                  <a:pt x="245269" y="381857"/>
                </a:lnTo>
                <a:lnTo>
                  <a:pt x="245269" y="310610"/>
                </a:lnTo>
                <a:lnTo>
                  <a:pt x="435769" y="361760"/>
                </a:lnTo>
                <a:lnTo>
                  <a:pt x="435769" y="7144"/>
                </a:lnTo>
                <a:lnTo>
                  <a:pt x="7144" y="122111"/>
                </a:lnTo>
                <a:lnTo>
                  <a:pt x="7144" y="246698"/>
                </a:lnTo>
                <a:close/>
                <a:moveTo>
                  <a:pt x="207169" y="331470"/>
                </a:moveTo>
                <a:lnTo>
                  <a:pt x="150019" y="315373"/>
                </a:lnTo>
                <a:lnTo>
                  <a:pt x="150019" y="284893"/>
                </a:lnTo>
                <a:lnTo>
                  <a:pt x="207169" y="300228"/>
                </a:lnTo>
                <a:lnTo>
                  <a:pt x="207169" y="331470"/>
                </a:lnTo>
                <a:close/>
                <a:moveTo>
                  <a:pt x="397669" y="311944"/>
                </a:moveTo>
                <a:lnTo>
                  <a:pt x="359569" y="301752"/>
                </a:lnTo>
                <a:lnTo>
                  <a:pt x="359569" y="67056"/>
                </a:lnTo>
                <a:lnTo>
                  <a:pt x="397669" y="56864"/>
                </a:lnTo>
                <a:lnTo>
                  <a:pt x="397669" y="311944"/>
                </a:lnTo>
                <a:close/>
                <a:moveTo>
                  <a:pt x="45244" y="151448"/>
                </a:moveTo>
                <a:lnTo>
                  <a:pt x="321469" y="77343"/>
                </a:lnTo>
                <a:lnTo>
                  <a:pt x="321469" y="291560"/>
                </a:lnTo>
                <a:lnTo>
                  <a:pt x="45244" y="217456"/>
                </a:lnTo>
                <a:lnTo>
                  <a:pt x="45244" y="151448"/>
                </a:lnTo>
                <a:close/>
                <a:moveTo>
                  <a:pt x="487299" y="131255"/>
                </a:moveTo>
                <a:lnTo>
                  <a:pt x="460343" y="104299"/>
                </a:lnTo>
                <a:lnTo>
                  <a:pt x="507968" y="56674"/>
                </a:lnTo>
                <a:lnTo>
                  <a:pt x="534924" y="83630"/>
                </a:lnTo>
                <a:lnTo>
                  <a:pt x="487299" y="131255"/>
                </a:lnTo>
                <a:close/>
                <a:moveTo>
                  <a:pt x="540544" y="165354"/>
                </a:moveTo>
                <a:lnTo>
                  <a:pt x="540544" y="203454"/>
                </a:lnTo>
                <a:lnTo>
                  <a:pt x="473869" y="203454"/>
                </a:lnTo>
                <a:lnTo>
                  <a:pt x="473869" y="165354"/>
                </a:lnTo>
                <a:lnTo>
                  <a:pt x="540544" y="165354"/>
                </a:lnTo>
                <a:close/>
                <a:moveTo>
                  <a:pt x="487299" y="237649"/>
                </a:moveTo>
                <a:lnTo>
                  <a:pt x="534924" y="285274"/>
                </a:lnTo>
                <a:lnTo>
                  <a:pt x="507968" y="312230"/>
                </a:lnTo>
                <a:lnTo>
                  <a:pt x="460343" y="264605"/>
                </a:lnTo>
                <a:lnTo>
                  <a:pt x="487299" y="237649"/>
                </a:lnTo>
                <a:close/>
              </a:path>
            </a:pathLst>
          </a:custGeom>
          <a:solidFill>
            <a:schemeClr val="tx2"/>
          </a:solidFill>
          <a:ln w="9525" cap="flat">
            <a:noFill/>
            <a:prstDash val="solid"/>
            <a:miter/>
          </a:ln>
        </p:spPr>
        <p:txBody>
          <a:bodyPr rtlCol="0" anchor="ctr"/>
          <a:lstStyle/>
          <a:p>
            <a:endParaRPr lang="en-US"/>
          </a:p>
        </p:txBody>
      </p:sp>
      <p:sp>
        <p:nvSpPr>
          <p:cNvPr id="100" name="TextBox 30">
            <a:extLst>
              <a:ext uri="{FF2B5EF4-FFF2-40B4-BE49-F238E27FC236}">
                <a16:creationId xmlns:a16="http://schemas.microsoft.com/office/drawing/2014/main" id="{30322422-6B21-AD4A-B5AD-FB9A2B31511D}"/>
              </a:ext>
            </a:extLst>
          </p:cNvPr>
          <p:cNvSpPr txBox="1"/>
          <p:nvPr/>
        </p:nvSpPr>
        <p:spPr>
          <a:xfrm>
            <a:off x="3421102" y="1914780"/>
            <a:ext cx="737702" cy="215444"/>
          </a:xfrm>
          <a:prstGeom prst="rect">
            <a:avLst/>
          </a:prstGeom>
          <a:noFill/>
        </p:spPr>
        <p:txBody>
          <a:bodyPr wrap="none" lIns="0" rIns="0" rtlCol="0" anchor="ctr" anchorCtr="0">
            <a:noAutofit/>
          </a:bodyPr>
          <a:lstStyle/>
          <a:p>
            <a:pPr algn="ctr"/>
            <a:r>
              <a:rPr lang="en-US" sz="800"/>
              <a:t>Megaphone</a:t>
            </a:r>
          </a:p>
        </p:txBody>
      </p:sp>
      <p:sp>
        <p:nvSpPr>
          <p:cNvPr id="102" name="Graphic 233">
            <a:extLst>
              <a:ext uri="{FF2B5EF4-FFF2-40B4-BE49-F238E27FC236}">
                <a16:creationId xmlns:a16="http://schemas.microsoft.com/office/drawing/2014/main" id="{DF02A729-2EA4-AB4C-A4F9-2C0B612D1E4C}"/>
              </a:ext>
            </a:extLst>
          </p:cNvPr>
          <p:cNvSpPr>
            <a:spLocks noChangeAspect="1"/>
          </p:cNvSpPr>
          <p:nvPr/>
        </p:nvSpPr>
        <p:spPr>
          <a:xfrm>
            <a:off x="3476701" y="3215352"/>
            <a:ext cx="626506" cy="533561"/>
          </a:xfrm>
          <a:custGeom>
            <a:avLst/>
            <a:gdLst>
              <a:gd name="connsiteX0" fmla="*/ 626507 w 626506"/>
              <a:gd name="connsiteY0" fmla="*/ 184032 h 533561"/>
              <a:gd name="connsiteX1" fmla="*/ 568223 w 626506"/>
              <a:gd name="connsiteY1" fmla="*/ 275405 h 533561"/>
              <a:gd name="connsiteX2" fmla="*/ 476860 w 626506"/>
              <a:gd name="connsiteY2" fmla="*/ 217122 h 533561"/>
              <a:gd name="connsiteX3" fmla="*/ 497338 w 626506"/>
              <a:gd name="connsiteY3" fmla="*/ 185003 h 533561"/>
              <a:gd name="connsiteX4" fmla="*/ 534267 w 626506"/>
              <a:gd name="connsiteY4" fmla="*/ 208559 h 533561"/>
              <a:gd name="connsiteX5" fmla="*/ 382343 w 626506"/>
              <a:gd name="connsiteY5" fmla="*/ 48939 h 533561"/>
              <a:gd name="connsiteX6" fmla="*/ 208026 w 626506"/>
              <a:gd name="connsiteY6" fmla="*/ 63902 h 533561"/>
              <a:gd name="connsiteX7" fmla="*/ 95345 w 626506"/>
              <a:gd name="connsiteY7" fmla="*/ 197748 h 533561"/>
              <a:gd name="connsiteX8" fmla="*/ 59036 w 626506"/>
              <a:gd name="connsiteY8" fmla="*/ 186222 h 533561"/>
              <a:gd name="connsiteX9" fmla="*/ 190490 w 626506"/>
              <a:gd name="connsiteY9" fmla="*/ 30070 h 533561"/>
              <a:gd name="connsiteX10" fmla="*/ 393868 w 626506"/>
              <a:gd name="connsiteY10" fmla="*/ 12610 h 533561"/>
              <a:gd name="connsiteX11" fmla="*/ 571329 w 626506"/>
              <a:gd name="connsiteY11" fmla="*/ 199681 h 533561"/>
              <a:gd name="connsiteX12" fmla="*/ 594379 w 626506"/>
              <a:gd name="connsiteY12" fmla="*/ 163534 h 533561"/>
              <a:gd name="connsiteX13" fmla="*/ 626507 w 626506"/>
              <a:gd name="connsiteY13" fmla="*/ 184032 h 533561"/>
              <a:gd name="connsiteX14" fmla="*/ 244164 w 626506"/>
              <a:gd name="connsiteY14" fmla="*/ 484755 h 533561"/>
              <a:gd name="connsiteX15" fmla="*/ 92269 w 626506"/>
              <a:gd name="connsiteY15" fmla="*/ 325164 h 533561"/>
              <a:gd name="connsiteX16" fmla="*/ 129159 w 626506"/>
              <a:gd name="connsiteY16" fmla="*/ 348700 h 533561"/>
              <a:gd name="connsiteX17" fmla="*/ 149647 w 626506"/>
              <a:gd name="connsiteY17" fmla="*/ 316572 h 533561"/>
              <a:gd name="connsiteX18" fmla="*/ 58274 w 626506"/>
              <a:gd name="connsiteY18" fmla="*/ 258289 h 533561"/>
              <a:gd name="connsiteX19" fmla="*/ 0 w 626506"/>
              <a:gd name="connsiteY19" fmla="*/ 349662 h 533561"/>
              <a:gd name="connsiteX20" fmla="*/ 32118 w 626506"/>
              <a:gd name="connsiteY20" fmla="*/ 370141 h 533561"/>
              <a:gd name="connsiteX21" fmla="*/ 55188 w 626506"/>
              <a:gd name="connsiteY21" fmla="*/ 333974 h 533561"/>
              <a:gd name="connsiteX22" fmla="*/ 232639 w 626506"/>
              <a:gd name="connsiteY22" fmla="*/ 521064 h 533561"/>
              <a:gd name="connsiteX23" fmla="*/ 313068 w 626506"/>
              <a:gd name="connsiteY23" fmla="*/ 533561 h 533561"/>
              <a:gd name="connsiteX24" fmla="*/ 567471 w 626506"/>
              <a:gd name="connsiteY24" fmla="*/ 347443 h 533561"/>
              <a:gd name="connsiteX25" fmla="*/ 531162 w 626506"/>
              <a:gd name="connsiteY25" fmla="*/ 335927 h 533561"/>
              <a:gd name="connsiteX26" fmla="*/ 244164 w 626506"/>
              <a:gd name="connsiteY26" fmla="*/ 484755 h 533561"/>
              <a:gd name="connsiteX27" fmla="*/ 198958 w 626506"/>
              <a:gd name="connsiteY27" fmla="*/ 266785 h 533561"/>
              <a:gd name="connsiteX28" fmla="*/ 263023 w 626506"/>
              <a:gd name="connsiteY28" fmla="*/ 266785 h 533561"/>
              <a:gd name="connsiteX29" fmla="*/ 237058 w 626506"/>
              <a:gd name="connsiteY29" fmla="*/ 209635 h 533561"/>
              <a:gd name="connsiteX30" fmla="*/ 313258 w 626506"/>
              <a:gd name="connsiteY30" fmla="*/ 133435 h 533561"/>
              <a:gd name="connsiteX31" fmla="*/ 389458 w 626506"/>
              <a:gd name="connsiteY31" fmla="*/ 209635 h 533561"/>
              <a:gd name="connsiteX32" fmla="*/ 363493 w 626506"/>
              <a:gd name="connsiteY32" fmla="*/ 266785 h 533561"/>
              <a:gd name="connsiteX33" fmla="*/ 427558 w 626506"/>
              <a:gd name="connsiteY33" fmla="*/ 266785 h 533561"/>
              <a:gd name="connsiteX34" fmla="*/ 427558 w 626506"/>
              <a:gd name="connsiteY34" fmla="*/ 400135 h 533561"/>
              <a:gd name="connsiteX35" fmla="*/ 389458 w 626506"/>
              <a:gd name="connsiteY35" fmla="*/ 400135 h 533561"/>
              <a:gd name="connsiteX36" fmla="*/ 389458 w 626506"/>
              <a:gd name="connsiteY36" fmla="*/ 304885 h 533561"/>
              <a:gd name="connsiteX37" fmla="*/ 237058 w 626506"/>
              <a:gd name="connsiteY37" fmla="*/ 304885 h 533561"/>
              <a:gd name="connsiteX38" fmla="*/ 237058 w 626506"/>
              <a:gd name="connsiteY38" fmla="*/ 400135 h 533561"/>
              <a:gd name="connsiteX39" fmla="*/ 198958 w 626506"/>
              <a:gd name="connsiteY39" fmla="*/ 400135 h 533561"/>
              <a:gd name="connsiteX40" fmla="*/ 198958 w 626506"/>
              <a:gd name="connsiteY40" fmla="*/ 266785 h 533561"/>
              <a:gd name="connsiteX41" fmla="*/ 275158 w 626506"/>
              <a:gd name="connsiteY41" fmla="*/ 209635 h 533561"/>
              <a:gd name="connsiteX42" fmla="*/ 313258 w 626506"/>
              <a:gd name="connsiteY42" fmla="*/ 247735 h 533561"/>
              <a:gd name="connsiteX43" fmla="*/ 351358 w 626506"/>
              <a:gd name="connsiteY43" fmla="*/ 209635 h 533561"/>
              <a:gd name="connsiteX44" fmla="*/ 313258 w 626506"/>
              <a:gd name="connsiteY44" fmla="*/ 171535 h 533561"/>
              <a:gd name="connsiteX45" fmla="*/ 275158 w 626506"/>
              <a:gd name="connsiteY45" fmla="*/ 209635 h 533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6506" h="533561">
                <a:moveTo>
                  <a:pt x="626507" y="184032"/>
                </a:moveTo>
                <a:lnTo>
                  <a:pt x="568223" y="275405"/>
                </a:lnTo>
                <a:lnTo>
                  <a:pt x="476860" y="217122"/>
                </a:lnTo>
                <a:lnTo>
                  <a:pt x="497338" y="185003"/>
                </a:lnTo>
                <a:lnTo>
                  <a:pt x="534267" y="208559"/>
                </a:lnTo>
                <a:cubicBezTo>
                  <a:pt x="514674" y="133549"/>
                  <a:pt x="458419" y="73056"/>
                  <a:pt x="382343" y="48939"/>
                </a:cubicBezTo>
                <a:cubicBezTo>
                  <a:pt x="324145" y="30479"/>
                  <a:pt x="262233" y="35794"/>
                  <a:pt x="208026" y="63902"/>
                </a:cubicBezTo>
                <a:cubicBezTo>
                  <a:pt x="153819" y="92011"/>
                  <a:pt x="113795" y="139540"/>
                  <a:pt x="95345" y="197748"/>
                </a:cubicBezTo>
                <a:lnTo>
                  <a:pt x="59036" y="186222"/>
                </a:lnTo>
                <a:cubicBezTo>
                  <a:pt x="80562" y="118319"/>
                  <a:pt x="127254" y="62864"/>
                  <a:pt x="190490" y="30070"/>
                </a:cubicBezTo>
                <a:cubicBezTo>
                  <a:pt x="253736" y="-2715"/>
                  <a:pt x="325974" y="-8935"/>
                  <a:pt x="393868" y="12610"/>
                </a:cubicBezTo>
                <a:cubicBezTo>
                  <a:pt x="482898" y="40842"/>
                  <a:pt x="548669" y="111775"/>
                  <a:pt x="571329" y="199681"/>
                </a:cubicBezTo>
                <a:lnTo>
                  <a:pt x="594379" y="163534"/>
                </a:lnTo>
                <a:lnTo>
                  <a:pt x="626507" y="184032"/>
                </a:lnTo>
                <a:close/>
                <a:moveTo>
                  <a:pt x="244164" y="484755"/>
                </a:moveTo>
                <a:cubicBezTo>
                  <a:pt x="168307" y="460704"/>
                  <a:pt x="111928" y="400135"/>
                  <a:pt x="92269" y="325164"/>
                </a:cubicBezTo>
                <a:lnTo>
                  <a:pt x="129159" y="348700"/>
                </a:lnTo>
                <a:lnTo>
                  <a:pt x="149647" y="316572"/>
                </a:lnTo>
                <a:lnTo>
                  <a:pt x="58274" y="258289"/>
                </a:lnTo>
                <a:lnTo>
                  <a:pt x="0" y="349662"/>
                </a:lnTo>
                <a:lnTo>
                  <a:pt x="32118" y="370141"/>
                </a:lnTo>
                <a:lnTo>
                  <a:pt x="55188" y="333974"/>
                </a:lnTo>
                <a:cubicBezTo>
                  <a:pt x="77905" y="421871"/>
                  <a:pt x="143837" y="492908"/>
                  <a:pt x="232639" y="521064"/>
                </a:cubicBezTo>
                <a:cubicBezTo>
                  <a:pt x="259356" y="529542"/>
                  <a:pt x="286426" y="533561"/>
                  <a:pt x="313068" y="533561"/>
                </a:cubicBezTo>
                <a:cubicBezTo>
                  <a:pt x="426215" y="533561"/>
                  <a:pt x="531495" y="460904"/>
                  <a:pt x="567471" y="347443"/>
                </a:cubicBezTo>
                <a:lnTo>
                  <a:pt x="531162" y="335927"/>
                </a:lnTo>
                <a:cubicBezTo>
                  <a:pt x="493071" y="456094"/>
                  <a:pt x="364303" y="522845"/>
                  <a:pt x="244164" y="484755"/>
                </a:cubicBezTo>
                <a:close/>
                <a:moveTo>
                  <a:pt x="198958" y="266785"/>
                </a:moveTo>
                <a:lnTo>
                  <a:pt x="263023" y="266785"/>
                </a:lnTo>
                <a:cubicBezTo>
                  <a:pt x="247145" y="252812"/>
                  <a:pt x="237058" y="232400"/>
                  <a:pt x="237058" y="209635"/>
                </a:cubicBezTo>
                <a:cubicBezTo>
                  <a:pt x="237058" y="167620"/>
                  <a:pt x="271243" y="133435"/>
                  <a:pt x="313258" y="133435"/>
                </a:cubicBezTo>
                <a:cubicBezTo>
                  <a:pt x="355273" y="133435"/>
                  <a:pt x="389458" y="167620"/>
                  <a:pt x="389458" y="209635"/>
                </a:cubicBezTo>
                <a:cubicBezTo>
                  <a:pt x="389458" y="232400"/>
                  <a:pt x="379371" y="252812"/>
                  <a:pt x="363493" y="266785"/>
                </a:cubicBezTo>
                <a:lnTo>
                  <a:pt x="427558" y="266785"/>
                </a:lnTo>
                <a:lnTo>
                  <a:pt x="427558" y="400135"/>
                </a:lnTo>
                <a:lnTo>
                  <a:pt x="389458" y="400135"/>
                </a:lnTo>
                <a:lnTo>
                  <a:pt x="389458" y="304885"/>
                </a:lnTo>
                <a:lnTo>
                  <a:pt x="237058" y="304885"/>
                </a:lnTo>
                <a:lnTo>
                  <a:pt x="237058" y="400135"/>
                </a:lnTo>
                <a:lnTo>
                  <a:pt x="198958" y="400135"/>
                </a:lnTo>
                <a:lnTo>
                  <a:pt x="198958" y="266785"/>
                </a:lnTo>
                <a:close/>
                <a:moveTo>
                  <a:pt x="275158" y="209635"/>
                </a:moveTo>
                <a:cubicBezTo>
                  <a:pt x="275158" y="230647"/>
                  <a:pt x="292246" y="247735"/>
                  <a:pt x="313258" y="247735"/>
                </a:cubicBezTo>
                <a:cubicBezTo>
                  <a:pt x="334270" y="247735"/>
                  <a:pt x="351358" y="230647"/>
                  <a:pt x="351358" y="209635"/>
                </a:cubicBezTo>
                <a:cubicBezTo>
                  <a:pt x="351358" y="188623"/>
                  <a:pt x="334270" y="171535"/>
                  <a:pt x="313258" y="171535"/>
                </a:cubicBezTo>
                <a:cubicBezTo>
                  <a:pt x="292246" y="171535"/>
                  <a:pt x="275158" y="188623"/>
                  <a:pt x="275158" y="209635"/>
                </a:cubicBezTo>
                <a:close/>
              </a:path>
            </a:pathLst>
          </a:custGeom>
          <a:solidFill>
            <a:schemeClr val="tx2"/>
          </a:solidFill>
          <a:ln w="9525" cap="flat">
            <a:noFill/>
            <a:prstDash val="solid"/>
            <a:miter/>
          </a:ln>
        </p:spPr>
        <p:txBody>
          <a:bodyPr rtlCol="0" anchor="ctr"/>
          <a:lstStyle/>
          <a:p>
            <a:endParaRPr lang="en-US"/>
          </a:p>
        </p:txBody>
      </p:sp>
      <p:sp>
        <p:nvSpPr>
          <p:cNvPr id="103" name="TextBox 31">
            <a:extLst>
              <a:ext uri="{FF2B5EF4-FFF2-40B4-BE49-F238E27FC236}">
                <a16:creationId xmlns:a16="http://schemas.microsoft.com/office/drawing/2014/main" id="{35E7B7B5-7E40-BB40-8D77-D18F31647286}"/>
              </a:ext>
            </a:extLst>
          </p:cNvPr>
          <p:cNvSpPr txBox="1"/>
          <p:nvPr/>
        </p:nvSpPr>
        <p:spPr>
          <a:xfrm>
            <a:off x="3472400" y="3779422"/>
            <a:ext cx="635110" cy="215444"/>
          </a:xfrm>
          <a:prstGeom prst="rect">
            <a:avLst/>
          </a:prstGeom>
          <a:noFill/>
        </p:spPr>
        <p:txBody>
          <a:bodyPr wrap="none" lIns="0" rIns="0" rtlCol="0" anchor="ctr" anchorCtr="0">
            <a:noAutofit/>
          </a:bodyPr>
          <a:lstStyle/>
          <a:p>
            <a:pPr algn="ctr"/>
            <a:r>
              <a:rPr lang="en-US" sz="800"/>
              <a:t>Retention</a:t>
            </a:r>
          </a:p>
        </p:txBody>
      </p:sp>
      <p:sp>
        <p:nvSpPr>
          <p:cNvPr id="105" name="Freeform: Shape 170">
            <a:extLst>
              <a:ext uri="{FF2B5EF4-FFF2-40B4-BE49-F238E27FC236}">
                <a16:creationId xmlns:a16="http://schemas.microsoft.com/office/drawing/2014/main" id="{A87E58C0-628E-A54E-835F-08D78A3731B0}"/>
              </a:ext>
            </a:extLst>
          </p:cNvPr>
          <p:cNvSpPr>
            <a:spLocks noChangeAspect="1"/>
          </p:cNvSpPr>
          <p:nvPr/>
        </p:nvSpPr>
        <p:spPr>
          <a:xfrm>
            <a:off x="4499002" y="3215432"/>
            <a:ext cx="390525" cy="533400"/>
          </a:xfrm>
          <a:custGeom>
            <a:avLst/>
            <a:gdLst>
              <a:gd name="connsiteX0" fmla="*/ 332116 w 390525"/>
              <a:gd name="connsiteY0" fmla="*/ 62960 h 533400"/>
              <a:gd name="connsiteX1" fmla="*/ 197433 w 390525"/>
              <a:gd name="connsiteY1" fmla="*/ 7144 h 533400"/>
              <a:gd name="connsiteX2" fmla="*/ 62749 w 390525"/>
              <a:gd name="connsiteY2" fmla="*/ 62960 h 533400"/>
              <a:gd name="connsiteX3" fmla="*/ 45033 w 390525"/>
              <a:gd name="connsiteY3" fmla="*/ 311563 h 533400"/>
              <a:gd name="connsiteX4" fmla="*/ 45033 w 390525"/>
              <a:gd name="connsiteY4" fmla="*/ 531305 h 533400"/>
              <a:gd name="connsiteX5" fmla="*/ 197433 w 390525"/>
              <a:gd name="connsiteY5" fmla="*/ 465963 h 533400"/>
              <a:gd name="connsiteX6" fmla="*/ 349833 w 390525"/>
              <a:gd name="connsiteY6" fmla="*/ 531305 h 533400"/>
              <a:gd name="connsiteX7" fmla="*/ 349833 w 390525"/>
              <a:gd name="connsiteY7" fmla="*/ 311563 h 533400"/>
              <a:gd name="connsiteX8" fmla="*/ 332116 w 390525"/>
              <a:gd name="connsiteY8" fmla="*/ 62960 h 533400"/>
              <a:gd name="connsiteX9" fmla="*/ 89610 w 390525"/>
              <a:gd name="connsiteY9" fmla="*/ 89916 h 533400"/>
              <a:gd name="connsiteX10" fmla="*/ 197338 w 390525"/>
              <a:gd name="connsiteY10" fmla="*/ 45244 h 533400"/>
              <a:gd name="connsiteX11" fmla="*/ 305065 w 390525"/>
              <a:gd name="connsiteY11" fmla="*/ 89916 h 533400"/>
              <a:gd name="connsiteX12" fmla="*/ 305065 w 390525"/>
              <a:gd name="connsiteY12" fmla="*/ 305467 h 533400"/>
              <a:gd name="connsiteX13" fmla="*/ 197338 w 390525"/>
              <a:gd name="connsiteY13" fmla="*/ 350139 h 533400"/>
              <a:gd name="connsiteX14" fmla="*/ 89610 w 390525"/>
              <a:gd name="connsiteY14" fmla="*/ 305467 h 533400"/>
              <a:gd name="connsiteX15" fmla="*/ 89610 w 390525"/>
              <a:gd name="connsiteY15" fmla="*/ 89916 h 533400"/>
              <a:gd name="connsiteX16" fmla="*/ 197433 w 390525"/>
              <a:gd name="connsiteY16" fmla="*/ 424625 h 533400"/>
              <a:gd name="connsiteX17" fmla="*/ 83133 w 390525"/>
              <a:gd name="connsiteY17" fmla="*/ 473583 h 533400"/>
              <a:gd name="connsiteX18" fmla="*/ 83133 w 390525"/>
              <a:gd name="connsiteY18" fmla="*/ 349853 h 533400"/>
              <a:gd name="connsiteX19" fmla="*/ 197433 w 390525"/>
              <a:gd name="connsiteY19" fmla="*/ 388144 h 533400"/>
              <a:gd name="connsiteX20" fmla="*/ 311733 w 390525"/>
              <a:gd name="connsiteY20" fmla="*/ 349853 h 533400"/>
              <a:gd name="connsiteX21" fmla="*/ 311733 w 390525"/>
              <a:gd name="connsiteY21" fmla="*/ 473583 h 533400"/>
              <a:gd name="connsiteX22" fmla="*/ 197433 w 390525"/>
              <a:gd name="connsiteY22" fmla="*/ 424625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0525" h="533400">
                <a:moveTo>
                  <a:pt x="332116" y="62960"/>
                </a:moveTo>
                <a:cubicBezTo>
                  <a:pt x="296112" y="26956"/>
                  <a:pt x="248296" y="7144"/>
                  <a:pt x="197433" y="7144"/>
                </a:cubicBezTo>
                <a:cubicBezTo>
                  <a:pt x="146569" y="7144"/>
                  <a:pt x="98754" y="26956"/>
                  <a:pt x="62749" y="62960"/>
                </a:cubicBezTo>
                <a:cubicBezTo>
                  <a:pt x="-4973" y="130683"/>
                  <a:pt x="-10784" y="237077"/>
                  <a:pt x="45033" y="311563"/>
                </a:cubicBezTo>
                <a:lnTo>
                  <a:pt x="45033" y="531305"/>
                </a:lnTo>
                <a:lnTo>
                  <a:pt x="197433" y="465963"/>
                </a:lnTo>
                <a:lnTo>
                  <a:pt x="349833" y="531305"/>
                </a:lnTo>
                <a:lnTo>
                  <a:pt x="349833" y="311563"/>
                </a:lnTo>
                <a:cubicBezTo>
                  <a:pt x="405649" y="237077"/>
                  <a:pt x="399839" y="130683"/>
                  <a:pt x="332116" y="62960"/>
                </a:cubicBezTo>
                <a:close/>
                <a:moveTo>
                  <a:pt x="89610" y="89916"/>
                </a:moveTo>
                <a:cubicBezTo>
                  <a:pt x="118375" y="61151"/>
                  <a:pt x="156666" y="45244"/>
                  <a:pt x="197338" y="45244"/>
                </a:cubicBezTo>
                <a:cubicBezTo>
                  <a:pt x="238009" y="45244"/>
                  <a:pt x="276300" y="61055"/>
                  <a:pt x="305065" y="89916"/>
                </a:cubicBezTo>
                <a:cubicBezTo>
                  <a:pt x="364501" y="149352"/>
                  <a:pt x="364501" y="246031"/>
                  <a:pt x="305065" y="305467"/>
                </a:cubicBezTo>
                <a:cubicBezTo>
                  <a:pt x="276300" y="334232"/>
                  <a:pt x="238009" y="350139"/>
                  <a:pt x="197338" y="350139"/>
                </a:cubicBezTo>
                <a:cubicBezTo>
                  <a:pt x="156666" y="350139"/>
                  <a:pt x="118375" y="334328"/>
                  <a:pt x="89610" y="305467"/>
                </a:cubicBezTo>
                <a:cubicBezTo>
                  <a:pt x="30269" y="246031"/>
                  <a:pt x="30269" y="149352"/>
                  <a:pt x="89610" y="89916"/>
                </a:cubicBezTo>
                <a:close/>
                <a:moveTo>
                  <a:pt x="197433" y="424625"/>
                </a:moveTo>
                <a:lnTo>
                  <a:pt x="83133" y="473583"/>
                </a:lnTo>
                <a:lnTo>
                  <a:pt x="83133" y="349853"/>
                </a:lnTo>
                <a:cubicBezTo>
                  <a:pt x="115994" y="374618"/>
                  <a:pt x="155618" y="388144"/>
                  <a:pt x="197433" y="388144"/>
                </a:cubicBezTo>
                <a:cubicBezTo>
                  <a:pt x="239248" y="388144"/>
                  <a:pt x="278872" y="374523"/>
                  <a:pt x="311733" y="349853"/>
                </a:cubicBezTo>
                <a:lnTo>
                  <a:pt x="311733" y="473583"/>
                </a:lnTo>
                <a:lnTo>
                  <a:pt x="197433" y="424625"/>
                </a:lnTo>
                <a:close/>
              </a:path>
            </a:pathLst>
          </a:custGeom>
          <a:solidFill>
            <a:schemeClr val="tx2"/>
          </a:solidFill>
          <a:ln w="9525" cap="flat">
            <a:noFill/>
            <a:prstDash val="solid"/>
            <a:miter/>
          </a:ln>
        </p:spPr>
        <p:txBody>
          <a:bodyPr rtlCol="0" anchor="ctr"/>
          <a:lstStyle/>
          <a:p>
            <a:endParaRPr lang="en-US"/>
          </a:p>
        </p:txBody>
      </p:sp>
      <p:sp>
        <p:nvSpPr>
          <p:cNvPr id="106" name="TextBox 32">
            <a:extLst>
              <a:ext uri="{FF2B5EF4-FFF2-40B4-BE49-F238E27FC236}">
                <a16:creationId xmlns:a16="http://schemas.microsoft.com/office/drawing/2014/main" id="{EBCBE6E0-B6E7-9942-B134-1D35FE11A207}"/>
              </a:ext>
            </a:extLst>
          </p:cNvPr>
          <p:cNvSpPr txBox="1"/>
          <p:nvPr/>
        </p:nvSpPr>
        <p:spPr>
          <a:xfrm>
            <a:off x="4436822" y="3779422"/>
            <a:ext cx="514885" cy="215444"/>
          </a:xfrm>
          <a:prstGeom prst="rect">
            <a:avLst/>
          </a:prstGeom>
          <a:noFill/>
        </p:spPr>
        <p:txBody>
          <a:bodyPr wrap="none" lIns="0" rIns="0" rtlCol="0" anchor="ctr" anchorCtr="0">
            <a:noAutofit/>
          </a:bodyPr>
          <a:lstStyle/>
          <a:p>
            <a:pPr algn="ctr"/>
            <a:r>
              <a:rPr lang="en-US" sz="800"/>
              <a:t>Ribbon</a:t>
            </a:r>
          </a:p>
        </p:txBody>
      </p:sp>
      <p:sp>
        <p:nvSpPr>
          <p:cNvPr id="108" name="Freeform: Shape 198">
            <a:extLst>
              <a:ext uri="{FF2B5EF4-FFF2-40B4-BE49-F238E27FC236}">
                <a16:creationId xmlns:a16="http://schemas.microsoft.com/office/drawing/2014/main" id="{4233617D-35C1-454E-BDE2-6E6DB455148E}"/>
              </a:ext>
            </a:extLst>
          </p:cNvPr>
          <p:cNvSpPr>
            <a:spLocks noChangeAspect="1"/>
          </p:cNvSpPr>
          <p:nvPr/>
        </p:nvSpPr>
        <p:spPr>
          <a:xfrm>
            <a:off x="8957510" y="1338871"/>
            <a:ext cx="476250" cy="476250"/>
          </a:xfrm>
          <a:custGeom>
            <a:avLst/>
            <a:gdLst>
              <a:gd name="connsiteX0" fmla="*/ 455544 w 476250"/>
              <a:gd name="connsiteY0" fmla="*/ 374428 h 476250"/>
              <a:gd name="connsiteX1" fmla="*/ 446591 w 476250"/>
              <a:gd name="connsiteY1" fmla="*/ 367094 h 476250"/>
              <a:gd name="connsiteX2" fmla="*/ 426017 w 476250"/>
              <a:gd name="connsiteY2" fmla="*/ 358712 h 476250"/>
              <a:gd name="connsiteX3" fmla="*/ 404205 w 476250"/>
              <a:gd name="connsiteY3" fmla="*/ 358712 h 476250"/>
              <a:gd name="connsiteX4" fmla="*/ 390679 w 476250"/>
              <a:gd name="connsiteY4" fmla="*/ 363379 h 476250"/>
              <a:gd name="connsiteX5" fmla="*/ 332576 w 476250"/>
              <a:gd name="connsiteY5" fmla="*/ 305276 h 476250"/>
              <a:gd name="connsiteX6" fmla="*/ 320861 w 476250"/>
              <a:gd name="connsiteY6" fmla="*/ 212789 h 476250"/>
              <a:gd name="connsiteX7" fmla="*/ 315050 w 476250"/>
              <a:gd name="connsiteY7" fmla="*/ 207550 h 476250"/>
              <a:gd name="connsiteX8" fmla="*/ 304478 w 476250"/>
              <a:gd name="connsiteY8" fmla="*/ 200406 h 476250"/>
              <a:gd name="connsiteX9" fmla="*/ 325719 w 476250"/>
              <a:gd name="connsiteY9" fmla="*/ 121158 h 476250"/>
              <a:gd name="connsiteX10" fmla="*/ 330100 w 476250"/>
              <a:gd name="connsiteY10" fmla="*/ 120682 h 476250"/>
              <a:gd name="connsiteX11" fmla="*/ 331529 w 476250"/>
              <a:gd name="connsiteY11" fmla="*/ 120396 h 476250"/>
              <a:gd name="connsiteX12" fmla="*/ 339339 w 476250"/>
              <a:gd name="connsiteY12" fmla="*/ 118396 h 476250"/>
              <a:gd name="connsiteX13" fmla="*/ 339720 w 476250"/>
              <a:gd name="connsiteY13" fmla="*/ 118301 h 476250"/>
              <a:gd name="connsiteX14" fmla="*/ 347245 w 476250"/>
              <a:gd name="connsiteY14" fmla="*/ 115062 h 476250"/>
              <a:gd name="connsiteX15" fmla="*/ 348579 w 476250"/>
              <a:gd name="connsiteY15" fmla="*/ 114395 h 476250"/>
              <a:gd name="connsiteX16" fmla="*/ 355246 w 476250"/>
              <a:gd name="connsiteY16" fmla="*/ 110109 h 476250"/>
              <a:gd name="connsiteX17" fmla="*/ 356389 w 476250"/>
              <a:gd name="connsiteY17" fmla="*/ 109252 h 476250"/>
              <a:gd name="connsiteX18" fmla="*/ 362485 w 476250"/>
              <a:gd name="connsiteY18" fmla="*/ 103823 h 476250"/>
              <a:gd name="connsiteX19" fmla="*/ 362675 w 476250"/>
              <a:gd name="connsiteY19" fmla="*/ 103632 h 476250"/>
              <a:gd name="connsiteX20" fmla="*/ 367914 w 476250"/>
              <a:gd name="connsiteY20" fmla="*/ 97155 h 476250"/>
              <a:gd name="connsiteX21" fmla="*/ 368772 w 476250"/>
              <a:gd name="connsiteY21" fmla="*/ 95917 h 476250"/>
              <a:gd name="connsiteX22" fmla="*/ 372772 w 476250"/>
              <a:gd name="connsiteY22" fmla="*/ 88773 h 476250"/>
              <a:gd name="connsiteX23" fmla="*/ 373439 w 476250"/>
              <a:gd name="connsiteY23" fmla="*/ 87344 h 476250"/>
              <a:gd name="connsiteX24" fmla="*/ 376391 w 476250"/>
              <a:gd name="connsiteY24" fmla="*/ 79058 h 476250"/>
              <a:gd name="connsiteX25" fmla="*/ 336006 w 476250"/>
              <a:gd name="connsiteY25" fmla="*/ 9049 h 476250"/>
              <a:gd name="connsiteX26" fmla="*/ 329243 w 476250"/>
              <a:gd name="connsiteY26" fmla="*/ 7715 h 476250"/>
              <a:gd name="connsiteX27" fmla="*/ 327147 w 476250"/>
              <a:gd name="connsiteY27" fmla="*/ 7525 h 476250"/>
              <a:gd name="connsiteX28" fmla="*/ 322290 w 476250"/>
              <a:gd name="connsiteY28" fmla="*/ 7239 h 476250"/>
              <a:gd name="connsiteX29" fmla="*/ 321051 w 476250"/>
              <a:gd name="connsiteY29" fmla="*/ 7144 h 476250"/>
              <a:gd name="connsiteX30" fmla="*/ 320289 w 476250"/>
              <a:gd name="connsiteY30" fmla="*/ 7239 h 476250"/>
              <a:gd name="connsiteX31" fmla="*/ 312193 w 476250"/>
              <a:gd name="connsiteY31" fmla="*/ 7906 h 476250"/>
              <a:gd name="connsiteX32" fmla="*/ 310764 w 476250"/>
              <a:gd name="connsiteY32" fmla="*/ 8192 h 476250"/>
              <a:gd name="connsiteX33" fmla="*/ 302954 w 476250"/>
              <a:gd name="connsiteY33" fmla="*/ 10192 h 476250"/>
              <a:gd name="connsiteX34" fmla="*/ 302573 w 476250"/>
              <a:gd name="connsiteY34" fmla="*/ 10287 h 476250"/>
              <a:gd name="connsiteX35" fmla="*/ 295048 w 476250"/>
              <a:gd name="connsiteY35" fmla="*/ 13526 h 476250"/>
              <a:gd name="connsiteX36" fmla="*/ 293715 w 476250"/>
              <a:gd name="connsiteY36" fmla="*/ 14192 h 476250"/>
              <a:gd name="connsiteX37" fmla="*/ 286952 w 476250"/>
              <a:gd name="connsiteY37" fmla="*/ 18479 h 476250"/>
              <a:gd name="connsiteX38" fmla="*/ 285809 w 476250"/>
              <a:gd name="connsiteY38" fmla="*/ 19336 h 476250"/>
              <a:gd name="connsiteX39" fmla="*/ 279713 w 476250"/>
              <a:gd name="connsiteY39" fmla="*/ 24765 h 476250"/>
              <a:gd name="connsiteX40" fmla="*/ 279522 w 476250"/>
              <a:gd name="connsiteY40" fmla="*/ 24955 h 476250"/>
              <a:gd name="connsiteX41" fmla="*/ 274283 w 476250"/>
              <a:gd name="connsiteY41" fmla="*/ 31433 h 476250"/>
              <a:gd name="connsiteX42" fmla="*/ 273426 w 476250"/>
              <a:gd name="connsiteY42" fmla="*/ 32671 h 476250"/>
              <a:gd name="connsiteX43" fmla="*/ 269426 w 476250"/>
              <a:gd name="connsiteY43" fmla="*/ 39815 h 476250"/>
              <a:gd name="connsiteX44" fmla="*/ 268759 w 476250"/>
              <a:gd name="connsiteY44" fmla="*/ 41243 h 476250"/>
              <a:gd name="connsiteX45" fmla="*/ 265806 w 476250"/>
              <a:gd name="connsiteY45" fmla="*/ 49530 h 476250"/>
              <a:gd name="connsiteX46" fmla="*/ 288666 w 476250"/>
              <a:gd name="connsiteY46" fmla="*/ 111347 h 476250"/>
              <a:gd name="connsiteX47" fmla="*/ 267425 w 476250"/>
              <a:gd name="connsiteY47" fmla="*/ 190500 h 476250"/>
              <a:gd name="connsiteX48" fmla="*/ 266759 w 476250"/>
              <a:gd name="connsiteY48" fmla="*/ 190500 h 476250"/>
              <a:gd name="connsiteX49" fmla="*/ 257234 w 476250"/>
              <a:gd name="connsiteY49" fmla="*/ 191167 h 476250"/>
              <a:gd name="connsiteX50" fmla="*/ 256091 w 476250"/>
              <a:gd name="connsiteY50" fmla="*/ 191262 h 476250"/>
              <a:gd name="connsiteX51" fmla="*/ 245042 w 476250"/>
              <a:gd name="connsiteY51" fmla="*/ 193643 h 476250"/>
              <a:gd name="connsiteX52" fmla="*/ 235898 w 476250"/>
              <a:gd name="connsiteY52" fmla="*/ 197072 h 476250"/>
              <a:gd name="connsiteX53" fmla="*/ 224754 w 476250"/>
              <a:gd name="connsiteY53" fmla="*/ 203073 h 476250"/>
              <a:gd name="connsiteX54" fmla="*/ 212752 w 476250"/>
              <a:gd name="connsiteY54" fmla="*/ 212884 h 476250"/>
              <a:gd name="connsiteX55" fmla="*/ 190464 w 476250"/>
              <a:gd name="connsiteY55" fmla="*/ 267176 h 476250"/>
              <a:gd name="connsiteX56" fmla="*/ 111692 w 476250"/>
              <a:gd name="connsiteY56" fmla="*/ 288322 h 476250"/>
              <a:gd name="connsiteX57" fmla="*/ 111215 w 476250"/>
              <a:gd name="connsiteY57" fmla="*/ 287750 h 476250"/>
              <a:gd name="connsiteX58" fmla="*/ 105977 w 476250"/>
              <a:gd name="connsiteY58" fmla="*/ 281273 h 476250"/>
              <a:gd name="connsiteX59" fmla="*/ 105786 w 476250"/>
              <a:gd name="connsiteY59" fmla="*/ 281083 h 476250"/>
              <a:gd name="connsiteX60" fmla="*/ 99690 w 476250"/>
              <a:gd name="connsiteY60" fmla="*/ 275654 h 476250"/>
              <a:gd name="connsiteX61" fmla="*/ 98547 w 476250"/>
              <a:gd name="connsiteY61" fmla="*/ 274796 h 476250"/>
              <a:gd name="connsiteX62" fmla="*/ 91880 w 476250"/>
              <a:gd name="connsiteY62" fmla="*/ 270510 h 476250"/>
              <a:gd name="connsiteX63" fmla="*/ 90451 w 476250"/>
              <a:gd name="connsiteY63" fmla="*/ 269748 h 476250"/>
              <a:gd name="connsiteX64" fmla="*/ 82926 w 476250"/>
              <a:gd name="connsiteY64" fmla="*/ 266510 h 476250"/>
              <a:gd name="connsiteX65" fmla="*/ 82545 w 476250"/>
              <a:gd name="connsiteY65" fmla="*/ 266414 h 476250"/>
              <a:gd name="connsiteX66" fmla="*/ 74735 w 476250"/>
              <a:gd name="connsiteY66" fmla="*/ 264414 h 476250"/>
              <a:gd name="connsiteX67" fmla="*/ 73306 w 476250"/>
              <a:gd name="connsiteY67" fmla="*/ 264128 h 476250"/>
              <a:gd name="connsiteX68" fmla="*/ 65210 w 476250"/>
              <a:gd name="connsiteY68" fmla="*/ 263462 h 476250"/>
              <a:gd name="connsiteX69" fmla="*/ 64448 w 476250"/>
              <a:gd name="connsiteY69" fmla="*/ 263366 h 476250"/>
              <a:gd name="connsiteX70" fmla="*/ 63209 w 476250"/>
              <a:gd name="connsiteY70" fmla="*/ 263462 h 476250"/>
              <a:gd name="connsiteX71" fmla="*/ 58352 w 476250"/>
              <a:gd name="connsiteY71" fmla="*/ 263747 h 476250"/>
              <a:gd name="connsiteX72" fmla="*/ 56256 w 476250"/>
              <a:gd name="connsiteY72" fmla="*/ 263938 h 476250"/>
              <a:gd name="connsiteX73" fmla="*/ 49494 w 476250"/>
              <a:gd name="connsiteY73" fmla="*/ 265271 h 476250"/>
              <a:gd name="connsiteX74" fmla="*/ 17775 w 476250"/>
              <a:gd name="connsiteY74" fmla="*/ 287274 h 476250"/>
              <a:gd name="connsiteX75" fmla="*/ 10250 w 476250"/>
              <a:gd name="connsiteY75" fmla="*/ 301847 h 476250"/>
              <a:gd name="connsiteX76" fmla="*/ 7679 w 476250"/>
              <a:gd name="connsiteY76" fmla="*/ 312610 h 476250"/>
              <a:gd name="connsiteX77" fmla="*/ 7203 w 476250"/>
              <a:gd name="connsiteY77" fmla="*/ 318135 h 476250"/>
              <a:gd name="connsiteX78" fmla="*/ 7869 w 476250"/>
              <a:gd name="connsiteY78" fmla="*/ 329470 h 476250"/>
              <a:gd name="connsiteX79" fmla="*/ 9107 w 476250"/>
              <a:gd name="connsiteY79" fmla="*/ 335185 h 476250"/>
              <a:gd name="connsiteX80" fmla="*/ 12060 w 476250"/>
              <a:gd name="connsiteY80" fmla="*/ 343472 h 476250"/>
              <a:gd name="connsiteX81" fmla="*/ 12727 w 476250"/>
              <a:gd name="connsiteY81" fmla="*/ 344900 h 476250"/>
              <a:gd name="connsiteX82" fmla="*/ 16728 w 476250"/>
              <a:gd name="connsiteY82" fmla="*/ 352044 h 476250"/>
              <a:gd name="connsiteX83" fmla="*/ 17585 w 476250"/>
              <a:gd name="connsiteY83" fmla="*/ 353282 h 476250"/>
              <a:gd name="connsiteX84" fmla="*/ 22823 w 476250"/>
              <a:gd name="connsiteY84" fmla="*/ 359759 h 476250"/>
              <a:gd name="connsiteX85" fmla="*/ 23014 w 476250"/>
              <a:gd name="connsiteY85" fmla="*/ 359950 h 476250"/>
              <a:gd name="connsiteX86" fmla="*/ 29110 w 476250"/>
              <a:gd name="connsiteY86" fmla="*/ 365379 h 476250"/>
              <a:gd name="connsiteX87" fmla="*/ 30253 w 476250"/>
              <a:gd name="connsiteY87" fmla="*/ 366236 h 476250"/>
              <a:gd name="connsiteX88" fmla="*/ 37016 w 476250"/>
              <a:gd name="connsiteY88" fmla="*/ 370523 h 476250"/>
              <a:gd name="connsiteX89" fmla="*/ 38349 w 476250"/>
              <a:gd name="connsiteY89" fmla="*/ 371189 h 476250"/>
              <a:gd name="connsiteX90" fmla="*/ 45874 w 476250"/>
              <a:gd name="connsiteY90" fmla="*/ 374428 h 476250"/>
              <a:gd name="connsiteX91" fmla="*/ 46255 w 476250"/>
              <a:gd name="connsiteY91" fmla="*/ 374523 h 476250"/>
              <a:gd name="connsiteX92" fmla="*/ 53970 w 476250"/>
              <a:gd name="connsiteY92" fmla="*/ 376428 h 476250"/>
              <a:gd name="connsiteX93" fmla="*/ 55399 w 476250"/>
              <a:gd name="connsiteY93" fmla="*/ 376714 h 476250"/>
              <a:gd name="connsiteX94" fmla="*/ 63495 w 476250"/>
              <a:gd name="connsiteY94" fmla="*/ 377381 h 476250"/>
              <a:gd name="connsiteX95" fmla="*/ 64257 w 476250"/>
              <a:gd name="connsiteY95" fmla="*/ 377476 h 476250"/>
              <a:gd name="connsiteX96" fmla="*/ 65496 w 476250"/>
              <a:gd name="connsiteY96" fmla="*/ 377381 h 476250"/>
              <a:gd name="connsiteX97" fmla="*/ 70353 w 476250"/>
              <a:gd name="connsiteY97" fmla="*/ 377095 h 476250"/>
              <a:gd name="connsiteX98" fmla="*/ 72354 w 476250"/>
              <a:gd name="connsiteY98" fmla="*/ 376904 h 476250"/>
              <a:gd name="connsiteX99" fmla="*/ 79116 w 476250"/>
              <a:gd name="connsiteY99" fmla="*/ 375571 h 476250"/>
              <a:gd name="connsiteX100" fmla="*/ 116359 w 476250"/>
              <a:gd name="connsiteY100" fmla="*/ 344043 h 476250"/>
              <a:gd name="connsiteX101" fmla="*/ 119979 w 476250"/>
              <a:gd name="connsiteY101" fmla="*/ 333661 h 476250"/>
              <a:gd name="connsiteX102" fmla="*/ 121312 w 476250"/>
              <a:gd name="connsiteY102" fmla="*/ 324803 h 476250"/>
              <a:gd name="connsiteX103" fmla="*/ 199989 w 476250"/>
              <a:gd name="connsiteY103" fmla="*/ 303752 h 476250"/>
              <a:gd name="connsiteX104" fmla="*/ 212466 w 476250"/>
              <a:gd name="connsiteY104" fmla="*/ 320421 h 476250"/>
              <a:gd name="connsiteX105" fmla="*/ 224468 w 476250"/>
              <a:gd name="connsiteY105" fmla="*/ 330232 h 476250"/>
              <a:gd name="connsiteX106" fmla="*/ 235612 w 476250"/>
              <a:gd name="connsiteY106" fmla="*/ 336233 h 476250"/>
              <a:gd name="connsiteX107" fmla="*/ 244756 w 476250"/>
              <a:gd name="connsiteY107" fmla="*/ 339662 h 476250"/>
              <a:gd name="connsiteX108" fmla="*/ 266473 w 476250"/>
              <a:gd name="connsiteY108" fmla="*/ 342805 h 476250"/>
              <a:gd name="connsiteX109" fmla="*/ 288190 w 476250"/>
              <a:gd name="connsiteY109" fmla="*/ 339662 h 476250"/>
              <a:gd name="connsiteX110" fmla="*/ 295143 w 476250"/>
              <a:gd name="connsiteY110" fmla="*/ 337185 h 476250"/>
              <a:gd name="connsiteX111" fmla="*/ 305145 w 476250"/>
              <a:gd name="connsiteY111" fmla="*/ 332137 h 476250"/>
              <a:gd name="connsiteX112" fmla="*/ 363247 w 476250"/>
              <a:gd name="connsiteY112" fmla="*/ 390239 h 476250"/>
              <a:gd name="connsiteX113" fmla="*/ 374201 w 476250"/>
              <a:gd name="connsiteY113" fmla="*/ 455105 h 476250"/>
              <a:gd name="connsiteX114" fmla="*/ 383154 w 476250"/>
              <a:gd name="connsiteY114" fmla="*/ 462439 h 476250"/>
              <a:gd name="connsiteX115" fmla="*/ 403728 w 476250"/>
              <a:gd name="connsiteY115" fmla="*/ 470821 h 476250"/>
              <a:gd name="connsiteX116" fmla="*/ 414682 w 476250"/>
              <a:gd name="connsiteY116" fmla="*/ 471869 h 476250"/>
              <a:gd name="connsiteX117" fmla="*/ 425636 w 476250"/>
              <a:gd name="connsiteY117" fmla="*/ 470821 h 476250"/>
              <a:gd name="connsiteX118" fmla="*/ 446210 w 476250"/>
              <a:gd name="connsiteY118" fmla="*/ 462439 h 476250"/>
              <a:gd name="connsiteX119" fmla="*/ 455163 w 476250"/>
              <a:gd name="connsiteY119" fmla="*/ 455105 h 476250"/>
              <a:gd name="connsiteX120" fmla="*/ 455544 w 476250"/>
              <a:gd name="connsiteY120" fmla="*/ 374428 h 476250"/>
              <a:gd name="connsiteX121" fmla="*/ 64829 w 476250"/>
              <a:gd name="connsiteY121" fmla="*/ 339662 h 476250"/>
              <a:gd name="connsiteX122" fmla="*/ 46446 w 476250"/>
              <a:gd name="connsiteY122" fmla="*/ 325565 h 476250"/>
              <a:gd name="connsiteX123" fmla="*/ 59876 w 476250"/>
              <a:gd name="connsiteY123" fmla="*/ 302228 h 476250"/>
              <a:gd name="connsiteX124" fmla="*/ 59876 w 476250"/>
              <a:gd name="connsiteY124" fmla="*/ 302228 h 476250"/>
              <a:gd name="connsiteX125" fmla="*/ 64829 w 476250"/>
              <a:gd name="connsiteY125" fmla="*/ 301562 h 476250"/>
              <a:gd name="connsiteX126" fmla="*/ 83212 w 476250"/>
              <a:gd name="connsiteY126" fmla="*/ 315659 h 476250"/>
              <a:gd name="connsiteX127" fmla="*/ 69782 w 476250"/>
              <a:gd name="connsiteY127" fmla="*/ 338995 h 476250"/>
              <a:gd name="connsiteX128" fmla="*/ 69782 w 476250"/>
              <a:gd name="connsiteY128" fmla="*/ 338995 h 476250"/>
              <a:gd name="connsiteX129" fmla="*/ 64829 w 476250"/>
              <a:gd name="connsiteY129" fmla="*/ 339662 h 476250"/>
              <a:gd name="connsiteX130" fmla="*/ 302763 w 476250"/>
              <a:gd name="connsiteY130" fmla="*/ 59341 h 476250"/>
              <a:gd name="connsiteX131" fmla="*/ 321147 w 476250"/>
              <a:gd name="connsiteY131" fmla="*/ 45244 h 476250"/>
              <a:gd name="connsiteX132" fmla="*/ 326099 w 476250"/>
              <a:gd name="connsiteY132" fmla="*/ 45911 h 476250"/>
              <a:gd name="connsiteX133" fmla="*/ 339530 w 476250"/>
              <a:gd name="connsiteY133" fmla="*/ 69247 h 476250"/>
              <a:gd name="connsiteX134" fmla="*/ 339530 w 476250"/>
              <a:gd name="connsiteY134" fmla="*/ 69247 h 476250"/>
              <a:gd name="connsiteX135" fmla="*/ 321147 w 476250"/>
              <a:gd name="connsiteY135" fmla="*/ 83344 h 476250"/>
              <a:gd name="connsiteX136" fmla="*/ 316194 w 476250"/>
              <a:gd name="connsiteY136" fmla="*/ 82677 h 476250"/>
              <a:gd name="connsiteX137" fmla="*/ 302763 w 476250"/>
              <a:gd name="connsiteY137" fmla="*/ 59341 h 476250"/>
              <a:gd name="connsiteX138" fmla="*/ 302763 w 476250"/>
              <a:gd name="connsiteY138" fmla="*/ 59341 h 476250"/>
              <a:gd name="connsiteX139" fmla="*/ 266949 w 476250"/>
              <a:gd name="connsiteY139" fmla="*/ 304800 h 476250"/>
              <a:gd name="connsiteX140" fmla="*/ 239994 w 476250"/>
              <a:gd name="connsiteY140" fmla="*/ 293656 h 476250"/>
              <a:gd name="connsiteX141" fmla="*/ 239803 w 476250"/>
              <a:gd name="connsiteY141" fmla="*/ 293465 h 476250"/>
              <a:gd name="connsiteX142" fmla="*/ 230373 w 476250"/>
              <a:gd name="connsiteY142" fmla="*/ 256508 h 476250"/>
              <a:gd name="connsiteX143" fmla="*/ 239994 w 476250"/>
              <a:gd name="connsiteY143" fmla="*/ 239744 h 476250"/>
              <a:gd name="connsiteX144" fmla="*/ 257043 w 476250"/>
              <a:gd name="connsiteY144" fmla="*/ 230029 h 476250"/>
              <a:gd name="connsiteX145" fmla="*/ 266949 w 476250"/>
              <a:gd name="connsiteY145" fmla="*/ 228600 h 476250"/>
              <a:gd name="connsiteX146" fmla="*/ 293905 w 476250"/>
              <a:gd name="connsiteY146" fmla="*/ 239744 h 476250"/>
              <a:gd name="connsiteX147" fmla="*/ 293905 w 476250"/>
              <a:gd name="connsiteY147" fmla="*/ 239744 h 476250"/>
              <a:gd name="connsiteX148" fmla="*/ 305049 w 476250"/>
              <a:gd name="connsiteY148" fmla="*/ 266700 h 476250"/>
              <a:gd name="connsiteX149" fmla="*/ 303621 w 476250"/>
              <a:gd name="connsiteY149" fmla="*/ 276416 h 476250"/>
              <a:gd name="connsiteX150" fmla="*/ 293905 w 476250"/>
              <a:gd name="connsiteY150" fmla="*/ 293656 h 476250"/>
              <a:gd name="connsiteX151" fmla="*/ 276665 w 476250"/>
              <a:gd name="connsiteY151" fmla="*/ 303371 h 476250"/>
              <a:gd name="connsiteX152" fmla="*/ 266949 w 476250"/>
              <a:gd name="connsiteY152" fmla="*/ 304800 h 476250"/>
              <a:gd name="connsiteX153" fmla="*/ 428589 w 476250"/>
              <a:gd name="connsiteY153" fmla="*/ 428339 h 476250"/>
              <a:gd name="connsiteX154" fmla="*/ 415158 w 476250"/>
              <a:gd name="connsiteY154" fmla="*/ 433959 h 476250"/>
              <a:gd name="connsiteX155" fmla="*/ 401728 w 476250"/>
              <a:gd name="connsiteY155" fmla="*/ 428339 h 476250"/>
              <a:gd name="connsiteX156" fmla="*/ 401728 w 476250"/>
              <a:gd name="connsiteY156" fmla="*/ 428339 h 476250"/>
              <a:gd name="connsiteX157" fmla="*/ 401728 w 476250"/>
              <a:gd name="connsiteY157" fmla="*/ 401384 h 476250"/>
              <a:gd name="connsiteX158" fmla="*/ 415158 w 476250"/>
              <a:gd name="connsiteY158" fmla="*/ 395764 h 476250"/>
              <a:gd name="connsiteX159" fmla="*/ 428589 w 476250"/>
              <a:gd name="connsiteY159" fmla="*/ 401288 h 476250"/>
              <a:gd name="connsiteX160" fmla="*/ 428589 w 476250"/>
              <a:gd name="connsiteY160" fmla="*/ 401288 h 476250"/>
              <a:gd name="connsiteX161" fmla="*/ 428589 w 476250"/>
              <a:gd name="connsiteY161" fmla="*/ 428339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476250" h="476250">
                <a:moveTo>
                  <a:pt x="455544" y="374428"/>
                </a:moveTo>
                <a:cubicBezTo>
                  <a:pt x="452782" y="371666"/>
                  <a:pt x="449734" y="369189"/>
                  <a:pt x="446591" y="367094"/>
                </a:cubicBezTo>
                <a:cubicBezTo>
                  <a:pt x="440209" y="362903"/>
                  <a:pt x="433256" y="360140"/>
                  <a:pt x="426017" y="358712"/>
                </a:cubicBezTo>
                <a:cubicBezTo>
                  <a:pt x="418778" y="357283"/>
                  <a:pt x="411348" y="357283"/>
                  <a:pt x="404205" y="358712"/>
                </a:cubicBezTo>
                <a:cubicBezTo>
                  <a:pt x="399537" y="359664"/>
                  <a:pt x="395061" y="361283"/>
                  <a:pt x="390679" y="363379"/>
                </a:cubicBezTo>
                <a:lnTo>
                  <a:pt x="332576" y="305276"/>
                </a:lnTo>
                <a:cubicBezTo>
                  <a:pt x="349817" y="276035"/>
                  <a:pt x="346007" y="237839"/>
                  <a:pt x="320861" y="212789"/>
                </a:cubicBezTo>
                <a:cubicBezTo>
                  <a:pt x="318956" y="210884"/>
                  <a:pt x="317051" y="209169"/>
                  <a:pt x="315050" y="207550"/>
                </a:cubicBezTo>
                <a:cubicBezTo>
                  <a:pt x="311717" y="204788"/>
                  <a:pt x="308097" y="202502"/>
                  <a:pt x="304478" y="200406"/>
                </a:cubicBezTo>
                <a:lnTo>
                  <a:pt x="325719" y="121158"/>
                </a:lnTo>
                <a:cubicBezTo>
                  <a:pt x="327147" y="121063"/>
                  <a:pt x="328671" y="120872"/>
                  <a:pt x="330100" y="120682"/>
                </a:cubicBezTo>
                <a:cubicBezTo>
                  <a:pt x="330576" y="120587"/>
                  <a:pt x="331053" y="120491"/>
                  <a:pt x="331529" y="120396"/>
                </a:cubicBezTo>
                <a:cubicBezTo>
                  <a:pt x="334196" y="119920"/>
                  <a:pt x="336767" y="119253"/>
                  <a:pt x="339339" y="118396"/>
                </a:cubicBezTo>
                <a:cubicBezTo>
                  <a:pt x="339434" y="118396"/>
                  <a:pt x="339625" y="118301"/>
                  <a:pt x="339720" y="118301"/>
                </a:cubicBezTo>
                <a:cubicBezTo>
                  <a:pt x="342292" y="117443"/>
                  <a:pt x="344769" y="116300"/>
                  <a:pt x="347245" y="115062"/>
                </a:cubicBezTo>
                <a:cubicBezTo>
                  <a:pt x="347721" y="114872"/>
                  <a:pt x="348198" y="114586"/>
                  <a:pt x="348579" y="114395"/>
                </a:cubicBezTo>
                <a:cubicBezTo>
                  <a:pt x="350865" y="113157"/>
                  <a:pt x="353150" y="111728"/>
                  <a:pt x="355246" y="110109"/>
                </a:cubicBezTo>
                <a:cubicBezTo>
                  <a:pt x="355627" y="109823"/>
                  <a:pt x="356008" y="109538"/>
                  <a:pt x="356389" y="109252"/>
                </a:cubicBezTo>
                <a:cubicBezTo>
                  <a:pt x="358484" y="107537"/>
                  <a:pt x="360580" y="105823"/>
                  <a:pt x="362485" y="103823"/>
                </a:cubicBezTo>
                <a:cubicBezTo>
                  <a:pt x="362580" y="103727"/>
                  <a:pt x="362580" y="103727"/>
                  <a:pt x="362675" y="103632"/>
                </a:cubicBezTo>
                <a:cubicBezTo>
                  <a:pt x="364581" y="101632"/>
                  <a:pt x="366295" y="99441"/>
                  <a:pt x="367914" y="97155"/>
                </a:cubicBezTo>
                <a:cubicBezTo>
                  <a:pt x="368200" y="96774"/>
                  <a:pt x="368486" y="96298"/>
                  <a:pt x="368772" y="95917"/>
                </a:cubicBezTo>
                <a:cubicBezTo>
                  <a:pt x="370296" y="93631"/>
                  <a:pt x="371629" y="91250"/>
                  <a:pt x="372772" y="88773"/>
                </a:cubicBezTo>
                <a:cubicBezTo>
                  <a:pt x="372963" y="88297"/>
                  <a:pt x="373153" y="87821"/>
                  <a:pt x="373439" y="87344"/>
                </a:cubicBezTo>
                <a:cubicBezTo>
                  <a:pt x="374582" y="84677"/>
                  <a:pt x="375630" y="81915"/>
                  <a:pt x="376391" y="79058"/>
                </a:cubicBezTo>
                <a:cubicBezTo>
                  <a:pt x="384583" y="48578"/>
                  <a:pt x="366486" y="17240"/>
                  <a:pt x="336006" y="9049"/>
                </a:cubicBezTo>
                <a:cubicBezTo>
                  <a:pt x="333720" y="8477"/>
                  <a:pt x="331529" y="8001"/>
                  <a:pt x="329243" y="7715"/>
                </a:cubicBezTo>
                <a:cubicBezTo>
                  <a:pt x="328576" y="7620"/>
                  <a:pt x="327909" y="7525"/>
                  <a:pt x="327147" y="7525"/>
                </a:cubicBezTo>
                <a:cubicBezTo>
                  <a:pt x="325528" y="7334"/>
                  <a:pt x="323909" y="7239"/>
                  <a:pt x="322290" y="7239"/>
                </a:cubicBezTo>
                <a:cubicBezTo>
                  <a:pt x="321908" y="7239"/>
                  <a:pt x="321432" y="7144"/>
                  <a:pt x="321051" y="7144"/>
                </a:cubicBezTo>
                <a:cubicBezTo>
                  <a:pt x="320765" y="7144"/>
                  <a:pt x="320575" y="7239"/>
                  <a:pt x="320289" y="7239"/>
                </a:cubicBezTo>
                <a:cubicBezTo>
                  <a:pt x="317527" y="7239"/>
                  <a:pt x="314860" y="7525"/>
                  <a:pt x="312193" y="7906"/>
                </a:cubicBezTo>
                <a:cubicBezTo>
                  <a:pt x="311717" y="8001"/>
                  <a:pt x="311240" y="8096"/>
                  <a:pt x="310764" y="8192"/>
                </a:cubicBezTo>
                <a:cubicBezTo>
                  <a:pt x="308097" y="8668"/>
                  <a:pt x="305525" y="9335"/>
                  <a:pt x="302954" y="10192"/>
                </a:cubicBezTo>
                <a:cubicBezTo>
                  <a:pt x="302858" y="10192"/>
                  <a:pt x="302668" y="10287"/>
                  <a:pt x="302573" y="10287"/>
                </a:cubicBezTo>
                <a:cubicBezTo>
                  <a:pt x="300001" y="11144"/>
                  <a:pt x="297429" y="12287"/>
                  <a:pt x="295048" y="13526"/>
                </a:cubicBezTo>
                <a:cubicBezTo>
                  <a:pt x="294572" y="13716"/>
                  <a:pt x="294096" y="14002"/>
                  <a:pt x="293715" y="14192"/>
                </a:cubicBezTo>
                <a:cubicBezTo>
                  <a:pt x="291429" y="15430"/>
                  <a:pt x="289142" y="16859"/>
                  <a:pt x="286952" y="18479"/>
                </a:cubicBezTo>
                <a:cubicBezTo>
                  <a:pt x="286571" y="18764"/>
                  <a:pt x="286190" y="19050"/>
                  <a:pt x="285809" y="19336"/>
                </a:cubicBezTo>
                <a:cubicBezTo>
                  <a:pt x="283713" y="21050"/>
                  <a:pt x="281618" y="22765"/>
                  <a:pt x="279713" y="24765"/>
                </a:cubicBezTo>
                <a:cubicBezTo>
                  <a:pt x="279617" y="24860"/>
                  <a:pt x="279617" y="24860"/>
                  <a:pt x="279522" y="24955"/>
                </a:cubicBezTo>
                <a:cubicBezTo>
                  <a:pt x="277617" y="26956"/>
                  <a:pt x="275903" y="29147"/>
                  <a:pt x="274283" y="31433"/>
                </a:cubicBezTo>
                <a:cubicBezTo>
                  <a:pt x="273998" y="31814"/>
                  <a:pt x="273712" y="32290"/>
                  <a:pt x="273426" y="32671"/>
                </a:cubicBezTo>
                <a:cubicBezTo>
                  <a:pt x="271902" y="34957"/>
                  <a:pt x="270569" y="37338"/>
                  <a:pt x="269426" y="39815"/>
                </a:cubicBezTo>
                <a:cubicBezTo>
                  <a:pt x="269235" y="40291"/>
                  <a:pt x="269045" y="40767"/>
                  <a:pt x="268759" y="41243"/>
                </a:cubicBezTo>
                <a:cubicBezTo>
                  <a:pt x="267616" y="43910"/>
                  <a:pt x="266568" y="46673"/>
                  <a:pt x="265806" y="49530"/>
                </a:cubicBezTo>
                <a:cubicBezTo>
                  <a:pt x="259329" y="73533"/>
                  <a:pt x="269331" y="98108"/>
                  <a:pt x="288666" y="111347"/>
                </a:cubicBezTo>
                <a:lnTo>
                  <a:pt x="267425" y="190500"/>
                </a:lnTo>
                <a:cubicBezTo>
                  <a:pt x="267235" y="190500"/>
                  <a:pt x="266949" y="190500"/>
                  <a:pt x="266759" y="190500"/>
                </a:cubicBezTo>
                <a:cubicBezTo>
                  <a:pt x="263615" y="190500"/>
                  <a:pt x="260472" y="190786"/>
                  <a:pt x="257234" y="191167"/>
                </a:cubicBezTo>
                <a:cubicBezTo>
                  <a:pt x="256853" y="191262"/>
                  <a:pt x="256472" y="191167"/>
                  <a:pt x="256091" y="191262"/>
                </a:cubicBezTo>
                <a:cubicBezTo>
                  <a:pt x="252376" y="191738"/>
                  <a:pt x="248661" y="192596"/>
                  <a:pt x="245042" y="193643"/>
                </a:cubicBezTo>
                <a:cubicBezTo>
                  <a:pt x="241898" y="194596"/>
                  <a:pt x="238946" y="195739"/>
                  <a:pt x="235898" y="197072"/>
                </a:cubicBezTo>
                <a:cubicBezTo>
                  <a:pt x="232088" y="198787"/>
                  <a:pt x="228373" y="200692"/>
                  <a:pt x="224754" y="203073"/>
                </a:cubicBezTo>
                <a:cubicBezTo>
                  <a:pt x="220563" y="205835"/>
                  <a:pt x="216562" y="209074"/>
                  <a:pt x="212752" y="212884"/>
                </a:cubicBezTo>
                <a:cubicBezTo>
                  <a:pt x="197798" y="227838"/>
                  <a:pt x="190368" y="247555"/>
                  <a:pt x="190464" y="267176"/>
                </a:cubicBezTo>
                <a:lnTo>
                  <a:pt x="111692" y="288322"/>
                </a:lnTo>
                <a:cubicBezTo>
                  <a:pt x="111597" y="288131"/>
                  <a:pt x="111406" y="287941"/>
                  <a:pt x="111215" y="287750"/>
                </a:cubicBezTo>
                <a:cubicBezTo>
                  <a:pt x="109596" y="285464"/>
                  <a:pt x="107882" y="283274"/>
                  <a:pt x="105977" y="281273"/>
                </a:cubicBezTo>
                <a:cubicBezTo>
                  <a:pt x="105881" y="281178"/>
                  <a:pt x="105881" y="281178"/>
                  <a:pt x="105786" y="281083"/>
                </a:cubicBezTo>
                <a:cubicBezTo>
                  <a:pt x="103881" y="279083"/>
                  <a:pt x="101881" y="277368"/>
                  <a:pt x="99690" y="275654"/>
                </a:cubicBezTo>
                <a:cubicBezTo>
                  <a:pt x="99309" y="275368"/>
                  <a:pt x="98928" y="275082"/>
                  <a:pt x="98547" y="274796"/>
                </a:cubicBezTo>
                <a:cubicBezTo>
                  <a:pt x="96452" y="273177"/>
                  <a:pt x="94166" y="271748"/>
                  <a:pt x="91880" y="270510"/>
                </a:cubicBezTo>
                <a:cubicBezTo>
                  <a:pt x="91404" y="270224"/>
                  <a:pt x="90927" y="270034"/>
                  <a:pt x="90451" y="269748"/>
                </a:cubicBezTo>
                <a:cubicBezTo>
                  <a:pt x="87974" y="268510"/>
                  <a:pt x="85498" y="267367"/>
                  <a:pt x="82926" y="266510"/>
                </a:cubicBezTo>
                <a:cubicBezTo>
                  <a:pt x="82831" y="266510"/>
                  <a:pt x="82640" y="266414"/>
                  <a:pt x="82545" y="266414"/>
                </a:cubicBezTo>
                <a:cubicBezTo>
                  <a:pt x="79973" y="265557"/>
                  <a:pt x="77402" y="264986"/>
                  <a:pt x="74735" y="264414"/>
                </a:cubicBezTo>
                <a:cubicBezTo>
                  <a:pt x="74258" y="264319"/>
                  <a:pt x="73782" y="264224"/>
                  <a:pt x="73306" y="264128"/>
                </a:cubicBezTo>
                <a:cubicBezTo>
                  <a:pt x="70639" y="263747"/>
                  <a:pt x="67972" y="263462"/>
                  <a:pt x="65210" y="263462"/>
                </a:cubicBezTo>
                <a:cubicBezTo>
                  <a:pt x="64924" y="263462"/>
                  <a:pt x="64733" y="263366"/>
                  <a:pt x="64448" y="263366"/>
                </a:cubicBezTo>
                <a:cubicBezTo>
                  <a:pt x="64067" y="263366"/>
                  <a:pt x="63590" y="263462"/>
                  <a:pt x="63209" y="263462"/>
                </a:cubicBezTo>
                <a:cubicBezTo>
                  <a:pt x="61590" y="263462"/>
                  <a:pt x="59971" y="263557"/>
                  <a:pt x="58352" y="263747"/>
                </a:cubicBezTo>
                <a:cubicBezTo>
                  <a:pt x="57685" y="263843"/>
                  <a:pt x="57018" y="263843"/>
                  <a:pt x="56256" y="263938"/>
                </a:cubicBezTo>
                <a:cubicBezTo>
                  <a:pt x="53970" y="264224"/>
                  <a:pt x="51780" y="264700"/>
                  <a:pt x="49494" y="265271"/>
                </a:cubicBezTo>
                <a:cubicBezTo>
                  <a:pt x="36158" y="268891"/>
                  <a:pt x="25205" y="276892"/>
                  <a:pt x="17775" y="287274"/>
                </a:cubicBezTo>
                <a:cubicBezTo>
                  <a:pt x="14632" y="291751"/>
                  <a:pt x="12060" y="296704"/>
                  <a:pt x="10250" y="301847"/>
                </a:cubicBezTo>
                <a:cubicBezTo>
                  <a:pt x="9012" y="305276"/>
                  <a:pt x="8155" y="308896"/>
                  <a:pt x="7679" y="312610"/>
                </a:cubicBezTo>
                <a:cubicBezTo>
                  <a:pt x="7393" y="314420"/>
                  <a:pt x="7298" y="316325"/>
                  <a:pt x="7203" y="318135"/>
                </a:cubicBezTo>
                <a:cubicBezTo>
                  <a:pt x="7012" y="321850"/>
                  <a:pt x="7298" y="325660"/>
                  <a:pt x="7869" y="329470"/>
                </a:cubicBezTo>
                <a:cubicBezTo>
                  <a:pt x="8155" y="331375"/>
                  <a:pt x="8631" y="333280"/>
                  <a:pt x="9107" y="335185"/>
                </a:cubicBezTo>
                <a:cubicBezTo>
                  <a:pt x="9870" y="338042"/>
                  <a:pt x="10917" y="340805"/>
                  <a:pt x="12060" y="343472"/>
                </a:cubicBezTo>
                <a:cubicBezTo>
                  <a:pt x="12251" y="343948"/>
                  <a:pt x="12441" y="344424"/>
                  <a:pt x="12727" y="344900"/>
                </a:cubicBezTo>
                <a:cubicBezTo>
                  <a:pt x="13870" y="347377"/>
                  <a:pt x="15299" y="349758"/>
                  <a:pt x="16728" y="352044"/>
                </a:cubicBezTo>
                <a:cubicBezTo>
                  <a:pt x="17013" y="352520"/>
                  <a:pt x="17299" y="352901"/>
                  <a:pt x="17585" y="353282"/>
                </a:cubicBezTo>
                <a:cubicBezTo>
                  <a:pt x="19204" y="355568"/>
                  <a:pt x="20919" y="357759"/>
                  <a:pt x="22823" y="359759"/>
                </a:cubicBezTo>
                <a:cubicBezTo>
                  <a:pt x="22919" y="359855"/>
                  <a:pt x="22919" y="359855"/>
                  <a:pt x="23014" y="359950"/>
                </a:cubicBezTo>
                <a:cubicBezTo>
                  <a:pt x="24919" y="361950"/>
                  <a:pt x="26919" y="363665"/>
                  <a:pt x="29110" y="365379"/>
                </a:cubicBezTo>
                <a:cubicBezTo>
                  <a:pt x="29491" y="365665"/>
                  <a:pt x="29872" y="365951"/>
                  <a:pt x="30253" y="366236"/>
                </a:cubicBezTo>
                <a:cubicBezTo>
                  <a:pt x="32348" y="367856"/>
                  <a:pt x="34634" y="369284"/>
                  <a:pt x="37016" y="370523"/>
                </a:cubicBezTo>
                <a:cubicBezTo>
                  <a:pt x="37492" y="370808"/>
                  <a:pt x="37968" y="370999"/>
                  <a:pt x="38349" y="371189"/>
                </a:cubicBezTo>
                <a:cubicBezTo>
                  <a:pt x="40826" y="372428"/>
                  <a:pt x="43302" y="373571"/>
                  <a:pt x="45874" y="374428"/>
                </a:cubicBezTo>
                <a:cubicBezTo>
                  <a:pt x="45969" y="374523"/>
                  <a:pt x="46160" y="374523"/>
                  <a:pt x="46255" y="374523"/>
                </a:cubicBezTo>
                <a:cubicBezTo>
                  <a:pt x="48731" y="375380"/>
                  <a:pt x="51398" y="375952"/>
                  <a:pt x="53970" y="376428"/>
                </a:cubicBezTo>
                <a:cubicBezTo>
                  <a:pt x="54447" y="376523"/>
                  <a:pt x="54923" y="376619"/>
                  <a:pt x="55399" y="376714"/>
                </a:cubicBezTo>
                <a:cubicBezTo>
                  <a:pt x="58066" y="377095"/>
                  <a:pt x="60733" y="377381"/>
                  <a:pt x="63495" y="377381"/>
                </a:cubicBezTo>
                <a:cubicBezTo>
                  <a:pt x="63781" y="377381"/>
                  <a:pt x="63972" y="377476"/>
                  <a:pt x="64257" y="377476"/>
                </a:cubicBezTo>
                <a:cubicBezTo>
                  <a:pt x="64638" y="377476"/>
                  <a:pt x="65114" y="377381"/>
                  <a:pt x="65496" y="377381"/>
                </a:cubicBezTo>
                <a:cubicBezTo>
                  <a:pt x="67115" y="377381"/>
                  <a:pt x="68734" y="377285"/>
                  <a:pt x="70353" y="377095"/>
                </a:cubicBezTo>
                <a:cubicBezTo>
                  <a:pt x="71020" y="377000"/>
                  <a:pt x="71687" y="377000"/>
                  <a:pt x="72354" y="376904"/>
                </a:cubicBezTo>
                <a:cubicBezTo>
                  <a:pt x="74639" y="376619"/>
                  <a:pt x="76830" y="376142"/>
                  <a:pt x="79116" y="375571"/>
                </a:cubicBezTo>
                <a:cubicBezTo>
                  <a:pt x="96261" y="370999"/>
                  <a:pt x="109501" y="359093"/>
                  <a:pt x="116359" y="344043"/>
                </a:cubicBezTo>
                <a:cubicBezTo>
                  <a:pt x="117883" y="340709"/>
                  <a:pt x="119121" y="337280"/>
                  <a:pt x="119979" y="333661"/>
                </a:cubicBezTo>
                <a:cubicBezTo>
                  <a:pt x="120645" y="330803"/>
                  <a:pt x="121122" y="327851"/>
                  <a:pt x="121312" y="324803"/>
                </a:cubicBezTo>
                <a:lnTo>
                  <a:pt x="199989" y="303752"/>
                </a:lnTo>
                <a:cubicBezTo>
                  <a:pt x="203322" y="309658"/>
                  <a:pt x="207418" y="315278"/>
                  <a:pt x="212466" y="320421"/>
                </a:cubicBezTo>
                <a:cubicBezTo>
                  <a:pt x="216181" y="324136"/>
                  <a:pt x="220181" y="327374"/>
                  <a:pt x="224468" y="330232"/>
                </a:cubicBezTo>
                <a:cubicBezTo>
                  <a:pt x="227992" y="332613"/>
                  <a:pt x="231802" y="334518"/>
                  <a:pt x="235612" y="336233"/>
                </a:cubicBezTo>
                <a:cubicBezTo>
                  <a:pt x="238565" y="337566"/>
                  <a:pt x="241613" y="338709"/>
                  <a:pt x="244756" y="339662"/>
                </a:cubicBezTo>
                <a:cubicBezTo>
                  <a:pt x="251805" y="341757"/>
                  <a:pt x="259139" y="342805"/>
                  <a:pt x="266473" y="342805"/>
                </a:cubicBezTo>
                <a:cubicBezTo>
                  <a:pt x="273807" y="342805"/>
                  <a:pt x="281141" y="341757"/>
                  <a:pt x="288190" y="339662"/>
                </a:cubicBezTo>
                <a:cubicBezTo>
                  <a:pt x="290571" y="338995"/>
                  <a:pt x="292857" y="338138"/>
                  <a:pt x="295143" y="337185"/>
                </a:cubicBezTo>
                <a:cubicBezTo>
                  <a:pt x="298572" y="335756"/>
                  <a:pt x="301906" y="334042"/>
                  <a:pt x="305145" y="332137"/>
                </a:cubicBezTo>
                <a:lnTo>
                  <a:pt x="363247" y="390239"/>
                </a:lnTo>
                <a:cubicBezTo>
                  <a:pt x="353150" y="411480"/>
                  <a:pt x="356675" y="437579"/>
                  <a:pt x="374201" y="455105"/>
                </a:cubicBezTo>
                <a:cubicBezTo>
                  <a:pt x="376963" y="457867"/>
                  <a:pt x="380011" y="460343"/>
                  <a:pt x="383154" y="462439"/>
                </a:cubicBezTo>
                <a:cubicBezTo>
                  <a:pt x="389536" y="466630"/>
                  <a:pt x="396489" y="469392"/>
                  <a:pt x="403728" y="470821"/>
                </a:cubicBezTo>
                <a:cubicBezTo>
                  <a:pt x="407348" y="471488"/>
                  <a:pt x="410967" y="471869"/>
                  <a:pt x="414682" y="471869"/>
                </a:cubicBezTo>
                <a:cubicBezTo>
                  <a:pt x="418397" y="471869"/>
                  <a:pt x="422016" y="471488"/>
                  <a:pt x="425636" y="470821"/>
                </a:cubicBezTo>
                <a:cubicBezTo>
                  <a:pt x="432875" y="469392"/>
                  <a:pt x="439828" y="466630"/>
                  <a:pt x="446210" y="462439"/>
                </a:cubicBezTo>
                <a:cubicBezTo>
                  <a:pt x="449353" y="460343"/>
                  <a:pt x="452401" y="457867"/>
                  <a:pt x="455163" y="455105"/>
                </a:cubicBezTo>
                <a:cubicBezTo>
                  <a:pt x="477833" y="432911"/>
                  <a:pt x="477833" y="396716"/>
                  <a:pt x="455544" y="374428"/>
                </a:cubicBezTo>
                <a:close/>
                <a:moveTo>
                  <a:pt x="64829" y="339662"/>
                </a:moveTo>
                <a:cubicBezTo>
                  <a:pt x="56256" y="339662"/>
                  <a:pt x="48731" y="333851"/>
                  <a:pt x="46446" y="325565"/>
                </a:cubicBezTo>
                <a:cubicBezTo>
                  <a:pt x="43683" y="315373"/>
                  <a:pt x="49779" y="304991"/>
                  <a:pt x="59876" y="302228"/>
                </a:cubicBezTo>
                <a:cubicBezTo>
                  <a:pt x="59876" y="302228"/>
                  <a:pt x="59876" y="302228"/>
                  <a:pt x="59876" y="302228"/>
                </a:cubicBezTo>
                <a:cubicBezTo>
                  <a:pt x="61495" y="301752"/>
                  <a:pt x="63114" y="301562"/>
                  <a:pt x="64829" y="301562"/>
                </a:cubicBezTo>
                <a:cubicBezTo>
                  <a:pt x="73401" y="301562"/>
                  <a:pt x="80926" y="307372"/>
                  <a:pt x="83212" y="315659"/>
                </a:cubicBezTo>
                <a:cubicBezTo>
                  <a:pt x="85974" y="325850"/>
                  <a:pt x="79878" y="336233"/>
                  <a:pt x="69782" y="338995"/>
                </a:cubicBezTo>
                <a:cubicBezTo>
                  <a:pt x="69782" y="338995"/>
                  <a:pt x="69782" y="338995"/>
                  <a:pt x="69782" y="338995"/>
                </a:cubicBezTo>
                <a:cubicBezTo>
                  <a:pt x="68163" y="339376"/>
                  <a:pt x="66543" y="339662"/>
                  <a:pt x="64829" y="339662"/>
                </a:cubicBezTo>
                <a:close/>
                <a:moveTo>
                  <a:pt x="302763" y="59341"/>
                </a:moveTo>
                <a:cubicBezTo>
                  <a:pt x="304954" y="51054"/>
                  <a:pt x="312574" y="45244"/>
                  <a:pt x="321147" y="45244"/>
                </a:cubicBezTo>
                <a:cubicBezTo>
                  <a:pt x="322766" y="45244"/>
                  <a:pt x="324480" y="45434"/>
                  <a:pt x="326099" y="45911"/>
                </a:cubicBezTo>
                <a:cubicBezTo>
                  <a:pt x="336291" y="48673"/>
                  <a:pt x="342292" y="59055"/>
                  <a:pt x="339530" y="69247"/>
                </a:cubicBezTo>
                <a:cubicBezTo>
                  <a:pt x="339530" y="69247"/>
                  <a:pt x="339530" y="69247"/>
                  <a:pt x="339530" y="69247"/>
                </a:cubicBezTo>
                <a:cubicBezTo>
                  <a:pt x="337339" y="77534"/>
                  <a:pt x="329719" y="83344"/>
                  <a:pt x="321147" y="83344"/>
                </a:cubicBezTo>
                <a:cubicBezTo>
                  <a:pt x="319527" y="83344"/>
                  <a:pt x="317813" y="83153"/>
                  <a:pt x="316194" y="82677"/>
                </a:cubicBezTo>
                <a:cubicBezTo>
                  <a:pt x="306097" y="79915"/>
                  <a:pt x="300096" y="69533"/>
                  <a:pt x="302763" y="59341"/>
                </a:cubicBezTo>
                <a:cubicBezTo>
                  <a:pt x="302763" y="59341"/>
                  <a:pt x="302763" y="59341"/>
                  <a:pt x="302763" y="59341"/>
                </a:cubicBezTo>
                <a:close/>
                <a:moveTo>
                  <a:pt x="266949" y="304800"/>
                </a:moveTo>
                <a:cubicBezTo>
                  <a:pt x="256757" y="304800"/>
                  <a:pt x="247232" y="300800"/>
                  <a:pt x="239994" y="293656"/>
                </a:cubicBezTo>
                <a:cubicBezTo>
                  <a:pt x="239898" y="293560"/>
                  <a:pt x="239898" y="293465"/>
                  <a:pt x="239803" y="293465"/>
                </a:cubicBezTo>
                <a:cubicBezTo>
                  <a:pt x="229897" y="283464"/>
                  <a:pt x="226849" y="269272"/>
                  <a:pt x="230373" y="256508"/>
                </a:cubicBezTo>
                <a:cubicBezTo>
                  <a:pt x="232088" y="250412"/>
                  <a:pt x="235136" y="244602"/>
                  <a:pt x="239994" y="239744"/>
                </a:cubicBezTo>
                <a:cubicBezTo>
                  <a:pt x="244756" y="234982"/>
                  <a:pt x="250662" y="231743"/>
                  <a:pt x="257043" y="230029"/>
                </a:cubicBezTo>
                <a:cubicBezTo>
                  <a:pt x="260282" y="229172"/>
                  <a:pt x="263520" y="228600"/>
                  <a:pt x="266949" y="228600"/>
                </a:cubicBezTo>
                <a:cubicBezTo>
                  <a:pt x="277141" y="228600"/>
                  <a:pt x="286666" y="232601"/>
                  <a:pt x="293905" y="239744"/>
                </a:cubicBezTo>
                <a:cubicBezTo>
                  <a:pt x="293905" y="239744"/>
                  <a:pt x="293905" y="239744"/>
                  <a:pt x="293905" y="239744"/>
                </a:cubicBezTo>
                <a:cubicBezTo>
                  <a:pt x="301144" y="246983"/>
                  <a:pt x="305049" y="256508"/>
                  <a:pt x="305049" y="266700"/>
                </a:cubicBezTo>
                <a:cubicBezTo>
                  <a:pt x="305049" y="270034"/>
                  <a:pt x="304478" y="273272"/>
                  <a:pt x="303621" y="276416"/>
                </a:cubicBezTo>
                <a:cubicBezTo>
                  <a:pt x="301906" y="282797"/>
                  <a:pt x="298667" y="288798"/>
                  <a:pt x="293905" y="293656"/>
                </a:cubicBezTo>
                <a:cubicBezTo>
                  <a:pt x="289142" y="298514"/>
                  <a:pt x="283142" y="301657"/>
                  <a:pt x="276665" y="303371"/>
                </a:cubicBezTo>
                <a:cubicBezTo>
                  <a:pt x="273522" y="304229"/>
                  <a:pt x="270283" y="304800"/>
                  <a:pt x="266949" y="304800"/>
                </a:cubicBezTo>
                <a:close/>
                <a:moveTo>
                  <a:pt x="428589" y="428339"/>
                </a:moveTo>
                <a:cubicBezTo>
                  <a:pt x="423731" y="433197"/>
                  <a:pt x="418111" y="433959"/>
                  <a:pt x="415158" y="433959"/>
                </a:cubicBezTo>
                <a:cubicBezTo>
                  <a:pt x="412206" y="433959"/>
                  <a:pt x="406586" y="433197"/>
                  <a:pt x="401728" y="428339"/>
                </a:cubicBezTo>
                <a:cubicBezTo>
                  <a:pt x="401728" y="428339"/>
                  <a:pt x="401728" y="428339"/>
                  <a:pt x="401728" y="428339"/>
                </a:cubicBezTo>
                <a:cubicBezTo>
                  <a:pt x="394298" y="420910"/>
                  <a:pt x="394298" y="408813"/>
                  <a:pt x="401728" y="401384"/>
                </a:cubicBezTo>
                <a:cubicBezTo>
                  <a:pt x="406586" y="396526"/>
                  <a:pt x="412206" y="395764"/>
                  <a:pt x="415158" y="395764"/>
                </a:cubicBezTo>
                <a:cubicBezTo>
                  <a:pt x="418111" y="395764"/>
                  <a:pt x="423731" y="396526"/>
                  <a:pt x="428589" y="401288"/>
                </a:cubicBezTo>
                <a:cubicBezTo>
                  <a:pt x="428589" y="401288"/>
                  <a:pt x="428589" y="401288"/>
                  <a:pt x="428589" y="401288"/>
                </a:cubicBezTo>
                <a:cubicBezTo>
                  <a:pt x="436018" y="408813"/>
                  <a:pt x="436018" y="420910"/>
                  <a:pt x="428589" y="428339"/>
                </a:cubicBezTo>
                <a:close/>
              </a:path>
            </a:pathLst>
          </a:custGeom>
          <a:solidFill>
            <a:schemeClr val="tx2"/>
          </a:solidFill>
          <a:ln w="9525" cap="flat">
            <a:noFill/>
            <a:prstDash val="solid"/>
            <a:miter/>
          </a:ln>
        </p:spPr>
        <p:txBody>
          <a:bodyPr rtlCol="0" anchor="ctr"/>
          <a:lstStyle/>
          <a:p>
            <a:endParaRPr lang="en-US"/>
          </a:p>
        </p:txBody>
      </p:sp>
      <p:sp>
        <p:nvSpPr>
          <p:cNvPr id="109" name="TextBox 33">
            <a:extLst>
              <a:ext uri="{FF2B5EF4-FFF2-40B4-BE49-F238E27FC236}">
                <a16:creationId xmlns:a16="http://schemas.microsoft.com/office/drawing/2014/main" id="{872B725D-BA51-A744-901A-C3749C91F4DC}"/>
              </a:ext>
            </a:extLst>
          </p:cNvPr>
          <p:cNvSpPr txBox="1"/>
          <p:nvPr/>
        </p:nvSpPr>
        <p:spPr>
          <a:xfrm>
            <a:off x="8698877" y="1914780"/>
            <a:ext cx="981359" cy="215444"/>
          </a:xfrm>
          <a:prstGeom prst="rect">
            <a:avLst/>
          </a:prstGeom>
          <a:noFill/>
        </p:spPr>
        <p:txBody>
          <a:bodyPr wrap="none" lIns="0" rIns="0" rtlCol="0" anchor="ctr" anchorCtr="0">
            <a:noAutofit/>
          </a:bodyPr>
          <a:lstStyle/>
          <a:p>
            <a:pPr algn="ctr"/>
            <a:r>
              <a:rPr lang="en-US" sz="800"/>
              <a:t>Network connect</a:t>
            </a:r>
          </a:p>
        </p:txBody>
      </p:sp>
      <p:sp>
        <p:nvSpPr>
          <p:cNvPr id="111" name="Graphic 256">
            <a:extLst>
              <a:ext uri="{FF2B5EF4-FFF2-40B4-BE49-F238E27FC236}">
                <a16:creationId xmlns:a16="http://schemas.microsoft.com/office/drawing/2014/main" id="{E20D8586-4C5E-9640-89BA-151909E06875}"/>
              </a:ext>
            </a:extLst>
          </p:cNvPr>
          <p:cNvSpPr>
            <a:spLocks noChangeAspect="1"/>
          </p:cNvSpPr>
          <p:nvPr/>
        </p:nvSpPr>
        <p:spPr>
          <a:xfrm>
            <a:off x="8054710" y="1367446"/>
            <a:ext cx="457200" cy="419100"/>
          </a:xfrm>
          <a:custGeom>
            <a:avLst/>
            <a:gdLst>
              <a:gd name="connsiteX0" fmla="*/ 457200 w 457200"/>
              <a:gd name="connsiteY0" fmla="*/ 323850 h 419100"/>
              <a:gd name="connsiteX1" fmla="*/ 457200 w 457200"/>
              <a:gd name="connsiteY1" fmla="*/ 0 h 419100"/>
              <a:gd name="connsiteX2" fmla="*/ 0 w 457200"/>
              <a:gd name="connsiteY2" fmla="*/ 0 h 419100"/>
              <a:gd name="connsiteX3" fmla="*/ 0 w 457200"/>
              <a:gd name="connsiteY3" fmla="*/ 323850 h 419100"/>
              <a:gd name="connsiteX4" fmla="*/ 209550 w 457200"/>
              <a:gd name="connsiteY4" fmla="*/ 323850 h 419100"/>
              <a:gd name="connsiteX5" fmla="*/ 209550 w 457200"/>
              <a:gd name="connsiteY5" fmla="*/ 381000 h 419100"/>
              <a:gd name="connsiteX6" fmla="*/ 142875 w 457200"/>
              <a:gd name="connsiteY6" fmla="*/ 381000 h 419100"/>
              <a:gd name="connsiteX7" fmla="*/ 142875 w 457200"/>
              <a:gd name="connsiteY7" fmla="*/ 419100 h 419100"/>
              <a:gd name="connsiteX8" fmla="*/ 314325 w 457200"/>
              <a:gd name="connsiteY8" fmla="*/ 419100 h 419100"/>
              <a:gd name="connsiteX9" fmla="*/ 314325 w 457200"/>
              <a:gd name="connsiteY9" fmla="*/ 381000 h 419100"/>
              <a:gd name="connsiteX10" fmla="*/ 247650 w 457200"/>
              <a:gd name="connsiteY10" fmla="*/ 381000 h 419100"/>
              <a:gd name="connsiteX11" fmla="*/ 247650 w 457200"/>
              <a:gd name="connsiteY11" fmla="*/ 323850 h 419100"/>
              <a:gd name="connsiteX12" fmla="*/ 457200 w 457200"/>
              <a:gd name="connsiteY12" fmla="*/ 323850 h 419100"/>
              <a:gd name="connsiteX13" fmla="*/ 38100 w 457200"/>
              <a:gd name="connsiteY13" fmla="*/ 285750 h 419100"/>
              <a:gd name="connsiteX14" fmla="*/ 38100 w 457200"/>
              <a:gd name="connsiteY14" fmla="*/ 38100 h 419100"/>
              <a:gd name="connsiteX15" fmla="*/ 419100 w 457200"/>
              <a:gd name="connsiteY15" fmla="*/ 38100 h 419100"/>
              <a:gd name="connsiteX16" fmla="*/ 419100 w 457200"/>
              <a:gd name="connsiteY16" fmla="*/ 285750 h 419100"/>
              <a:gd name="connsiteX17" fmla="*/ 38100 w 457200"/>
              <a:gd name="connsiteY17" fmla="*/ 285750 h 419100"/>
              <a:gd name="connsiteX18" fmla="*/ 300914 w 457200"/>
              <a:gd name="connsiteY18" fmla="*/ 95593 h 419100"/>
              <a:gd name="connsiteX19" fmla="*/ 276511 w 457200"/>
              <a:gd name="connsiteY19" fmla="*/ 109680 h 419100"/>
              <a:gd name="connsiteX20" fmla="*/ 249888 w 457200"/>
              <a:gd name="connsiteY20" fmla="*/ 94212 h 419100"/>
              <a:gd name="connsiteX21" fmla="*/ 249888 w 457200"/>
              <a:gd name="connsiteY21" fmla="*/ 66123 h 419100"/>
              <a:gd name="connsiteX22" fmla="*/ 207312 w 457200"/>
              <a:gd name="connsiteY22" fmla="*/ 66123 h 419100"/>
              <a:gd name="connsiteX23" fmla="*/ 207312 w 457200"/>
              <a:gd name="connsiteY23" fmla="*/ 94212 h 419100"/>
              <a:gd name="connsiteX24" fmla="*/ 180689 w 457200"/>
              <a:gd name="connsiteY24" fmla="*/ 109680 h 419100"/>
              <a:gd name="connsiteX25" fmla="*/ 156286 w 457200"/>
              <a:gd name="connsiteY25" fmla="*/ 95593 h 419100"/>
              <a:gd name="connsiteX26" fmla="*/ 134998 w 457200"/>
              <a:gd name="connsiteY26" fmla="*/ 132464 h 419100"/>
              <a:gd name="connsiteX27" fmla="*/ 159363 w 457200"/>
              <a:gd name="connsiteY27" fmla="*/ 146533 h 419100"/>
              <a:gd name="connsiteX28" fmla="*/ 157639 w 457200"/>
              <a:gd name="connsiteY28" fmla="*/ 161925 h 419100"/>
              <a:gd name="connsiteX29" fmla="*/ 159363 w 457200"/>
              <a:gd name="connsiteY29" fmla="*/ 177327 h 419100"/>
              <a:gd name="connsiteX30" fmla="*/ 134998 w 457200"/>
              <a:gd name="connsiteY30" fmla="*/ 191395 h 419100"/>
              <a:gd name="connsiteX31" fmla="*/ 156286 w 457200"/>
              <a:gd name="connsiteY31" fmla="*/ 228267 h 419100"/>
              <a:gd name="connsiteX32" fmla="*/ 180689 w 457200"/>
              <a:gd name="connsiteY32" fmla="*/ 214179 h 419100"/>
              <a:gd name="connsiteX33" fmla="*/ 207312 w 457200"/>
              <a:gd name="connsiteY33" fmla="*/ 229648 h 419100"/>
              <a:gd name="connsiteX34" fmla="*/ 207312 w 457200"/>
              <a:gd name="connsiteY34" fmla="*/ 257737 h 419100"/>
              <a:gd name="connsiteX35" fmla="*/ 249888 w 457200"/>
              <a:gd name="connsiteY35" fmla="*/ 257737 h 419100"/>
              <a:gd name="connsiteX36" fmla="*/ 249888 w 457200"/>
              <a:gd name="connsiteY36" fmla="*/ 229648 h 419100"/>
              <a:gd name="connsiteX37" fmla="*/ 276511 w 457200"/>
              <a:gd name="connsiteY37" fmla="*/ 214179 h 419100"/>
              <a:gd name="connsiteX38" fmla="*/ 300914 w 457200"/>
              <a:gd name="connsiteY38" fmla="*/ 228267 h 419100"/>
              <a:gd name="connsiteX39" fmla="*/ 322202 w 457200"/>
              <a:gd name="connsiteY39" fmla="*/ 191395 h 419100"/>
              <a:gd name="connsiteX40" fmla="*/ 297837 w 457200"/>
              <a:gd name="connsiteY40" fmla="*/ 177327 h 419100"/>
              <a:gd name="connsiteX41" fmla="*/ 299561 w 457200"/>
              <a:gd name="connsiteY41" fmla="*/ 161925 h 419100"/>
              <a:gd name="connsiteX42" fmla="*/ 297837 w 457200"/>
              <a:gd name="connsiteY42" fmla="*/ 146533 h 419100"/>
              <a:gd name="connsiteX43" fmla="*/ 322202 w 457200"/>
              <a:gd name="connsiteY43" fmla="*/ 132464 h 419100"/>
              <a:gd name="connsiteX44" fmla="*/ 300914 w 457200"/>
              <a:gd name="connsiteY44" fmla="*/ 95593 h 419100"/>
              <a:gd name="connsiteX45" fmla="*/ 228600 w 457200"/>
              <a:gd name="connsiteY45" fmla="*/ 201825 h 419100"/>
              <a:gd name="connsiteX46" fmla="*/ 188700 w 457200"/>
              <a:gd name="connsiteY46" fmla="*/ 161925 h 419100"/>
              <a:gd name="connsiteX47" fmla="*/ 228600 w 457200"/>
              <a:gd name="connsiteY47" fmla="*/ 122025 h 419100"/>
              <a:gd name="connsiteX48" fmla="*/ 268500 w 457200"/>
              <a:gd name="connsiteY48" fmla="*/ 161925 h 419100"/>
              <a:gd name="connsiteX49" fmla="*/ 228600 w 457200"/>
              <a:gd name="connsiteY49" fmla="*/ 201825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57200" h="419100">
                <a:moveTo>
                  <a:pt x="457200" y="323850"/>
                </a:moveTo>
                <a:lnTo>
                  <a:pt x="457200" y="0"/>
                </a:lnTo>
                <a:lnTo>
                  <a:pt x="0" y="0"/>
                </a:lnTo>
                <a:lnTo>
                  <a:pt x="0" y="323850"/>
                </a:lnTo>
                <a:lnTo>
                  <a:pt x="209550" y="323850"/>
                </a:lnTo>
                <a:lnTo>
                  <a:pt x="209550" y="381000"/>
                </a:lnTo>
                <a:lnTo>
                  <a:pt x="142875" y="381000"/>
                </a:lnTo>
                <a:lnTo>
                  <a:pt x="142875" y="419100"/>
                </a:lnTo>
                <a:lnTo>
                  <a:pt x="314325" y="419100"/>
                </a:lnTo>
                <a:lnTo>
                  <a:pt x="314325" y="381000"/>
                </a:lnTo>
                <a:lnTo>
                  <a:pt x="247650" y="381000"/>
                </a:lnTo>
                <a:lnTo>
                  <a:pt x="247650" y="323850"/>
                </a:lnTo>
                <a:lnTo>
                  <a:pt x="457200" y="323850"/>
                </a:lnTo>
                <a:close/>
                <a:moveTo>
                  <a:pt x="38100" y="285750"/>
                </a:moveTo>
                <a:lnTo>
                  <a:pt x="38100" y="38100"/>
                </a:lnTo>
                <a:lnTo>
                  <a:pt x="419100" y="38100"/>
                </a:lnTo>
                <a:lnTo>
                  <a:pt x="419100" y="285750"/>
                </a:lnTo>
                <a:lnTo>
                  <a:pt x="38100" y="285750"/>
                </a:lnTo>
                <a:close/>
                <a:moveTo>
                  <a:pt x="300914" y="95593"/>
                </a:moveTo>
                <a:lnTo>
                  <a:pt x="276511" y="109680"/>
                </a:lnTo>
                <a:cubicBezTo>
                  <a:pt x="268948" y="102737"/>
                  <a:pt x="259918" y="97365"/>
                  <a:pt x="249888" y="94212"/>
                </a:cubicBezTo>
                <a:lnTo>
                  <a:pt x="249888" y="66123"/>
                </a:lnTo>
                <a:lnTo>
                  <a:pt x="207312" y="66123"/>
                </a:lnTo>
                <a:lnTo>
                  <a:pt x="207312" y="94212"/>
                </a:lnTo>
                <a:cubicBezTo>
                  <a:pt x="197272" y="97365"/>
                  <a:pt x="188252" y="102737"/>
                  <a:pt x="180689" y="109680"/>
                </a:cubicBezTo>
                <a:lnTo>
                  <a:pt x="156286" y="95593"/>
                </a:lnTo>
                <a:lnTo>
                  <a:pt x="134998" y="132464"/>
                </a:lnTo>
                <a:lnTo>
                  <a:pt x="159363" y="146533"/>
                </a:lnTo>
                <a:cubicBezTo>
                  <a:pt x="158267" y="151495"/>
                  <a:pt x="157639" y="156639"/>
                  <a:pt x="157639" y="161925"/>
                </a:cubicBezTo>
                <a:cubicBezTo>
                  <a:pt x="157639" y="167221"/>
                  <a:pt x="158258" y="172364"/>
                  <a:pt x="159363" y="177327"/>
                </a:cubicBezTo>
                <a:lnTo>
                  <a:pt x="134998" y="191395"/>
                </a:lnTo>
                <a:lnTo>
                  <a:pt x="156286" y="228267"/>
                </a:lnTo>
                <a:lnTo>
                  <a:pt x="180689" y="214179"/>
                </a:lnTo>
                <a:cubicBezTo>
                  <a:pt x="188252" y="221123"/>
                  <a:pt x="197282" y="226495"/>
                  <a:pt x="207312" y="229648"/>
                </a:cubicBezTo>
                <a:lnTo>
                  <a:pt x="207312" y="257737"/>
                </a:lnTo>
                <a:lnTo>
                  <a:pt x="249888" y="257737"/>
                </a:lnTo>
                <a:lnTo>
                  <a:pt x="249888" y="229648"/>
                </a:lnTo>
                <a:cubicBezTo>
                  <a:pt x="259928" y="226495"/>
                  <a:pt x="268948" y="221123"/>
                  <a:pt x="276511" y="214179"/>
                </a:cubicBezTo>
                <a:lnTo>
                  <a:pt x="300914" y="228267"/>
                </a:lnTo>
                <a:lnTo>
                  <a:pt x="322202" y="191395"/>
                </a:lnTo>
                <a:lnTo>
                  <a:pt x="297837" y="177327"/>
                </a:lnTo>
                <a:cubicBezTo>
                  <a:pt x="298933" y="172364"/>
                  <a:pt x="299561" y="167221"/>
                  <a:pt x="299561" y="161925"/>
                </a:cubicBezTo>
                <a:cubicBezTo>
                  <a:pt x="299561" y="156629"/>
                  <a:pt x="298933" y="151495"/>
                  <a:pt x="297837" y="146533"/>
                </a:cubicBezTo>
                <a:lnTo>
                  <a:pt x="322202" y="132464"/>
                </a:lnTo>
                <a:lnTo>
                  <a:pt x="300914" y="95593"/>
                </a:lnTo>
                <a:close/>
                <a:moveTo>
                  <a:pt x="228600" y="201825"/>
                </a:moveTo>
                <a:cubicBezTo>
                  <a:pt x="206569" y="201825"/>
                  <a:pt x="188700" y="183966"/>
                  <a:pt x="188700" y="161925"/>
                </a:cubicBezTo>
                <a:cubicBezTo>
                  <a:pt x="188700" y="139884"/>
                  <a:pt x="206559" y="122025"/>
                  <a:pt x="228600" y="122025"/>
                </a:cubicBezTo>
                <a:cubicBezTo>
                  <a:pt x="250641" y="122025"/>
                  <a:pt x="268500" y="139884"/>
                  <a:pt x="268500" y="161925"/>
                </a:cubicBezTo>
                <a:cubicBezTo>
                  <a:pt x="268500" y="183966"/>
                  <a:pt x="250631" y="201825"/>
                  <a:pt x="228600" y="201825"/>
                </a:cubicBezTo>
                <a:close/>
              </a:path>
            </a:pathLst>
          </a:custGeom>
          <a:solidFill>
            <a:schemeClr val="tx2"/>
          </a:solidFill>
          <a:ln w="9525" cap="flat">
            <a:noFill/>
            <a:prstDash val="solid"/>
            <a:miter/>
          </a:ln>
        </p:spPr>
        <p:txBody>
          <a:bodyPr rtlCol="0" anchor="ctr"/>
          <a:lstStyle/>
          <a:p>
            <a:endParaRPr lang="en-US"/>
          </a:p>
        </p:txBody>
      </p:sp>
      <p:sp>
        <p:nvSpPr>
          <p:cNvPr id="112" name="TextBox 34">
            <a:extLst>
              <a:ext uri="{FF2B5EF4-FFF2-40B4-BE49-F238E27FC236}">
                <a16:creationId xmlns:a16="http://schemas.microsoft.com/office/drawing/2014/main" id="{EC831E19-0CFF-6247-A0AA-0F0CD8C3E393}"/>
              </a:ext>
            </a:extLst>
          </p:cNvPr>
          <p:cNvSpPr txBox="1"/>
          <p:nvPr/>
        </p:nvSpPr>
        <p:spPr>
          <a:xfrm>
            <a:off x="7898430" y="1914780"/>
            <a:ext cx="769763" cy="215444"/>
          </a:xfrm>
          <a:prstGeom prst="rect">
            <a:avLst/>
          </a:prstGeom>
          <a:noFill/>
        </p:spPr>
        <p:txBody>
          <a:bodyPr wrap="none" lIns="0" rIns="0" rtlCol="0" anchor="ctr" anchorCtr="0">
            <a:noAutofit/>
          </a:bodyPr>
          <a:lstStyle/>
          <a:p>
            <a:pPr algn="ctr"/>
            <a:r>
              <a:rPr lang="en-US" sz="800"/>
              <a:t>Monitor gear</a:t>
            </a:r>
          </a:p>
        </p:txBody>
      </p:sp>
      <p:sp>
        <p:nvSpPr>
          <p:cNvPr id="114" name="Freeform: Shape 165">
            <a:extLst>
              <a:ext uri="{FF2B5EF4-FFF2-40B4-BE49-F238E27FC236}">
                <a16:creationId xmlns:a16="http://schemas.microsoft.com/office/drawing/2014/main" id="{ECBC63E1-B589-B24F-A9BB-7875797A1D39}"/>
              </a:ext>
            </a:extLst>
          </p:cNvPr>
          <p:cNvSpPr>
            <a:spLocks noChangeAspect="1"/>
          </p:cNvSpPr>
          <p:nvPr/>
        </p:nvSpPr>
        <p:spPr>
          <a:xfrm>
            <a:off x="2649579" y="3267820"/>
            <a:ext cx="438150" cy="428625"/>
          </a:xfrm>
          <a:custGeom>
            <a:avLst/>
            <a:gdLst>
              <a:gd name="connsiteX0" fmla="*/ 46292 w 438150"/>
              <a:gd name="connsiteY0" fmla="*/ 216694 h 428625"/>
              <a:gd name="connsiteX1" fmla="*/ 8192 w 438150"/>
              <a:gd name="connsiteY1" fmla="*/ 216694 h 428625"/>
              <a:gd name="connsiteX2" fmla="*/ 217742 w 438150"/>
              <a:gd name="connsiteY2" fmla="*/ 7144 h 428625"/>
              <a:gd name="connsiteX3" fmla="*/ 389096 w 438150"/>
              <a:gd name="connsiteY3" fmla="*/ 96012 h 428625"/>
              <a:gd name="connsiteX4" fmla="*/ 399002 w 438150"/>
              <a:gd name="connsiteY4" fmla="*/ 32766 h 428625"/>
              <a:gd name="connsiteX5" fmla="*/ 436626 w 438150"/>
              <a:gd name="connsiteY5" fmla="*/ 38672 h 428625"/>
              <a:gd name="connsiteX6" fmla="*/ 416052 w 438150"/>
              <a:gd name="connsiteY6" fmla="*/ 170402 h 428625"/>
              <a:gd name="connsiteX7" fmla="*/ 284321 w 438150"/>
              <a:gd name="connsiteY7" fmla="*/ 149828 h 428625"/>
              <a:gd name="connsiteX8" fmla="*/ 290227 w 438150"/>
              <a:gd name="connsiteY8" fmla="*/ 112205 h 428625"/>
              <a:gd name="connsiteX9" fmla="*/ 361569 w 438150"/>
              <a:gd name="connsiteY9" fmla="*/ 123349 h 428625"/>
              <a:gd name="connsiteX10" fmla="*/ 217837 w 438150"/>
              <a:gd name="connsiteY10" fmla="*/ 45244 h 428625"/>
              <a:gd name="connsiteX11" fmla="*/ 46292 w 438150"/>
              <a:gd name="connsiteY11" fmla="*/ 216694 h 428625"/>
              <a:gd name="connsiteX12" fmla="*/ 217742 w 438150"/>
              <a:gd name="connsiteY12" fmla="*/ 388144 h 428625"/>
              <a:gd name="connsiteX13" fmla="*/ 80486 w 438150"/>
              <a:gd name="connsiteY13" fmla="*/ 319373 h 428625"/>
              <a:gd name="connsiteX14" fmla="*/ 141065 w 438150"/>
              <a:gd name="connsiteY14" fmla="*/ 324612 h 428625"/>
              <a:gd name="connsiteX15" fmla="*/ 144399 w 438150"/>
              <a:gd name="connsiteY15" fmla="*/ 286703 h 428625"/>
              <a:gd name="connsiteX16" fmla="*/ 18098 w 438150"/>
              <a:gd name="connsiteY16" fmla="*/ 275749 h 428625"/>
              <a:gd name="connsiteX17" fmla="*/ 7144 w 438150"/>
              <a:gd name="connsiteY17" fmla="*/ 402050 h 428625"/>
              <a:gd name="connsiteX18" fmla="*/ 45149 w 438150"/>
              <a:gd name="connsiteY18" fmla="*/ 405384 h 428625"/>
              <a:gd name="connsiteX19" fmla="*/ 50578 w 438150"/>
              <a:gd name="connsiteY19" fmla="*/ 342805 h 428625"/>
              <a:gd name="connsiteX20" fmla="*/ 217837 w 438150"/>
              <a:gd name="connsiteY20" fmla="*/ 426244 h 428625"/>
              <a:gd name="connsiteX21" fmla="*/ 427387 w 438150"/>
              <a:gd name="connsiteY21" fmla="*/ 216694 h 428625"/>
              <a:gd name="connsiteX22" fmla="*/ 389287 w 438150"/>
              <a:gd name="connsiteY22" fmla="*/ 216694 h 428625"/>
              <a:gd name="connsiteX23" fmla="*/ 217742 w 438150"/>
              <a:gd name="connsiteY23" fmla="*/ 388144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8150" h="428625">
                <a:moveTo>
                  <a:pt x="46292" y="216694"/>
                </a:moveTo>
                <a:lnTo>
                  <a:pt x="8192" y="216694"/>
                </a:lnTo>
                <a:cubicBezTo>
                  <a:pt x="8192" y="101156"/>
                  <a:pt x="102203" y="7144"/>
                  <a:pt x="217742" y="7144"/>
                </a:cubicBezTo>
                <a:cubicBezTo>
                  <a:pt x="286893" y="7144"/>
                  <a:pt x="350139" y="40577"/>
                  <a:pt x="389096" y="96012"/>
                </a:cubicBezTo>
                <a:lnTo>
                  <a:pt x="399002" y="32766"/>
                </a:lnTo>
                <a:lnTo>
                  <a:pt x="436626" y="38672"/>
                </a:lnTo>
                <a:lnTo>
                  <a:pt x="416052" y="170402"/>
                </a:lnTo>
                <a:lnTo>
                  <a:pt x="284321" y="149828"/>
                </a:lnTo>
                <a:lnTo>
                  <a:pt x="290227" y="112205"/>
                </a:lnTo>
                <a:lnTo>
                  <a:pt x="361569" y="123349"/>
                </a:lnTo>
                <a:cubicBezTo>
                  <a:pt x="330137" y="74771"/>
                  <a:pt x="276606" y="45244"/>
                  <a:pt x="217837" y="45244"/>
                </a:cubicBezTo>
                <a:cubicBezTo>
                  <a:pt x="123158" y="45244"/>
                  <a:pt x="46292" y="122111"/>
                  <a:pt x="46292" y="216694"/>
                </a:cubicBezTo>
                <a:close/>
                <a:moveTo>
                  <a:pt x="217742" y="388144"/>
                </a:moveTo>
                <a:cubicBezTo>
                  <a:pt x="162782" y="388144"/>
                  <a:pt x="112586" y="362331"/>
                  <a:pt x="80486" y="319373"/>
                </a:cubicBezTo>
                <a:lnTo>
                  <a:pt x="141065" y="324612"/>
                </a:lnTo>
                <a:lnTo>
                  <a:pt x="144399" y="286703"/>
                </a:lnTo>
                <a:lnTo>
                  <a:pt x="18098" y="275749"/>
                </a:lnTo>
                <a:lnTo>
                  <a:pt x="7144" y="402050"/>
                </a:lnTo>
                <a:lnTo>
                  <a:pt x="45149" y="405384"/>
                </a:lnTo>
                <a:lnTo>
                  <a:pt x="50578" y="342805"/>
                </a:lnTo>
                <a:cubicBezTo>
                  <a:pt x="89726" y="394907"/>
                  <a:pt x="150971" y="426244"/>
                  <a:pt x="217837" y="426244"/>
                </a:cubicBezTo>
                <a:cubicBezTo>
                  <a:pt x="333375" y="426244"/>
                  <a:pt x="427387" y="332232"/>
                  <a:pt x="427387" y="216694"/>
                </a:cubicBezTo>
                <a:lnTo>
                  <a:pt x="389287" y="216694"/>
                </a:lnTo>
                <a:cubicBezTo>
                  <a:pt x="389192" y="311182"/>
                  <a:pt x="312230" y="388144"/>
                  <a:pt x="217742" y="388144"/>
                </a:cubicBezTo>
                <a:close/>
              </a:path>
            </a:pathLst>
          </a:custGeom>
          <a:solidFill>
            <a:schemeClr val="tx2"/>
          </a:solidFill>
          <a:ln w="9525" cap="flat">
            <a:noFill/>
            <a:prstDash val="solid"/>
            <a:miter/>
          </a:ln>
        </p:spPr>
        <p:txBody>
          <a:bodyPr rtlCol="0" anchor="ctr"/>
          <a:lstStyle/>
          <a:p>
            <a:endParaRPr lang="en-US"/>
          </a:p>
        </p:txBody>
      </p:sp>
      <p:sp>
        <p:nvSpPr>
          <p:cNvPr id="115" name="TextBox 35">
            <a:extLst>
              <a:ext uri="{FF2B5EF4-FFF2-40B4-BE49-F238E27FC236}">
                <a16:creationId xmlns:a16="http://schemas.microsoft.com/office/drawing/2014/main" id="{BF7FF5EB-B4E0-6C44-BFB1-4E428C6347C7}"/>
              </a:ext>
            </a:extLst>
          </p:cNvPr>
          <p:cNvSpPr txBox="1"/>
          <p:nvPr/>
        </p:nvSpPr>
        <p:spPr>
          <a:xfrm>
            <a:off x="2601592" y="3779422"/>
            <a:ext cx="534122" cy="215444"/>
          </a:xfrm>
          <a:prstGeom prst="rect">
            <a:avLst/>
          </a:prstGeom>
          <a:noFill/>
        </p:spPr>
        <p:txBody>
          <a:bodyPr wrap="none" lIns="0" rIns="0" rtlCol="0" anchor="ctr" anchorCtr="0">
            <a:noAutofit/>
          </a:bodyPr>
          <a:lstStyle/>
          <a:p>
            <a:pPr algn="ctr"/>
            <a:r>
              <a:rPr lang="en-US" sz="800"/>
              <a:t>Refresh</a:t>
            </a:r>
          </a:p>
        </p:txBody>
      </p:sp>
      <p:sp>
        <p:nvSpPr>
          <p:cNvPr id="116" name="Graphic 272">
            <a:extLst>
              <a:ext uri="{FF2B5EF4-FFF2-40B4-BE49-F238E27FC236}">
                <a16:creationId xmlns:a16="http://schemas.microsoft.com/office/drawing/2014/main" id="{17B618A2-406F-4840-8127-DC55697B9921}"/>
              </a:ext>
            </a:extLst>
          </p:cNvPr>
          <p:cNvSpPr>
            <a:spLocks noChangeAspect="1"/>
          </p:cNvSpPr>
          <p:nvPr/>
        </p:nvSpPr>
        <p:spPr>
          <a:xfrm>
            <a:off x="5370592" y="3253532"/>
            <a:ext cx="533400" cy="457200"/>
          </a:xfrm>
          <a:custGeom>
            <a:avLst/>
            <a:gdLst>
              <a:gd name="connsiteX0" fmla="*/ 171450 w 533400"/>
              <a:gd name="connsiteY0" fmla="*/ 342900 h 457200"/>
              <a:gd name="connsiteX1" fmla="*/ 361950 w 533400"/>
              <a:gd name="connsiteY1" fmla="*/ 342900 h 457200"/>
              <a:gd name="connsiteX2" fmla="*/ 361950 w 533400"/>
              <a:gd name="connsiteY2" fmla="*/ 361950 h 457200"/>
              <a:gd name="connsiteX3" fmla="*/ 361950 w 533400"/>
              <a:gd name="connsiteY3" fmla="*/ 381000 h 457200"/>
              <a:gd name="connsiteX4" fmla="*/ 171450 w 533400"/>
              <a:gd name="connsiteY4" fmla="*/ 381000 h 457200"/>
              <a:gd name="connsiteX5" fmla="*/ 171450 w 533400"/>
              <a:gd name="connsiteY5" fmla="*/ 361950 h 457200"/>
              <a:gd name="connsiteX6" fmla="*/ 171450 w 533400"/>
              <a:gd name="connsiteY6" fmla="*/ 342900 h 457200"/>
              <a:gd name="connsiteX7" fmla="*/ 533400 w 533400"/>
              <a:gd name="connsiteY7" fmla="*/ 180975 h 457200"/>
              <a:gd name="connsiteX8" fmla="*/ 533400 w 533400"/>
              <a:gd name="connsiteY8" fmla="*/ 333375 h 457200"/>
              <a:gd name="connsiteX9" fmla="*/ 457200 w 533400"/>
              <a:gd name="connsiteY9" fmla="*/ 333375 h 457200"/>
              <a:gd name="connsiteX10" fmla="*/ 457200 w 533400"/>
              <a:gd name="connsiteY10" fmla="*/ 457200 h 457200"/>
              <a:gd name="connsiteX11" fmla="*/ 76200 w 533400"/>
              <a:gd name="connsiteY11" fmla="*/ 457200 h 457200"/>
              <a:gd name="connsiteX12" fmla="*/ 76200 w 533400"/>
              <a:gd name="connsiteY12" fmla="*/ 333375 h 457200"/>
              <a:gd name="connsiteX13" fmla="*/ 0 w 533400"/>
              <a:gd name="connsiteY13" fmla="*/ 333375 h 457200"/>
              <a:gd name="connsiteX14" fmla="*/ 0 w 533400"/>
              <a:gd name="connsiteY14" fmla="*/ 180975 h 457200"/>
              <a:gd name="connsiteX15" fmla="*/ 76200 w 533400"/>
              <a:gd name="connsiteY15" fmla="*/ 180975 h 457200"/>
              <a:gd name="connsiteX16" fmla="*/ 76200 w 533400"/>
              <a:gd name="connsiteY16" fmla="*/ 114300 h 457200"/>
              <a:gd name="connsiteX17" fmla="*/ 173374 w 533400"/>
              <a:gd name="connsiteY17" fmla="*/ 114300 h 457200"/>
              <a:gd name="connsiteX18" fmla="*/ 247650 w 533400"/>
              <a:gd name="connsiteY18" fmla="*/ 40024 h 457200"/>
              <a:gd name="connsiteX19" fmla="*/ 247650 w 533400"/>
              <a:gd name="connsiteY19" fmla="*/ 0 h 457200"/>
              <a:gd name="connsiteX20" fmla="*/ 266700 w 533400"/>
              <a:gd name="connsiteY20" fmla="*/ 0 h 457200"/>
              <a:gd name="connsiteX21" fmla="*/ 285750 w 533400"/>
              <a:gd name="connsiteY21" fmla="*/ 0 h 457200"/>
              <a:gd name="connsiteX22" fmla="*/ 285750 w 533400"/>
              <a:gd name="connsiteY22" fmla="*/ 40024 h 457200"/>
              <a:gd name="connsiteX23" fmla="*/ 360026 w 533400"/>
              <a:gd name="connsiteY23" fmla="*/ 114300 h 457200"/>
              <a:gd name="connsiteX24" fmla="*/ 457200 w 533400"/>
              <a:gd name="connsiteY24" fmla="*/ 114300 h 457200"/>
              <a:gd name="connsiteX25" fmla="*/ 457200 w 533400"/>
              <a:gd name="connsiteY25" fmla="*/ 180975 h 457200"/>
              <a:gd name="connsiteX26" fmla="*/ 533400 w 533400"/>
              <a:gd name="connsiteY26" fmla="*/ 180975 h 457200"/>
              <a:gd name="connsiteX27" fmla="*/ 495300 w 533400"/>
              <a:gd name="connsiteY27" fmla="*/ 219075 h 457200"/>
              <a:gd name="connsiteX28" fmla="*/ 457200 w 533400"/>
              <a:gd name="connsiteY28" fmla="*/ 219075 h 457200"/>
              <a:gd name="connsiteX29" fmla="*/ 457200 w 533400"/>
              <a:gd name="connsiteY29" fmla="*/ 295275 h 457200"/>
              <a:gd name="connsiteX30" fmla="*/ 495300 w 533400"/>
              <a:gd name="connsiteY30" fmla="*/ 295275 h 457200"/>
              <a:gd name="connsiteX31" fmla="*/ 495300 w 533400"/>
              <a:gd name="connsiteY31" fmla="*/ 219075 h 457200"/>
              <a:gd name="connsiteX32" fmla="*/ 419100 w 533400"/>
              <a:gd name="connsiteY32" fmla="*/ 180975 h 457200"/>
              <a:gd name="connsiteX33" fmla="*/ 419100 w 533400"/>
              <a:gd name="connsiteY33" fmla="*/ 152400 h 457200"/>
              <a:gd name="connsiteX34" fmla="*/ 114300 w 533400"/>
              <a:gd name="connsiteY34" fmla="*/ 152400 h 457200"/>
              <a:gd name="connsiteX35" fmla="*/ 114300 w 533400"/>
              <a:gd name="connsiteY35" fmla="*/ 180975 h 457200"/>
              <a:gd name="connsiteX36" fmla="*/ 114300 w 533400"/>
              <a:gd name="connsiteY36" fmla="*/ 333375 h 457200"/>
              <a:gd name="connsiteX37" fmla="*/ 114300 w 533400"/>
              <a:gd name="connsiteY37" fmla="*/ 419100 h 457200"/>
              <a:gd name="connsiteX38" fmla="*/ 419100 w 533400"/>
              <a:gd name="connsiteY38" fmla="*/ 419100 h 457200"/>
              <a:gd name="connsiteX39" fmla="*/ 419100 w 533400"/>
              <a:gd name="connsiteY39" fmla="*/ 333375 h 457200"/>
              <a:gd name="connsiteX40" fmla="*/ 419100 w 533400"/>
              <a:gd name="connsiteY40" fmla="*/ 180975 h 457200"/>
              <a:gd name="connsiteX41" fmla="*/ 38100 w 533400"/>
              <a:gd name="connsiteY41" fmla="*/ 295275 h 457200"/>
              <a:gd name="connsiteX42" fmla="*/ 76200 w 533400"/>
              <a:gd name="connsiteY42" fmla="*/ 295275 h 457200"/>
              <a:gd name="connsiteX43" fmla="*/ 76200 w 533400"/>
              <a:gd name="connsiteY43" fmla="*/ 219075 h 457200"/>
              <a:gd name="connsiteX44" fmla="*/ 38100 w 533400"/>
              <a:gd name="connsiteY44" fmla="*/ 219075 h 457200"/>
              <a:gd name="connsiteX45" fmla="*/ 38100 w 533400"/>
              <a:gd name="connsiteY45" fmla="*/ 295275 h 457200"/>
              <a:gd name="connsiteX46" fmla="*/ 212884 w 533400"/>
              <a:gd name="connsiteY46" fmla="*/ 114300 h 457200"/>
              <a:gd name="connsiteX47" fmla="*/ 320516 w 533400"/>
              <a:gd name="connsiteY47" fmla="*/ 114300 h 457200"/>
              <a:gd name="connsiteX48" fmla="*/ 266700 w 533400"/>
              <a:gd name="connsiteY48" fmla="*/ 76200 h 457200"/>
              <a:gd name="connsiteX49" fmla="*/ 212884 w 533400"/>
              <a:gd name="connsiteY49" fmla="*/ 114300 h 457200"/>
              <a:gd name="connsiteX50" fmla="*/ 238125 w 533400"/>
              <a:gd name="connsiteY50" fmla="*/ 219075 h 457200"/>
              <a:gd name="connsiteX51" fmla="*/ 161925 w 533400"/>
              <a:gd name="connsiteY51" fmla="*/ 219075 h 457200"/>
              <a:gd name="connsiteX52" fmla="*/ 161925 w 533400"/>
              <a:gd name="connsiteY52" fmla="*/ 295275 h 457200"/>
              <a:gd name="connsiteX53" fmla="*/ 238125 w 533400"/>
              <a:gd name="connsiteY53" fmla="*/ 295275 h 457200"/>
              <a:gd name="connsiteX54" fmla="*/ 238125 w 533400"/>
              <a:gd name="connsiteY54" fmla="*/ 219075 h 457200"/>
              <a:gd name="connsiteX55" fmla="*/ 295275 w 533400"/>
              <a:gd name="connsiteY55" fmla="*/ 295275 h 457200"/>
              <a:gd name="connsiteX56" fmla="*/ 371475 w 533400"/>
              <a:gd name="connsiteY56" fmla="*/ 295275 h 457200"/>
              <a:gd name="connsiteX57" fmla="*/ 371475 w 533400"/>
              <a:gd name="connsiteY57" fmla="*/ 219075 h 457200"/>
              <a:gd name="connsiteX58" fmla="*/ 295275 w 533400"/>
              <a:gd name="connsiteY58" fmla="*/ 219075 h 457200"/>
              <a:gd name="connsiteX59" fmla="*/ 295275 w 533400"/>
              <a:gd name="connsiteY59" fmla="*/ 295275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33400" h="457200">
                <a:moveTo>
                  <a:pt x="171450" y="342900"/>
                </a:moveTo>
                <a:lnTo>
                  <a:pt x="361950" y="342900"/>
                </a:lnTo>
                <a:lnTo>
                  <a:pt x="361950" y="361950"/>
                </a:lnTo>
                <a:lnTo>
                  <a:pt x="361950" y="381000"/>
                </a:lnTo>
                <a:lnTo>
                  <a:pt x="171450" y="381000"/>
                </a:lnTo>
                <a:lnTo>
                  <a:pt x="171450" y="361950"/>
                </a:lnTo>
                <a:lnTo>
                  <a:pt x="171450" y="342900"/>
                </a:lnTo>
                <a:close/>
                <a:moveTo>
                  <a:pt x="533400" y="180975"/>
                </a:moveTo>
                <a:lnTo>
                  <a:pt x="533400" y="333375"/>
                </a:lnTo>
                <a:lnTo>
                  <a:pt x="457200" y="333375"/>
                </a:lnTo>
                <a:lnTo>
                  <a:pt x="457200" y="457200"/>
                </a:lnTo>
                <a:lnTo>
                  <a:pt x="76200" y="457200"/>
                </a:lnTo>
                <a:lnTo>
                  <a:pt x="76200" y="333375"/>
                </a:lnTo>
                <a:lnTo>
                  <a:pt x="0" y="333375"/>
                </a:lnTo>
                <a:lnTo>
                  <a:pt x="0" y="180975"/>
                </a:lnTo>
                <a:lnTo>
                  <a:pt x="76200" y="180975"/>
                </a:lnTo>
                <a:lnTo>
                  <a:pt x="76200" y="114300"/>
                </a:lnTo>
                <a:lnTo>
                  <a:pt x="173374" y="114300"/>
                </a:lnTo>
                <a:cubicBezTo>
                  <a:pt x="180965" y="77029"/>
                  <a:pt x="210388" y="47615"/>
                  <a:pt x="247650" y="40024"/>
                </a:cubicBezTo>
                <a:lnTo>
                  <a:pt x="247650" y="0"/>
                </a:lnTo>
                <a:lnTo>
                  <a:pt x="266700" y="0"/>
                </a:lnTo>
                <a:lnTo>
                  <a:pt x="285750" y="0"/>
                </a:lnTo>
                <a:lnTo>
                  <a:pt x="285750" y="40024"/>
                </a:lnTo>
                <a:cubicBezTo>
                  <a:pt x="323012" y="47615"/>
                  <a:pt x="352435" y="77038"/>
                  <a:pt x="360026" y="114300"/>
                </a:cubicBezTo>
                <a:lnTo>
                  <a:pt x="457200" y="114300"/>
                </a:lnTo>
                <a:lnTo>
                  <a:pt x="457200" y="180975"/>
                </a:lnTo>
                <a:lnTo>
                  <a:pt x="533400" y="180975"/>
                </a:lnTo>
                <a:close/>
                <a:moveTo>
                  <a:pt x="495300" y="219075"/>
                </a:moveTo>
                <a:lnTo>
                  <a:pt x="457200" y="219075"/>
                </a:lnTo>
                <a:lnTo>
                  <a:pt x="457200" y="295275"/>
                </a:lnTo>
                <a:lnTo>
                  <a:pt x="495300" y="295275"/>
                </a:lnTo>
                <a:lnTo>
                  <a:pt x="495300" y="219075"/>
                </a:lnTo>
                <a:close/>
                <a:moveTo>
                  <a:pt x="419100" y="180975"/>
                </a:moveTo>
                <a:lnTo>
                  <a:pt x="419100" y="152400"/>
                </a:lnTo>
                <a:lnTo>
                  <a:pt x="114300" y="152400"/>
                </a:lnTo>
                <a:lnTo>
                  <a:pt x="114300" y="180975"/>
                </a:lnTo>
                <a:lnTo>
                  <a:pt x="114300" y="333375"/>
                </a:lnTo>
                <a:lnTo>
                  <a:pt x="114300" y="419100"/>
                </a:lnTo>
                <a:lnTo>
                  <a:pt x="419100" y="419100"/>
                </a:lnTo>
                <a:lnTo>
                  <a:pt x="419100" y="333375"/>
                </a:lnTo>
                <a:lnTo>
                  <a:pt x="419100" y="180975"/>
                </a:lnTo>
                <a:close/>
                <a:moveTo>
                  <a:pt x="38100" y="295275"/>
                </a:moveTo>
                <a:lnTo>
                  <a:pt x="76200" y="295275"/>
                </a:lnTo>
                <a:lnTo>
                  <a:pt x="76200" y="219075"/>
                </a:lnTo>
                <a:lnTo>
                  <a:pt x="38100" y="219075"/>
                </a:lnTo>
                <a:lnTo>
                  <a:pt x="38100" y="295275"/>
                </a:lnTo>
                <a:close/>
                <a:moveTo>
                  <a:pt x="212884" y="114300"/>
                </a:moveTo>
                <a:lnTo>
                  <a:pt x="320516" y="114300"/>
                </a:lnTo>
                <a:cubicBezTo>
                  <a:pt x="312649" y="92135"/>
                  <a:pt x="291532" y="76200"/>
                  <a:pt x="266700" y="76200"/>
                </a:cubicBezTo>
                <a:cubicBezTo>
                  <a:pt x="241868" y="76200"/>
                  <a:pt x="220751" y="92135"/>
                  <a:pt x="212884" y="114300"/>
                </a:cubicBezTo>
                <a:close/>
                <a:moveTo>
                  <a:pt x="238125" y="219075"/>
                </a:moveTo>
                <a:lnTo>
                  <a:pt x="161925" y="219075"/>
                </a:lnTo>
                <a:lnTo>
                  <a:pt x="161925" y="295275"/>
                </a:lnTo>
                <a:lnTo>
                  <a:pt x="238125" y="295275"/>
                </a:lnTo>
                <a:lnTo>
                  <a:pt x="238125" y="219075"/>
                </a:lnTo>
                <a:close/>
                <a:moveTo>
                  <a:pt x="295275" y="295275"/>
                </a:moveTo>
                <a:lnTo>
                  <a:pt x="371475" y="295275"/>
                </a:lnTo>
                <a:lnTo>
                  <a:pt x="371475" y="219075"/>
                </a:lnTo>
                <a:lnTo>
                  <a:pt x="295275" y="219075"/>
                </a:lnTo>
                <a:lnTo>
                  <a:pt x="295275" y="295275"/>
                </a:lnTo>
                <a:close/>
              </a:path>
            </a:pathLst>
          </a:custGeom>
          <a:solidFill>
            <a:schemeClr val="tx2"/>
          </a:solidFill>
          <a:ln w="9525" cap="flat">
            <a:noFill/>
            <a:prstDash val="solid"/>
            <a:miter/>
          </a:ln>
        </p:spPr>
        <p:txBody>
          <a:bodyPr rtlCol="0" anchor="ctr"/>
          <a:lstStyle/>
          <a:p>
            <a:endParaRPr lang="en-US"/>
          </a:p>
        </p:txBody>
      </p:sp>
      <p:sp>
        <p:nvSpPr>
          <p:cNvPr id="117" name="TextBox 36">
            <a:extLst>
              <a:ext uri="{FF2B5EF4-FFF2-40B4-BE49-F238E27FC236}">
                <a16:creationId xmlns:a16="http://schemas.microsoft.com/office/drawing/2014/main" id="{F862365A-765D-6D48-A522-BD788D0FCC96}"/>
              </a:ext>
            </a:extLst>
          </p:cNvPr>
          <p:cNvSpPr txBox="1"/>
          <p:nvPr/>
        </p:nvSpPr>
        <p:spPr>
          <a:xfrm>
            <a:off x="5288478" y="3779422"/>
            <a:ext cx="697628" cy="215444"/>
          </a:xfrm>
          <a:prstGeom prst="rect">
            <a:avLst/>
          </a:prstGeom>
          <a:noFill/>
        </p:spPr>
        <p:txBody>
          <a:bodyPr wrap="none" lIns="0" rIns="0" rtlCol="0" anchor="ctr" anchorCtr="0">
            <a:noAutofit/>
          </a:bodyPr>
          <a:lstStyle/>
          <a:p>
            <a:pPr algn="ctr"/>
            <a:r>
              <a:rPr lang="en-US" sz="800"/>
              <a:t>Robot face</a:t>
            </a:r>
          </a:p>
        </p:txBody>
      </p:sp>
      <p:sp>
        <p:nvSpPr>
          <p:cNvPr id="119" name="Freeform: Shape 29">
            <a:extLst>
              <a:ext uri="{FF2B5EF4-FFF2-40B4-BE49-F238E27FC236}">
                <a16:creationId xmlns:a16="http://schemas.microsoft.com/office/drawing/2014/main" id="{193FDFCF-E043-C241-9E61-333C81024AE3}"/>
              </a:ext>
            </a:extLst>
          </p:cNvPr>
          <p:cNvSpPr>
            <a:spLocks noChangeAspect="1"/>
          </p:cNvSpPr>
          <p:nvPr/>
        </p:nvSpPr>
        <p:spPr>
          <a:xfrm>
            <a:off x="797175" y="3210670"/>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59569 w 542925"/>
              <a:gd name="connsiteY10" fmla="*/ 207074 h 542925"/>
              <a:gd name="connsiteX11" fmla="*/ 273844 w 542925"/>
              <a:gd name="connsiteY11" fmla="*/ 121349 h 542925"/>
              <a:gd name="connsiteX12" fmla="*/ 188119 w 542925"/>
              <a:gd name="connsiteY12" fmla="*/ 207074 h 542925"/>
              <a:gd name="connsiteX13" fmla="*/ 220218 w 542925"/>
              <a:gd name="connsiteY13" fmla="*/ 273844 h 542925"/>
              <a:gd name="connsiteX14" fmla="*/ 159544 w 542925"/>
              <a:gd name="connsiteY14" fmla="*/ 273844 h 542925"/>
              <a:gd name="connsiteX15" fmla="*/ 159544 w 542925"/>
              <a:gd name="connsiteY15" fmla="*/ 407194 h 542925"/>
              <a:gd name="connsiteX16" fmla="*/ 197644 w 542925"/>
              <a:gd name="connsiteY16" fmla="*/ 407194 h 542925"/>
              <a:gd name="connsiteX17" fmla="*/ 197644 w 542925"/>
              <a:gd name="connsiteY17" fmla="*/ 311944 h 542925"/>
              <a:gd name="connsiteX18" fmla="*/ 350044 w 542925"/>
              <a:gd name="connsiteY18" fmla="*/ 311944 h 542925"/>
              <a:gd name="connsiteX19" fmla="*/ 350044 w 542925"/>
              <a:gd name="connsiteY19" fmla="*/ 407194 h 542925"/>
              <a:gd name="connsiteX20" fmla="*/ 388144 w 542925"/>
              <a:gd name="connsiteY20" fmla="*/ 407194 h 542925"/>
              <a:gd name="connsiteX21" fmla="*/ 388144 w 542925"/>
              <a:gd name="connsiteY21" fmla="*/ 273844 h 542925"/>
              <a:gd name="connsiteX22" fmla="*/ 327470 w 542925"/>
              <a:gd name="connsiteY22" fmla="*/ 273844 h 542925"/>
              <a:gd name="connsiteX23" fmla="*/ 359569 w 542925"/>
              <a:gd name="connsiteY23" fmla="*/ 207074 h 542925"/>
              <a:gd name="connsiteX24" fmla="*/ 273844 w 542925"/>
              <a:gd name="connsiteY24" fmla="*/ 159449 h 542925"/>
              <a:gd name="connsiteX25" fmla="*/ 321469 w 542925"/>
              <a:gd name="connsiteY25" fmla="*/ 207074 h 542925"/>
              <a:gd name="connsiteX26" fmla="*/ 273844 w 542925"/>
              <a:gd name="connsiteY26" fmla="*/ 254699 h 542925"/>
              <a:gd name="connsiteX27" fmla="*/ 226219 w 542925"/>
              <a:gd name="connsiteY27" fmla="*/ 207074 h 542925"/>
              <a:gd name="connsiteX28" fmla="*/ 273844 w 542925"/>
              <a:gd name="connsiteY28" fmla="*/ 159449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42925" h="542925">
                <a:moveTo>
                  <a:pt x="273844" y="7144"/>
                </a:moveTo>
                <a:cubicBezTo>
                  <a:pt x="126778" y="7144"/>
                  <a:pt x="7144" y="126778"/>
                  <a:pt x="7144" y="273844"/>
                </a:cubicBezTo>
                <a:cubicBezTo>
                  <a:pt x="7144" y="420910"/>
                  <a:pt x="126778" y="540544"/>
                  <a:pt x="273844" y="540544"/>
                </a:cubicBezTo>
                <a:cubicBezTo>
                  <a:pt x="420910" y="540544"/>
                  <a:pt x="540544" y="420910"/>
                  <a:pt x="540544" y="273844"/>
                </a:cubicBezTo>
                <a:cubicBezTo>
                  <a:pt x="540544" y="126778"/>
                  <a:pt x="42091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955" y="502444"/>
                  <a:pt x="273844" y="502444"/>
                </a:cubicBezTo>
                <a:close/>
                <a:moveTo>
                  <a:pt x="359569" y="207074"/>
                </a:moveTo>
                <a:cubicBezTo>
                  <a:pt x="359569" y="159830"/>
                  <a:pt x="321088" y="121349"/>
                  <a:pt x="273844" y="121349"/>
                </a:cubicBezTo>
                <a:cubicBezTo>
                  <a:pt x="226600" y="121349"/>
                  <a:pt x="188119" y="159830"/>
                  <a:pt x="188119" y="207074"/>
                </a:cubicBezTo>
                <a:cubicBezTo>
                  <a:pt x="188119" y="234029"/>
                  <a:pt x="200692" y="258128"/>
                  <a:pt x="220218" y="273844"/>
                </a:cubicBezTo>
                <a:lnTo>
                  <a:pt x="159544" y="273844"/>
                </a:lnTo>
                <a:lnTo>
                  <a:pt x="159544" y="407194"/>
                </a:lnTo>
                <a:lnTo>
                  <a:pt x="197644" y="407194"/>
                </a:lnTo>
                <a:lnTo>
                  <a:pt x="197644" y="311944"/>
                </a:lnTo>
                <a:lnTo>
                  <a:pt x="350044" y="311944"/>
                </a:lnTo>
                <a:lnTo>
                  <a:pt x="350044" y="407194"/>
                </a:lnTo>
                <a:lnTo>
                  <a:pt x="388144" y="407194"/>
                </a:lnTo>
                <a:lnTo>
                  <a:pt x="388144" y="273844"/>
                </a:lnTo>
                <a:lnTo>
                  <a:pt x="327470" y="273844"/>
                </a:lnTo>
                <a:cubicBezTo>
                  <a:pt x="346996" y="258223"/>
                  <a:pt x="359569" y="234125"/>
                  <a:pt x="359569" y="207074"/>
                </a:cubicBezTo>
                <a:close/>
                <a:moveTo>
                  <a:pt x="273844" y="159449"/>
                </a:moveTo>
                <a:cubicBezTo>
                  <a:pt x="300133" y="159449"/>
                  <a:pt x="321469" y="180785"/>
                  <a:pt x="321469" y="207074"/>
                </a:cubicBezTo>
                <a:cubicBezTo>
                  <a:pt x="321469" y="233363"/>
                  <a:pt x="300133" y="254699"/>
                  <a:pt x="273844" y="254699"/>
                </a:cubicBezTo>
                <a:cubicBezTo>
                  <a:pt x="247555" y="254699"/>
                  <a:pt x="226219" y="233363"/>
                  <a:pt x="226219" y="207074"/>
                </a:cubicBezTo>
                <a:cubicBezTo>
                  <a:pt x="226219" y="180785"/>
                  <a:pt x="247650" y="159449"/>
                  <a:pt x="273844" y="159449"/>
                </a:cubicBezTo>
                <a:close/>
              </a:path>
            </a:pathLst>
          </a:custGeom>
          <a:solidFill>
            <a:schemeClr val="tx2"/>
          </a:solidFill>
          <a:ln w="9525" cap="flat">
            <a:noFill/>
            <a:prstDash val="solid"/>
            <a:miter/>
          </a:ln>
        </p:spPr>
        <p:txBody>
          <a:bodyPr rtlCol="0" anchor="ctr"/>
          <a:lstStyle/>
          <a:p>
            <a:endParaRPr lang="en-US"/>
          </a:p>
        </p:txBody>
      </p:sp>
      <p:sp>
        <p:nvSpPr>
          <p:cNvPr id="120" name="TextBox 37">
            <a:extLst>
              <a:ext uri="{FF2B5EF4-FFF2-40B4-BE49-F238E27FC236}">
                <a16:creationId xmlns:a16="http://schemas.microsoft.com/office/drawing/2014/main" id="{D119DC2C-1F75-A749-8AA8-0EF2983CFA2E}"/>
              </a:ext>
            </a:extLst>
          </p:cNvPr>
          <p:cNvSpPr txBox="1"/>
          <p:nvPr/>
        </p:nvSpPr>
        <p:spPr>
          <a:xfrm>
            <a:off x="694175" y="3779422"/>
            <a:ext cx="748924" cy="215444"/>
          </a:xfrm>
          <a:prstGeom prst="rect">
            <a:avLst/>
          </a:prstGeom>
          <a:noFill/>
        </p:spPr>
        <p:txBody>
          <a:bodyPr wrap="none" lIns="0" rIns="0" rtlCol="0" anchor="ctr" anchorCtr="0">
            <a:noAutofit/>
          </a:bodyPr>
          <a:lstStyle/>
          <a:p>
            <a:pPr algn="ctr"/>
            <a:r>
              <a:rPr lang="en-US" sz="800"/>
              <a:t>Profile circle</a:t>
            </a:r>
          </a:p>
        </p:txBody>
      </p:sp>
      <p:sp>
        <p:nvSpPr>
          <p:cNvPr id="122" name="Freeform: Shape 190">
            <a:extLst>
              <a:ext uri="{FF2B5EF4-FFF2-40B4-BE49-F238E27FC236}">
                <a16:creationId xmlns:a16="http://schemas.microsoft.com/office/drawing/2014/main" id="{20030FDB-6963-FA44-B7D5-84C02FCDE6EE}"/>
              </a:ext>
            </a:extLst>
          </p:cNvPr>
          <p:cNvSpPr>
            <a:spLocks noChangeAspect="1"/>
          </p:cNvSpPr>
          <p:nvPr/>
        </p:nvSpPr>
        <p:spPr>
          <a:xfrm>
            <a:off x="4527577" y="1305534"/>
            <a:ext cx="333375" cy="542925"/>
          </a:xfrm>
          <a:custGeom>
            <a:avLst/>
            <a:gdLst>
              <a:gd name="connsiteX0" fmla="*/ 308610 w 333375"/>
              <a:gd name="connsiteY0" fmla="*/ 7144 h 542925"/>
              <a:gd name="connsiteX1" fmla="*/ 30766 w 333375"/>
              <a:gd name="connsiteY1" fmla="*/ 7144 h 542925"/>
              <a:gd name="connsiteX2" fmla="*/ 7144 w 333375"/>
              <a:gd name="connsiteY2" fmla="*/ 30766 h 542925"/>
              <a:gd name="connsiteX3" fmla="*/ 7144 w 333375"/>
              <a:gd name="connsiteY3" fmla="*/ 516922 h 542925"/>
              <a:gd name="connsiteX4" fmla="*/ 30766 w 333375"/>
              <a:gd name="connsiteY4" fmla="*/ 540544 h 542925"/>
              <a:gd name="connsiteX5" fmla="*/ 308610 w 333375"/>
              <a:gd name="connsiteY5" fmla="*/ 540544 h 542925"/>
              <a:gd name="connsiteX6" fmla="*/ 332232 w 333375"/>
              <a:gd name="connsiteY6" fmla="*/ 516922 h 542925"/>
              <a:gd name="connsiteX7" fmla="*/ 332232 w 333375"/>
              <a:gd name="connsiteY7" fmla="*/ 30766 h 542925"/>
              <a:gd name="connsiteX8" fmla="*/ 308610 w 333375"/>
              <a:gd name="connsiteY8" fmla="*/ 7144 h 542925"/>
              <a:gd name="connsiteX9" fmla="*/ 294132 w 333375"/>
              <a:gd name="connsiteY9" fmla="*/ 45244 h 542925"/>
              <a:gd name="connsiteX10" fmla="*/ 294132 w 333375"/>
              <a:gd name="connsiteY10" fmla="*/ 83344 h 542925"/>
              <a:gd name="connsiteX11" fmla="*/ 45244 w 333375"/>
              <a:gd name="connsiteY11" fmla="*/ 83344 h 542925"/>
              <a:gd name="connsiteX12" fmla="*/ 45244 w 333375"/>
              <a:gd name="connsiteY12" fmla="*/ 45244 h 542925"/>
              <a:gd name="connsiteX13" fmla="*/ 294132 w 333375"/>
              <a:gd name="connsiteY13" fmla="*/ 45244 h 542925"/>
              <a:gd name="connsiteX14" fmla="*/ 294132 w 333375"/>
              <a:gd name="connsiteY14" fmla="*/ 121444 h 542925"/>
              <a:gd name="connsiteX15" fmla="*/ 294132 w 333375"/>
              <a:gd name="connsiteY15" fmla="*/ 388144 h 542925"/>
              <a:gd name="connsiteX16" fmla="*/ 45244 w 333375"/>
              <a:gd name="connsiteY16" fmla="*/ 388144 h 542925"/>
              <a:gd name="connsiteX17" fmla="*/ 45244 w 333375"/>
              <a:gd name="connsiteY17" fmla="*/ 121444 h 542925"/>
              <a:gd name="connsiteX18" fmla="*/ 294132 w 333375"/>
              <a:gd name="connsiteY18" fmla="*/ 121444 h 542925"/>
              <a:gd name="connsiteX19" fmla="*/ 45339 w 333375"/>
              <a:gd name="connsiteY19" fmla="*/ 502444 h 542925"/>
              <a:gd name="connsiteX20" fmla="*/ 45339 w 333375"/>
              <a:gd name="connsiteY20" fmla="*/ 426244 h 542925"/>
              <a:gd name="connsiteX21" fmla="*/ 294227 w 333375"/>
              <a:gd name="connsiteY21" fmla="*/ 426244 h 542925"/>
              <a:gd name="connsiteX22" fmla="*/ 294227 w 333375"/>
              <a:gd name="connsiteY22" fmla="*/ 502444 h 542925"/>
              <a:gd name="connsiteX23" fmla="*/ 45339 w 333375"/>
              <a:gd name="connsiteY23" fmla="*/ 502444 h 542925"/>
              <a:gd name="connsiteX24" fmla="*/ 188785 w 333375"/>
              <a:gd name="connsiteY24" fmla="*/ 464344 h 542925"/>
              <a:gd name="connsiteX25" fmla="*/ 169735 w 333375"/>
              <a:gd name="connsiteY25" fmla="*/ 483394 h 542925"/>
              <a:gd name="connsiteX26" fmla="*/ 150685 w 333375"/>
              <a:gd name="connsiteY26" fmla="*/ 464344 h 542925"/>
              <a:gd name="connsiteX27" fmla="*/ 169735 w 333375"/>
              <a:gd name="connsiteY27" fmla="*/ 445294 h 542925"/>
              <a:gd name="connsiteX28" fmla="*/ 188785 w 333375"/>
              <a:gd name="connsiteY28" fmla="*/ 4643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3375" h="542925">
                <a:moveTo>
                  <a:pt x="308610" y="7144"/>
                </a:moveTo>
                <a:lnTo>
                  <a:pt x="30766" y="7144"/>
                </a:lnTo>
                <a:cubicBezTo>
                  <a:pt x="17716" y="7144"/>
                  <a:pt x="7144" y="17717"/>
                  <a:pt x="7144" y="30766"/>
                </a:cubicBezTo>
                <a:lnTo>
                  <a:pt x="7144" y="516922"/>
                </a:lnTo>
                <a:cubicBezTo>
                  <a:pt x="7144" y="529971"/>
                  <a:pt x="17716" y="540544"/>
                  <a:pt x="30766" y="540544"/>
                </a:cubicBezTo>
                <a:lnTo>
                  <a:pt x="308610" y="540544"/>
                </a:lnTo>
                <a:cubicBezTo>
                  <a:pt x="321659" y="540544"/>
                  <a:pt x="332232" y="529971"/>
                  <a:pt x="332232" y="516922"/>
                </a:cubicBezTo>
                <a:lnTo>
                  <a:pt x="332232" y="30766"/>
                </a:lnTo>
                <a:cubicBezTo>
                  <a:pt x="332232" y="17717"/>
                  <a:pt x="321659" y="7144"/>
                  <a:pt x="308610" y="7144"/>
                </a:cubicBezTo>
                <a:close/>
                <a:moveTo>
                  <a:pt x="294132" y="45244"/>
                </a:moveTo>
                <a:lnTo>
                  <a:pt x="294132" y="83344"/>
                </a:lnTo>
                <a:lnTo>
                  <a:pt x="45244" y="83344"/>
                </a:lnTo>
                <a:lnTo>
                  <a:pt x="45244" y="45244"/>
                </a:lnTo>
                <a:lnTo>
                  <a:pt x="294132" y="45244"/>
                </a:lnTo>
                <a:close/>
                <a:moveTo>
                  <a:pt x="294132" y="121444"/>
                </a:moveTo>
                <a:lnTo>
                  <a:pt x="294132" y="388144"/>
                </a:lnTo>
                <a:lnTo>
                  <a:pt x="45244" y="388144"/>
                </a:lnTo>
                <a:lnTo>
                  <a:pt x="45244" y="121444"/>
                </a:lnTo>
                <a:lnTo>
                  <a:pt x="294132" y="121444"/>
                </a:lnTo>
                <a:close/>
                <a:moveTo>
                  <a:pt x="45339" y="502444"/>
                </a:moveTo>
                <a:lnTo>
                  <a:pt x="45339" y="426244"/>
                </a:lnTo>
                <a:lnTo>
                  <a:pt x="294227" y="426244"/>
                </a:lnTo>
                <a:lnTo>
                  <a:pt x="294227" y="502444"/>
                </a:lnTo>
                <a:lnTo>
                  <a:pt x="45339" y="502444"/>
                </a:lnTo>
                <a:close/>
                <a:moveTo>
                  <a:pt x="188785" y="464344"/>
                </a:moveTo>
                <a:cubicBezTo>
                  <a:pt x="188785" y="474821"/>
                  <a:pt x="180213" y="483394"/>
                  <a:pt x="169735" y="483394"/>
                </a:cubicBezTo>
                <a:cubicBezTo>
                  <a:pt x="159258" y="483394"/>
                  <a:pt x="150685" y="474821"/>
                  <a:pt x="150685" y="464344"/>
                </a:cubicBezTo>
                <a:cubicBezTo>
                  <a:pt x="150685" y="453866"/>
                  <a:pt x="159258" y="445294"/>
                  <a:pt x="169735" y="445294"/>
                </a:cubicBezTo>
                <a:cubicBezTo>
                  <a:pt x="180213" y="445294"/>
                  <a:pt x="188785" y="453866"/>
                  <a:pt x="188785" y="464344"/>
                </a:cubicBezTo>
                <a:close/>
              </a:path>
            </a:pathLst>
          </a:custGeom>
          <a:solidFill>
            <a:schemeClr val="tx2"/>
          </a:solidFill>
          <a:ln w="9525" cap="flat">
            <a:noFill/>
            <a:prstDash val="solid"/>
            <a:miter/>
          </a:ln>
        </p:spPr>
        <p:txBody>
          <a:bodyPr rtlCol="0" anchor="ctr"/>
          <a:lstStyle/>
          <a:p>
            <a:endParaRPr lang="en-US"/>
          </a:p>
        </p:txBody>
      </p:sp>
      <p:sp>
        <p:nvSpPr>
          <p:cNvPr id="123" name="TextBox 38">
            <a:extLst>
              <a:ext uri="{FF2B5EF4-FFF2-40B4-BE49-F238E27FC236}">
                <a16:creationId xmlns:a16="http://schemas.microsoft.com/office/drawing/2014/main" id="{3E56EA22-1544-6141-82BE-7D370067C7B7}"/>
              </a:ext>
            </a:extLst>
          </p:cNvPr>
          <p:cNvSpPr txBox="1"/>
          <p:nvPr/>
        </p:nvSpPr>
        <p:spPr>
          <a:xfrm>
            <a:off x="4444837" y="1914780"/>
            <a:ext cx="498855" cy="215444"/>
          </a:xfrm>
          <a:prstGeom prst="rect">
            <a:avLst/>
          </a:prstGeom>
          <a:noFill/>
        </p:spPr>
        <p:txBody>
          <a:bodyPr wrap="none" lIns="0" rIns="0" rtlCol="0" anchor="ctr" anchorCtr="0">
            <a:noAutofit/>
          </a:bodyPr>
          <a:lstStyle/>
          <a:p>
            <a:pPr algn="ctr"/>
            <a:r>
              <a:rPr lang="en-US" sz="800"/>
              <a:t>Mobile</a:t>
            </a:r>
          </a:p>
        </p:txBody>
      </p:sp>
      <p:sp>
        <p:nvSpPr>
          <p:cNvPr id="125" name="Freeform: Shape 176">
            <a:extLst>
              <a:ext uri="{FF2B5EF4-FFF2-40B4-BE49-F238E27FC236}">
                <a16:creationId xmlns:a16="http://schemas.microsoft.com/office/drawing/2014/main" id="{85F735CC-0370-E146-9010-6473E9D19795}"/>
              </a:ext>
            </a:extLst>
          </p:cNvPr>
          <p:cNvSpPr>
            <a:spLocks noChangeAspect="1"/>
          </p:cNvSpPr>
          <p:nvPr/>
        </p:nvSpPr>
        <p:spPr>
          <a:xfrm>
            <a:off x="2616242" y="1396021"/>
            <a:ext cx="504825" cy="361950"/>
          </a:xfrm>
          <a:custGeom>
            <a:avLst/>
            <a:gdLst>
              <a:gd name="connsiteX0" fmla="*/ 7144 w 504825"/>
              <a:gd name="connsiteY0" fmla="*/ 7144 h 361950"/>
              <a:gd name="connsiteX1" fmla="*/ 7144 w 504825"/>
              <a:gd name="connsiteY1" fmla="*/ 359569 h 361950"/>
              <a:gd name="connsiteX2" fmla="*/ 502444 w 504825"/>
              <a:gd name="connsiteY2" fmla="*/ 359569 h 361950"/>
              <a:gd name="connsiteX3" fmla="*/ 502444 w 504825"/>
              <a:gd name="connsiteY3" fmla="*/ 7144 h 361950"/>
              <a:gd name="connsiteX4" fmla="*/ 7144 w 504825"/>
              <a:gd name="connsiteY4" fmla="*/ 7144 h 361950"/>
              <a:gd name="connsiteX5" fmla="*/ 464344 w 504825"/>
              <a:gd name="connsiteY5" fmla="*/ 300800 h 361950"/>
              <a:gd name="connsiteX6" fmla="*/ 326613 w 504825"/>
              <a:gd name="connsiteY6" fmla="*/ 198692 h 361950"/>
              <a:gd name="connsiteX7" fmla="*/ 464344 w 504825"/>
              <a:gd name="connsiteY7" fmla="*/ 85630 h 361950"/>
              <a:gd name="connsiteX8" fmla="*/ 464344 w 504825"/>
              <a:gd name="connsiteY8" fmla="*/ 300800 h 361950"/>
              <a:gd name="connsiteX9" fmla="*/ 45244 w 504825"/>
              <a:gd name="connsiteY9" fmla="*/ 85534 h 361950"/>
              <a:gd name="connsiteX10" fmla="*/ 183547 w 504825"/>
              <a:gd name="connsiteY10" fmla="*/ 199073 h 361950"/>
              <a:gd name="connsiteX11" fmla="*/ 45244 w 504825"/>
              <a:gd name="connsiteY11" fmla="*/ 303562 h 361950"/>
              <a:gd name="connsiteX12" fmla="*/ 45244 w 504825"/>
              <a:gd name="connsiteY12" fmla="*/ 85534 h 361950"/>
              <a:gd name="connsiteX13" fmla="*/ 453390 w 504825"/>
              <a:gd name="connsiteY13" fmla="*/ 45244 h 361950"/>
              <a:gd name="connsiteX14" fmla="*/ 295085 w 504825"/>
              <a:gd name="connsiteY14" fmla="*/ 175260 h 361950"/>
              <a:gd name="connsiteX15" fmla="*/ 264700 w 504825"/>
              <a:gd name="connsiteY15" fmla="*/ 200216 h 361950"/>
              <a:gd name="connsiteX16" fmla="*/ 254794 w 504825"/>
              <a:gd name="connsiteY16" fmla="*/ 208312 h 361950"/>
              <a:gd name="connsiteX17" fmla="*/ 245079 w 504825"/>
              <a:gd name="connsiteY17" fmla="*/ 200311 h 361950"/>
              <a:gd name="connsiteX18" fmla="*/ 214789 w 504825"/>
              <a:gd name="connsiteY18" fmla="*/ 175451 h 361950"/>
              <a:gd name="connsiteX19" fmla="*/ 56198 w 504825"/>
              <a:gd name="connsiteY19" fmla="*/ 45244 h 361950"/>
              <a:gd name="connsiteX20" fmla="*/ 453390 w 504825"/>
              <a:gd name="connsiteY20" fmla="*/ 45244 h 361950"/>
              <a:gd name="connsiteX21" fmla="*/ 84677 w 504825"/>
              <a:gd name="connsiteY21" fmla="*/ 321469 h 361950"/>
              <a:gd name="connsiteX22" fmla="*/ 213741 w 504825"/>
              <a:gd name="connsiteY22" fmla="*/ 223933 h 361950"/>
              <a:gd name="connsiteX23" fmla="*/ 254698 w 504825"/>
              <a:gd name="connsiteY23" fmla="*/ 257556 h 361950"/>
              <a:gd name="connsiteX24" fmla="*/ 296133 w 504825"/>
              <a:gd name="connsiteY24" fmla="*/ 223552 h 361950"/>
              <a:gd name="connsiteX25" fmla="*/ 428149 w 504825"/>
              <a:gd name="connsiteY25" fmla="*/ 321469 h 361950"/>
              <a:gd name="connsiteX26" fmla="*/ 84677 w 504825"/>
              <a:gd name="connsiteY26" fmla="*/ 321469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4825" h="361950">
                <a:moveTo>
                  <a:pt x="7144" y="7144"/>
                </a:moveTo>
                <a:lnTo>
                  <a:pt x="7144" y="359569"/>
                </a:lnTo>
                <a:lnTo>
                  <a:pt x="502444" y="359569"/>
                </a:lnTo>
                <a:lnTo>
                  <a:pt x="502444" y="7144"/>
                </a:lnTo>
                <a:lnTo>
                  <a:pt x="7144" y="7144"/>
                </a:lnTo>
                <a:close/>
                <a:moveTo>
                  <a:pt x="464344" y="300800"/>
                </a:moveTo>
                <a:lnTo>
                  <a:pt x="326613" y="198692"/>
                </a:lnTo>
                <a:lnTo>
                  <a:pt x="464344" y="85630"/>
                </a:lnTo>
                <a:lnTo>
                  <a:pt x="464344" y="300800"/>
                </a:lnTo>
                <a:close/>
                <a:moveTo>
                  <a:pt x="45244" y="85534"/>
                </a:moveTo>
                <a:lnTo>
                  <a:pt x="183547" y="199073"/>
                </a:lnTo>
                <a:lnTo>
                  <a:pt x="45244" y="303562"/>
                </a:lnTo>
                <a:lnTo>
                  <a:pt x="45244" y="85534"/>
                </a:lnTo>
                <a:close/>
                <a:moveTo>
                  <a:pt x="453390" y="45244"/>
                </a:moveTo>
                <a:lnTo>
                  <a:pt x="295085" y="175260"/>
                </a:lnTo>
                <a:lnTo>
                  <a:pt x="264700" y="200216"/>
                </a:lnTo>
                <a:lnTo>
                  <a:pt x="254794" y="208312"/>
                </a:lnTo>
                <a:lnTo>
                  <a:pt x="245079" y="200311"/>
                </a:lnTo>
                <a:lnTo>
                  <a:pt x="214789" y="175451"/>
                </a:lnTo>
                <a:lnTo>
                  <a:pt x="56198" y="45244"/>
                </a:lnTo>
                <a:lnTo>
                  <a:pt x="453390" y="45244"/>
                </a:lnTo>
                <a:close/>
                <a:moveTo>
                  <a:pt x="84677" y="321469"/>
                </a:moveTo>
                <a:lnTo>
                  <a:pt x="213741" y="223933"/>
                </a:lnTo>
                <a:lnTo>
                  <a:pt x="254698" y="257556"/>
                </a:lnTo>
                <a:lnTo>
                  <a:pt x="296133" y="223552"/>
                </a:lnTo>
                <a:lnTo>
                  <a:pt x="428149" y="321469"/>
                </a:lnTo>
                <a:lnTo>
                  <a:pt x="84677" y="321469"/>
                </a:lnTo>
                <a:close/>
              </a:path>
            </a:pathLst>
          </a:custGeom>
          <a:solidFill>
            <a:schemeClr val="tx2"/>
          </a:solidFill>
          <a:ln w="9525" cap="flat">
            <a:noFill/>
            <a:prstDash val="solid"/>
            <a:miter/>
          </a:ln>
        </p:spPr>
        <p:txBody>
          <a:bodyPr rtlCol="0" anchor="ctr"/>
          <a:lstStyle/>
          <a:p>
            <a:endParaRPr lang="en-US"/>
          </a:p>
        </p:txBody>
      </p:sp>
      <p:sp>
        <p:nvSpPr>
          <p:cNvPr id="126" name="TextBox 39">
            <a:extLst>
              <a:ext uri="{FF2B5EF4-FFF2-40B4-BE49-F238E27FC236}">
                <a16:creationId xmlns:a16="http://schemas.microsoft.com/office/drawing/2014/main" id="{BE89C038-6714-3B4D-9437-AF3F0BAB5F68}"/>
              </a:ext>
            </a:extLst>
          </p:cNvPr>
          <p:cNvSpPr txBox="1"/>
          <p:nvPr/>
        </p:nvSpPr>
        <p:spPr>
          <a:xfrm>
            <a:off x="2684148" y="1914780"/>
            <a:ext cx="369012" cy="215444"/>
          </a:xfrm>
          <a:prstGeom prst="rect">
            <a:avLst/>
          </a:prstGeom>
          <a:noFill/>
        </p:spPr>
        <p:txBody>
          <a:bodyPr wrap="none" lIns="0" rIns="0" rtlCol="0" anchor="ctr" anchorCtr="0">
            <a:noAutofit/>
          </a:bodyPr>
          <a:lstStyle/>
          <a:p>
            <a:pPr algn="ctr"/>
            <a:r>
              <a:rPr lang="en-US" sz="800"/>
              <a:t>Mail</a:t>
            </a:r>
          </a:p>
        </p:txBody>
      </p:sp>
      <p:sp>
        <p:nvSpPr>
          <p:cNvPr id="128" name="Freeform: Shape 168">
            <a:extLst>
              <a:ext uri="{FF2B5EF4-FFF2-40B4-BE49-F238E27FC236}">
                <a16:creationId xmlns:a16="http://schemas.microsoft.com/office/drawing/2014/main" id="{F2CA5E6B-B381-7D48-968A-23683A223923}"/>
              </a:ext>
            </a:extLst>
          </p:cNvPr>
          <p:cNvSpPr>
            <a:spLocks noChangeAspect="1"/>
          </p:cNvSpPr>
          <p:nvPr/>
        </p:nvSpPr>
        <p:spPr>
          <a:xfrm>
            <a:off x="816225" y="5172019"/>
            <a:ext cx="504825" cy="409575"/>
          </a:xfrm>
          <a:custGeom>
            <a:avLst/>
            <a:gdLst>
              <a:gd name="connsiteX0" fmla="*/ 435769 w 504825"/>
              <a:gd name="connsiteY0" fmla="*/ 35719 h 409575"/>
              <a:gd name="connsiteX1" fmla="*/ 407194 w 504825"/>
              <a:gd name="connsiteY1" fmla="*/ 54769 h 409575"/>
              <a:gd name="connsiteX2" fmla="*/ 281750 w 504825"/>
              <a:gd name="connsiteY2" fmla="*/ 54769 h 409575"/>
              <a:gd name="connsiteX3" fmla="*/ 281750 w 504825"/>
              <a:gd name="connsiteY3" fmla="*/ 7144 h 409575"/>
              <a:gd name="connsiteX4" fmla="*/ 7144 w 504825"/>
              <a:gd name="connsiteY4" fmla="*/ 7144 h 409575"/>
              <a:gd name="connsiteX5" fmla="*/ 7144 w 504825"/>
              <a:gd name="connsiteY5" fmla="*/ 140494 h 409575"/>
              <a:gd name="connsiteX6" fmla="*/ 281750 w 504825"/>
              <a:gd name="connsiteY6" fmla="*/ 140494 h 409575"/>
              <a:gd name="connsiteX7" fmla="*/ 281750 w 504825"/>
              <a:gd name="connsiteY7" fmla="*/ 92869 h 409575"/>
              <a:gd name="connsiteX8" fmla="*/ 407194 w 504825"/>
              <a:gd name="connsiteY8" fmla="*/ 92869 h 409575"/>
              <a:gd name="connsiteX9" fmla="*/ 435769 w 504825"/>
              <a:gd name="connsiteY9" fmla="*/ 111919 h 409575"/>
              <a:gd name="connsiteX10" fmla="*/ 502444 w 504825"/>
              <a:gd name="connsiteY10" fmla="*/ 92869 h 409575"/>
              <a:gd name="connsiteX11" fmla="*/ 502444 w 504825"/>
              <a:gd name="connsiteY11" fmla="*/ 54769 h 409575"/>
              <a:gd name="connsiteX12" fmla="*/ 435769 w 504825"/>
              <a:gd name="connsiteY12" fmla="*/ 35719 h 409575"/>
              <a:gd name="connsiteX13" fmla="*/ 243650 w 504825"/>
              <a:gd name="connsiteY13" fmla="*/ 102394 h 409575"/>
              <a:gd name="connsiteX14" fmla="*/ 45244 w 504825"/>
              <a:gd name="connsiteY14" fmla="*/ 102394 h 409575"/>
              <a:gd name="connsiteX15" fmla="*/ 45244 w 504825"/>
              <a:gd name="connsiteY15" fmla="*/ 45244 h 409575"/>
              <a:gd name="connsiteX16" fmla="*/ 243650 w 504825"/>
              <a:gd name="connsiteY16" fmla="*/ 45244 h 409575"/>
              <a:gd name="connsiteX17" fmla="*/ 243650 w 504825"/>
              <a:gd name="connsiteY17" fmla="*/ 102394 h 409575"/>
              <a:gd name="connsiteX18" fmla="*/ 121444 w 504825"/>
              <a:gd name="connsiteY18" fmla="*/ 178594 h 409575"/>
              <a:gd name="connsiteX19" fmla="*/ 7144 w 504825"/>
              <a:gd name="connsiteY19" fmla="*/ 292894 h 409575"/>
              <a:gd name="connsiteX20" fmla="*/ 121444 w 504825"/>
              <a:gd name="connsiteY20" fmla="*/ 407194 h 409575"/>
              <a:gd name="connsiteX21" fmla="*/ 214122 w 504825"/>
              <a:gd name="connsiteY21" fmla="*/ 359569 h 409575"/>
              <a:gd name="connsiteX22" fmla="*/ 502444 w 504825"/>
              <a:gd name="connsiteY22" fmla="*/ 359569 h 409575"/>
              <a:gd name="connsiteX23" fmla="*/ 502444 w 504825"/>
              <a:gd name="connsiteY23" fmla="*/ 226219 h 409575"/>
              <a:gd name="connsiteX24" fmla="*/ 214122 w 504825"/>
              <a:gd name="connsiteY24" fmla="*/ 226219 h 409575"/>
              <a:gd name="connsiteX25" fmla="*/ 121444 w 504825"/>
              <a:gd name="connsiteY25" fmla="*/ 178594 h 409575"/>
              <a:gd name="connsiteX26" fmla="*/ 464344 w 504825"/>
              <a:gd name="connsiteY26" fmla="*/ 321469 h 409575"/>
              <a:gd name="connsiteX27" fmla="*/ 192024 w 504825"/>
              <a:gd name="connsiteY27" fmla="*/ 321469 h 409575"/>
              <a:gd name="connsiteX28" fmla="*/ 121444 w 504825"/>
              <a:gd name="connsiteY28" fmla="*/ 369094 h 409575"/>
              <a:gd name="connsiteX29" fmla="*/ 55531 w 504825"/>
              <a:gd name="connsiteY29" fmla="*/ 330994 h 409575"/>
              <a:gd name="connsiteX30" fmla="*/ 121444 w 504825"/>
              <a:gd name="connsiteY30" fmla="*/ 330994 h 409575"/>
              <a:gd name="connsiteX31" fmla="*/ 121444 w 504825"/>
              <a:gd name="connsiteY31" fmla="*/ 254794 h 409575"/>
              <a:gd name="connsiteX32" fmla="*/ 55531 w 504825"/>
              <a:gd name="connsiteY32" fmla="*/ 254794 h 409575"/>
              <a:gd name="connsiteX33" fmla="*/ 121444 w 504825"/>
              <a:gd name="connsiteY33" fmla="*/ 216694 h 409575"/>
              <a:gd name="connsiteX34" fmla="*/ 192024 w 504825"/>
              <a:gd name="connsiteY34" fmla="*/ 264319 h 409575"/>
              <a:gd name="connsiteX35" fmla="*/ 464344 w 504825"/>
              <a:gd name="connsiteY35" fmla="*/ 264319 h 409575"/>
              <a:gd name="connsiteX36" fmla="*/ 464344 w 504825"/>
              <a:gd name="connsiteY36" fmla="*/ 321469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04825" h="409575">
                <a:moveTo>
                  <a:pt x="435769" y="35719"/>
                </a:moveTo>
                <a:lnTo>
                  <a:pt x="407194" y="54769"/>
                </a:lnTo>
                <a:lnTo>
                  <a:pt x="281750" y="54769"/>
                </a:lnTo>
                <a:lnTo>
                  <a:pt x="281750" y="7144"/>
                </a:lnTo>
                <a:lnTo>
                  <a:pt x="7144" y="7144"/>
                </a:lnTo>
                <a:lnTo>
                  <a:pt x="7144" y="140494"/>
                </a:lnTo>
                <a:lnTo>
                  <a:pt x="281750" y="140494"/>
                </a:lnTo>
                <a:lnTo>
                  <a:pt x="281750" y="92869"/>
                </a:lnTo>
                <a:lnTo>
                  <a:pt x="407194" y="92869"/>
                </a:lnTo>
                <a:lnTo>
                  <a:pt x="435769" y="111919"/>
                </a:lnTo>
                <a:lnTo>
                  <a:pt x="502444" y="92869"/>
                </a:lnTo>
                <a:lnTo>
                  <a:pt x="502444" y="54769"/>
                </a:lnTo>
                <a:lnTo>
                  <a:pt x="435769" y="35719"/>
                </a:lnTo>
                <a:close/>
                <a:moveTo>
                  <a:pt x="243650" y="102394"/>
                </a:moveTo>
                <a:lnTo>
                  <a:pt x="45244" y="102394"/>
                </a:lnTo>
                <a:lnTo>
                  <a:pt x="45244" y="45244"/>
                </a:lnTo>
                <a:lnTo>
                  <a:pt x="243650" y="45244"/>
                </a:lnTo>
                <a:lnTo>
                  <a:pt x="243650" y="102394"/>
                </a:lnTo>
                <a:close/>
                <a:moveTo>
                  <a:pt x="121444" y="178594"/>
                </a:moveTo>
                <a:cubicBezTo>
                  <a:pt x="58293" y="178594"/>
                  <a:pt x="7144" y="229743"/>
                  <a:pt x="7144" y="292894"/>
                </a:cubicBezTo>
                <a:cubicBezTo>
                  <a:pt x="7144" y="356045"/>
                  <a:pt x="58293" y="407194"/>
                  <a:pt x="121444" y="407194"/>
                </a:cubicBezTo>
                <a:cubicBezTo>
                  <a:pt x="159639" y="407194"/>
                  <a:pt x="193358" y="388334"/>
                  <a:pt x="214122" y="359569"/>
                </a:cubicBezTo>
                <a:lnTo>
                  <a:pt x="502444" y="359569"/>
                </a:lnTo>
                <a:lnTo>
                  <a:pt x="502444" y="226219"/>
                </a:lnTo>
                <a:lnTo>
                  <a:pt x="214122" y="226219"/>
                </a:lnTo>
                <a:cubicBezTo>
                  <a:pt x="193358" y="197453"/>
                  <a:pt x="159639" y="178594"/>
                  <a:pt x="121444" y="178594"/>
                </a:cubicBezTo>
                <a:close/>
                <a:moveTo>
                  <a:pt x="464344" y="321469"/>
                </a:moveTo>
                <a:lnTo>
                  <a:pt x="192024" y="321469"/>
                </a:lnTo>
                <a:cubicBezTo>
                  <a:pt x="180689" y="349377"/>
                  <a:pt x="153352" y="369094"/>
                  <a:pt x="121444" y="369094"/>
                </a:cubicBezTo>
                <a:cubicBezTo>
                  <a:pt x="93250" y="369094"/>
                  <a:pt x="68675" y="353759"/>
                  <a:pt x="55531" y="330994"/>
                </a:cubicBezTo>
                <a:lnTo>
                  <a:pt x="121444" y="330994"/>
                </a:lnTo>
                <a:lnTo>
                  <a:pt x="121444" y="254794"/>
                </a:lnTo>
                <a:lnTo>
                  <a:pt x="55531" y="254794"/>
                </a:lnTo>
                <a:cubicBezTo>
                  <a:pt x="68675" y="232029"/>
                  <a:pt x="93250" y="216694"/>
                  <a:pt x="121444" y="216694"/>
                </a:cubicBezTo>
                <a:cubicBezTo>
                  <a:pt x="153448" y="216694"/>
                  <a:pt x="180785" y="236411"/>
                  <a:pt x="192024" y="264319"/>
                </a:cubicBezTo>
                <a:lnTo>
                  <a:pt x="464344" y="264319"/>
                </a:lnTo>
                <a:lnTo>
                  <a:pt x="464344" y="321469"/>
                </a:lnTo>
                <a:close/>
              </a:path>
            </a:pathLst>
          </a:custGeom>
          <a:solidFill>
            <a:schemeClr val="tx2"/>
          </a:solidFill>
          <a:ln w="9525" cap="flat">
            <a:noFill/>
            <a:prstDash val="solid"/>
            <a:miter/>
          </a:ln>
        </p:spPr>
        <p:txBody>
          <a:bodyPr rtlCol="0" anchor="ctr"/>
          <a:lstStyle/>
          <a:p>
            <a:endParaRPr lang="en-US"/>
          </a:p>
        </p:txBody>
      </p:sp>
      <p:sp>
        <p:nvSpPr>
          <p:cNvPr id="129" name="TextBox 40">
            <a:extLst>
              <a:ext uri="{FF2B5EF4-FFF2-40B4-BE49-F238E27FC236}">
                <a16:creationId xmlns:a16="http://schemas.microsoft.com/office/drawing/2014/main" id="{D0A00A7C-9168-AC47-9070-A8C6635EADA9}"/>
              </a:ext>
            </a:extLst>
          </p:cNvPr>
          <p:cNvSpPr txBox="1"/>
          <p:nvPr/>
        </p:nvSpPr>
        <p:spPr>
          <a:xfrm>
            <a:off x="847262" y="5665758"/>
            <a:ext cx="442750" cy="215444"/>
          </a:xfrm>
          <a:prstGeom prst="rect">
            <a:avLst/>
          </a:prstGeom>
          <a:noFill/>
        </p:spPr>
        <p:txBody>
          <a:bodyPr wrap="none" lIns="0" rIns="0" rtlCol="0" anchor="ctr" anchorCtr="0">
            <a:noAutofit/>
          </a:bodyPr>
          <a:lstStyle/>
          <a:p>
            <a:pPr algn="ctr"/>
            <a:r>
              <a:rPr lang="en-US" sz="800"/>
              <a:t>Tools</a:t>
            </a:r>
          </a:p>
        </p:txBody>
      </p:sp>
      <p:sp>
        <p:nvSpPr>
          <p:cNvPr id="131" name="Freeform: Shape 194">
            <a:extLst>
              <a:ext uri="{FF2B5EF4-FFF2-40B4-BE49-F238E27FC236}">
                <a16:creationId xmlns:a16="http://schemas.microsoft.com/office/drawing/2014/main" id="{164304B2-8A3E-8348-A129-A889C3C37178}"/>
              </a:ext>
            </a:extLst>
          </p:cNvPr>
          <p:cNvSpPr>
            <a:spLocks noChangeAspect="1"/>
          </p:cNvSpPr>
          <p:nvPr/>
        </p:nvSpPr>
        <p:spPr>
          <a:xfrm>
            <a:off x="7173958" y="1362684"/>
            <a:ext cx="466725" cy="428625"/>
          </a:xfrm>
          <a:custGeom>
            <a:avLst/>
            <a:gdLst>
              <a:gd name="connsiteX0" fmla="*/ 464344 w 466725"/>
              <a:gd name="connsiteY0" fmla="*/ 330994 h 428625"/>
              <a:gd name="connsiteX1" fmla="*/ 464344 w 466725"/>
              <a:gd name="connsiteY1" fmla="*/ 7144 h 428625"/>
              <a:gd name="connsiteX2" fmla="*/ 7144 w 466725"/>
              <a:gd name="connsiteY2" fmla="*/ 7144 h 428625"/>
              <a:gd name="connsiteX3" fmla="*/ 7144 w 466725"/>
              <a:gd name="connsiteY3" fmla="*/ 330994 h 428625"/>
              <a:gd name="connsiteX4" fmla="*/ 216694 w 466725"/>
              <a:gd name="connsiteY4" fmla="*/ 330994 h 428625"/>
              <a:gd name="connsiteX5" fmla="*/ 216694 w 466725"/>
              <a:gd name="connsiteY5" fmla="*/ 388144 h 428625"/>
              <a:gd name="connsiteX6" fmla="*/ 150019 w 466725"/>
              <a:gd name="connsiteY6" fmla="*/ 388144 h 428625"/>
              <a:gd name="connsiteX7" fmla="*/ 150019 w 466725"/>
              <a:gd name="connsiteY7" fmla="*/ 426244 h 428625"/>
              <a:gd name="connsiteX8" fmla="*/ 321469 w 466725"/>
              <a:gd name="connsiteY8" fmla="*/ 426244 h 428625"/>
              <a:gd name="connsiteX9" fmla="*/ 321469 w 466725"/>
              <a:gd name="connsiteY9" fmla="*/ 388144 h 428625"/>
              <a:gd name="connsiteX10" fmla="*/ 254794 w 466725"/>
              <a:gd name="connsiteY10" fmla="*/ 388144 h 428625"/>
              <a:gd name="connsiteX11" fmla="*/ 254794 w 466725"/>
              <a:gd name="connsiteY11" fmla="*/ 330994 h 428625"/>
              <a:gd name="connsiteX12" fmla="*/ 464344 w 466725"/>
              <a:gd name="connsiteY12" fmla="*/ 330994 h 428625"/>
              <a:gd name="connsiteX13" fmla="*/ 45244 w 466725"/>
              <a:gd name="connsiteY13" fmla="*/ 45244 h 428625"/>
              <a:gd name="connsiteX14" fmla="*/ 426244 w 466725"/>
              <a:gd name="connsiteY14" fmla="*/ 45244 h 428625"/>
              <a:gd name="connsiteX15" fmla="*/ 426244 w 466725"/>
              <a:gd name="connsiteY15" fmla="*/ 292894 h 428625"/>
              <a:gd name="connsiteX16" fmla="*/ 45244 w 466725"/>
              <a:gd name="connsiteY16" fmla="*/ 292894 h 428625"/>
              <a:gd name="connsiteX17" fmla="*/ 45244 w 466725"/>
              <a:gd name="connsiteY17" fmla="*/ 45244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6725" h="428625">
                <a:moveTo>
                  <a:pt x="464344" y="330994"/>
                </a:moveTo>
                <a:lnTo>
                  <a:pt x="464344" y="7144"/>
                </a:lnTo>
                <a:lnTo>
                  <a:pt x="7144" y="7144"/>
                </a:lnTo>
                <a:lnTo>
                  <a:pt x="7144" y="330994"/>
                </a:lnTo>
                <a:lnTo>
                  <a:pt x="216694" y="330994"/>
                </a:lnTo>
                <a:lnTo>
                  <a:pt x="216694" y="388144"/>
                </a:lnTo>
                <a:lnTo>
                  <a:pt x="150019" y="388144"/>
                </a:lnTo>
                <a:lnTo>
                  <a:pt x="150019" y="426244"/>
                </a:lnTo>
                <a:lnTo>
                  <a:pt x="321469" y="426244"/>
                </a:lnTo>
                <a:lnTo>
                  <a:pt x="321469" y="388144"/>
                </a:lnTo>
                <a:lnTo>
                  <a:pt x="254794" y="388144"/>
                </a:lnTo>
                <a:lnTo>
                  <a:pt x="254794" y="330994"/>
                </a:lnTo>
                <a:lnTo>
                  <a:pt x="464344" y="330994"/>
                </a:lnTo>
                <a:close/>
                <a:moveTo>
                  <a:pt x="45244" y="45244"/>
                </a:moveTo>
                <a:lnTo>
                  <a:pt x="426244" y="45244"/>
                </a:lnTo>
                <a:lnTo>
                  <a:pt x="426244" y="292894"/>
                </a:lnTo>
                <a:lnTo>
                  <a:pt x="45244" y="292894"/>
                </a:lnTo>
                <a:lnTo>
                  <a:pt x="45244" y="45244"/>
                </a:lnTo>
                <a:close/>
              </a:path>
            </a:pathLst>
          </a:custGeom>
          <a:solidFill>
            <a:schemeClr val="tx2"/>
          </a:solidFill>
          <a:ln w="9525" cap="flat">
            <a:noFill/>
            <a:prstDash val="solid"/>
            <a:miter/>
          </a:ln>
        </p:spPr>
        <p:txBody>
          <a:bodyPr rtlCol="0" anchor="ctr"/>
          <a:lstStyle/>
          <a:p>
            <a:endParaRPr lang="en-US"/>
          </a:p>
        </p:txBody>
      </p:sp>
      <p:sp>
        <p:nvSpPr>
          <p:cNvPr id="132" name="TextBox 41">
            <a:extLst>
              <a:ext uri="{FF2B5EF4-FFF2-40B4-BE49-F238E27FC236}">
                <a16:creationId xmlns:a16="http://schemas.microsoft.com/office/drawing/2014/main" id="{F8F0E120-8937-354B-BA91-924F66684DA0}"/>
              </a:ext>
            </a:extLst>
          </p:cNvPr>
          <p:cNvSpPr txBox="1"/>
          <p:nvPr/>
        </p:nvSpPr>
        <p:spPr>
          <a:xfrm>
            <a:off x="7136253" y="1914780"/>
            <a:ext cx="542136" cy="215444"/>
          </a:xfrm>
          <a:prstGeom prst="rect">
            <a:avLst/>
          </a:prstGeom>
          <a:noFill/>
        </p:spPr>
        <p:txBody>
          <a:bodyPr wrap="none" lIns="0" rIns="0" rtlCol="0" anchor="ctr" anchorCtr="0">
            <a:noAutofit/>
          </a:bodyPr>
          <a:lstStyle/>
          <a:p>
            <a:pPr algn="ctr"/>
            <a:r>
              <a:rPr lang="en-US" sz="800"/>
              <a:t>Monitor</a:t>
            </a:r>
          </a:p>
        </p:txBody>
      </p:sp>
      <p:sp>
        <p:nvSpPr>
          <p:cNvPr id="137" name="Freeform: Shape 209">
            <a:extLst>
              <a:ext uri="{FF2B5EF4-FFF2-40B4-BE49-F238E27FC236}">
                <a16:creationId xmlns:a16="http://schemas.microsoft.com/office/drawing/2014/main" id="{2ABE3477-8568-6F41-904D-8F996E22333C}"/>
              </a:ext>
            </a:extLst>
          </p:cNvPr>
          <p:cNvSpPr>
            <a:spLocks noChangeAspect="1"/>
          </p:cNvSpPr>
          <p:nvPr/>
        </p:nvSpPr>
        <p:spPr>
          <a:xfrm>
            <a:off x="6295010" y="4154049"/>
            <a:ext cx="390525" cy="466725"/>
          </a:xfrm>
          <a:custGeom>
            <a:avLst/>
            <a:gdLst>
              <a:gd name="connsiteX0" fmla="*/ 197644 w 390525"/>
              <a:gd name="connsiteY0" fmla="*/ 273844 h 466725"/>
              <a:gd name="connsiteX1" fmla="*/ 330993 w 390525"/>
              <a:gd name="connsiteY1" fmla="*/ 140494 h 466725"/>
              <a:gd name="connsiteX2" fmla="*/ 197644 w 390525"/>
              <a:gd name="connsiteY2" fmla="*/ 7144 h 466725"/>
              <a:gd name="connsiteX3" fmla="*/ 64294 w 390525"/>
              <a:gd name="connsiteY3" fmla="*/ 140494 h 466725"/>
              <a:gd name="connsiteX4" fmla="*/ 197644 w 390525"/>
              <a:gd name="connsiteY4" fmla="*/ 273844 h 466725"/>
              <a:gd name="connsiteX5" fmla="*/ 197644 w 390525"/>
              <a:gd name="connsiteY5" fmla="*/ 45244 h 466725"/>
              <a:gd name="connsiteX6" fmla="*/ 292893 w 390525"/>
              <a:gd name="connsiteY6" fmla="*/ 140494 h 466725"/>
              <a:gd name="connsiteX7" fmla="*/ 197644 w 390525"/>
              <a:gd name="connsiteY7" fmla="*/ 235744 h 466725"/>
              <a:gd name="connsiteX8" fmla="*/ 102394 w 390525"/>
              <a:gd name="connsiteY8" fmla="*/ 140494 h 466725"/>
              <a:gd name="connsiteX9" fmla="*/ 197644 w 390525"/>
              <a:gd name="connsiteY9" fmla="*/ 45244 h 466725"/>
              <a:gd name="connsiteX10" fmla="*/ 84582 w 390525"/>
              <a:gd name="connsiteY10" fmla="*/ 264319 h 466725"/>
              <a:gd name="connsiteX11" fmla="*/ 158210 w 390525"/>
              <a:gd name="connsiteY11" fmla="*/ 447675 h 466725"/>
              <a:gd name="connsiteX12" fmla="*/ 122872 w 390525"/>
              <a:gd name="connsiteY12" fmla="*/ 461867 h 466725"/>
              <a:gd name="connsiteX13" fmla="*/ 58769 w 390525"/>
              <a:gd name="connsiteY13" fmla="*/ 302419 h 466725"/>
              <a:gd name="connsiteX14" fmla="*/ 45244 w 390525"/>
              <a:gd name="connsiteY14" fmla="*/ 302419 h 466725"/>
              <a:gd name="connsiteX15" fmla="*/ 45244 w 390525"/>
              <a:gd name="connsiteY15" fmla="*/ 464344 h 466725"/>
              <a:gd name="connsiteX16" fmla="*/ 7144 w 390525"/>
              <a:gd name="connsiteY16" fmla="*/ 464344 h 466725"/>
              <a:gd name="connsiteX17" fmla="*/ 7144 w 390525"/>
              <a:gd name="connsiteY17" fmla="*/ 264319 h 466725"/>
              <a:gd name="connsiteX18" fmla="*/ 84582 w 390525"/>
              <a:gd name="connsiteY18" fmla="*/ 264319 h 466725"/>
              <a:gd name="connsiteX19" fmla="*/ 388143 w 390525"/>
              <a:gd name="connsiteY19" fmla="*/ 264319 h 466725"/>
              <a:gd name="connsiteX20" fmla="*/ 388143 w 390525"/>
              <a:gd name="connsiteY20" fmla="*/ 464344 h 466725"/>
              <a:gd name="connsiteX21" fmla="*/ 350043 w 390525"/>
              <a:gd name="connsiteY21" fmla="*/ 464344 h 466725"/>
              <a:gd name="connsiteX22" fmla="*/ 350043 w 390525"/>
              <a:gd name="connsiteY22" fmla="*/ 302419 h 466725"/>
              <a:gd name="connsiteX23" fmla="*/ 336518 w 390525"/>
              <a:gd name="connsiteY23" fmla="*/ 302419 h 466725"/>
              <a:gd name="connsiteX24" fmla="*/ 272510 w 390525"/>
              <a:gd name="connsiteY24" fmla="*/ 461963 h 466725"/>
              <a:gd name="connsiteX25" fmla="*/ 237172 w 390525"/>
              <a:gd name="connsiteY25" fmla="*/ 447770 h 466725"/>
              <a:gd name="connsiteX26" fmla="*/ 310705 w 390525"/>
              <a:gd name="connsiteY26" fmla="*/ 264319 h 466725"/>
              <a:gd name="connsiteX27" fmla="*/ 388143 w 390525"/>
              <a:gd name="connsiteY27" fmla="*/ 264319 h 466725"/>
              <a:gd name="connsiteX28" fmla="*/ 245268 w 390525"/>
              <a:gd name="connsiteY28" fmla="*/ 330994 h 466725"/>
              <a:gd name="connsiteX29" fmla="*/ 198787 w 390525"/>
              <a:gd name="connsiteY29" fmla="*/ 435769 h 466725"/>
              <a:gd name="connsiteX30" fmla="*/ 150019 w 390525"/>
              <a:gd name="connsiteY30" fmla="*/ 330994 h 466725"/>
              <a:gd name="connsiteX31" fmla="*/ 198787 w 390525"/>
              <a:gd name="connsiteY31" fmla="*/ 292894 h 466725"/>
              <a:gd name="connsiteX32" fmla="*/ 245268 w 390525"/>
              <a:gd name="connsiteY32" fmla="*/ 330994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0525" h="466725">
                <a:moveTo>
                  <a:pt x="197644" y="273844"/>
                </a:moveTo>
                <a:cubicBezTo>
                  <a:pt x="271177" y="273844"/>
                  <a:pt x="330993" y="214027"/>
                  <a:pt x="330993" y="140494"/>
                </a:cubicBezTo>
                <a:cubicBezTo>
                  <a:pt x="330993" y="66961"/>
                  <a:pt x="271177" y="7144"/>
                  <a:pt x="197644" y="7144"/>
                </a:cubicBezTo>
                <a:cubicBezTo>
                  <a:pt x="124111" y="7144"/>
                  <a:pt x="64294" y="66961"/>
                  <a:pt x="64294" y="140494"/>
                </a:cubicBezTo>
                <a:cubicBezTo>
                  <a:pt x="64294" y="214027"/>
                  <a:pt x="124111" y="273844"/>
                  <a:pt x="197644" y="273844"/>
                </a:cubicBezTo>
                <a:close/>
                <a:moveTo>
                  <a:pt x="197644" y="45244"/>
                </a:moveTo>
                <a:cubicBezTo>
                  <a:pt x="250126" y="45244"/>
                  <a:pt x="292893" y="88011"/>
                  <a:pt x="292893" y="140494"/>
                </a:cubicBezTo>
                <a:cubicBezTo>
                  <a:pt x="292893" y="192977"/>
                  <a:pt x="250126" y="235744"/>
                  <a:pt x="197644" y="235744"/>
                </a:cubicBezTo>
                <a:cubicBezTo>
                  <a:pt x="145161" y="235744"/>
                  <a:pt x="102394" y="192977"/>
                  <a:pt x="102394" y="140494"/>
                </a:cubicBezTo>
                <a:cubicBezTo>
                  <a:pt x="102394" y="88011"/>
                  <a:pt x="145066" y="45244"/>
                  <a:pt x="197644" y="45244"/>
                </a:cubicBezTo>
                <a:close/>
                <a:moveTo>
                  <a:pt x="84582" y="264319"/>
                </a:moveTo>
                <a:lnTo>
                  <a:pt x="158210" y="447675"/>
                </a:lnTo>
                <a:lnTo>
                  <a:pt x="122872" y="461867"/>
                </a:lnTo>
                <a:lnTo>
                  <a:pt x="58769" y="302419"/>
                </a:lnTo>
                <a:lnTo>
                  <a:pt x="45244" y="302419"/>
                </a:lnTo>
                <a:lnTo>
                  <a:pt x="45244" y="464344"/>
                </a:lnTo>
                <a:lnTo>
                  <a:pt x="7144" y="464344"/>
                </a:lnTo>
                <a:lnTo>
                  <a:pt x="7144" y="264319"/>
                </a:lnTo>
                <a:lnTo>
                  <a:pt x="84582" y="264319"/>
                </a:lnTo>
                <a:close/>
                <a:moveTo>
                  <a:pt x="388143" y="264319"/>
                </a:moveTo>
                <a:lnTo>
                  <a:pt x="388143" y="464344"/>
                </a:lnTo>
                <a:lnTo>
                  <a:pt x="350043" y="464344"/>
                </a:lnTo>
                <a:lnTo>
                  <a:pt x="350043" y="302419"/>
                </a:lnTo>
                <a:lnTo>
                  <a:pt x="336518" y="302419"/>
                </a:lnTo>
                <a:lnTo>
                  <a:pt x="272510" y="461963"/>
                </a:lnTo>
                <a:lnTo>
                  <a:pt x="237172" y="447770"/>
                </a:lnTo>
                <a:lnTo>
                  <a:pt x="310705" y="264319"/>
                </a:lnTo>
                <a:lnTo>
                  <a:pt x="388143" y="264319"/>
                </a:lnTo>
                <a:close/>
                <a:moveTo>
                  <a:pt x="245268" y="330994"/>
                </a:moveTo>
                <a:lnTo>
                  <a:pt x="198787" y="435769"/>
                </a:lnTo>
                <a:lnTo>
                  <a:pt x="150019" y="330994"/>
                </a:lnTo>
                <a:lnTo>
                  <a:pt x="198787" y="292894"/>
                </a:lnTo>
                <a:lnTo>
                  <a:pt x="245268" y="330994"/>
                </a:lnTo>
                <a:close/>
              </a:path>
            </a:pathLst>
          </a:custGeom>
          <a:solidFill>
            <a:schemeClr val="tx2"/>
          </a:solidFill>
          <a:ln w="9525" cap="flat">
            <a:noFill/>
            <a:prstDash val="solid"/>
            <a:miter/>
          </a:ln>
        </p:spPr>
        <p:txBody>
          <a:bodyPr rtlCol="0" anchor="ctr"/>
          <a:lstStyle/>
          <a:p>
            <a:endParaRPr lang="en-US"/>
          </a:p>
        </p:txBody>
      </p:sp>
      <p:sp>
        <p:nvSpPr>
          <p:cNvPr id="138" name="TextBox 42">
            <a:extLst>
              <a:ext uri="{FF2B5EF4-FFF2-40B4-BE49-F238E27FC236}">
                <a16:creationId xmlns:a16="http://schemas.microsoft.com/office/drawing/2014/main" id="{367172B8-68DC-B941-8F62-0D2707748558}"/>
              </a:ext>
            </a:extLst>
          </p:cNvPr>
          <p:cNvSpPr txBox="1"/>
          <p:nvPr/>
        </p:nvSpPr>
        <p:spPr>
          <a:xfrm>
            <a:off x="6200769" y="4695590"/>
            <a:ext cx="579006" cy="215444"/>
          </a:xfrm>
          <a:prstGeom prst="rect">
            <a:avLst/>
          </a:prstGeom>
          <a:noFill/>
        </p:spPr>
        <p:txBody>
          <a:bodyPr wrap="none" lIns="0" rIns="0" rtlCol="0" anchor="ctr" anchorCtr="0">
            <a:noAutofit/>
          </a:bodyPr>
          <a:lstStyle/>
          <a:p>
            <a:pPr algn="ctr"/>
            <a:r>
              <a:rPr lang="en-US" sz="800" dirty="0"/>
              <a:t>Suit man</a:t>
            </a:r>
          </a:p>
        </p:txBody>
      </p:sp>
      <p:sp>
        <p:nvSpPr>
          <p:cNvPr id="140" name="Graphic 25">
            <a:extLst>
              <a:ext uri="{FF2B5EF4-FFF2-40B4-BE49-F238E27FC236}">
                <a16:creationId xmlns:a16="http://schemas.microsoft.com/office/drawing/2014/main" id="{12AB8751-D670-124B-97D8-94205A1FD8B4}"/>
              </a:ext>
            </a:extLst>
          </p:cNvPr>
          <p:cNvSpPr>
            <a:spLocks noChangeAspect="1"/>
          </p:cNvSpPr>
          <p:nvPr/>
        </p:nvSpPr>
        <p:spPr>
          <a:xfrm>
            <a:off x="6178856" y="1313362"/>
            <a:ext cx="622833" cy="527268"/>
          </a:xfrm>
          <a:custGeom>
            <a:avLst/>
            <a:gdLst>
              <a:gd name="connsiteX0" fmla="*/ 236220 w 622833"/>
              <a:gd name="connsiteY0" fmla="*/ 440646 h 527268"/>
              <a:gd name="connsiteX1" fmla="*/ 229553 w 622833"/>
              <a:gd name="connsiteY1" fmla="*/ 441588 h 527268"/>
              <a:gd name="connsiteX2" fmla="*/ 201930 w 622833"/>
              <a:gd name="connsiteY2" fmla="*/ 414283 h 527268"/>
              <a:gd name="connsiteX3" fmla="*/ 229553 w 622833"/>
              <a:gd name="connsiteY3" fmla="*/ 386978 h 527268"/>
              <a:gd name="connsiteX4" fmla="*/ 229553 w 622833"/>
              <a:gd name="connsiteY4" fmla="*/ 386978 h 527268"/>
              <a:gd name="connsiteX5" fmla="*/ 256223 w 622833"/>
              <a:gd name="connsiteY5" fmla="*/ 414283 h 527268"/>
              <a:gd name="connsiteX6" fmla="*/ 236220 w 622833"/>
              <a:gd name="connsiteY6" fmla="*/ 440646 h 527268"/>
              <a:gd name="connsiteX7" fmla="*/ 271463 w 622833"/>
              <a:gd name="connsiteY7" fmla="*/ 365322 h 527268"/>
              <a:gd name="connsiteX8" fmla="*/ 271463 w 622833"/>
              <a:gd name="connsiteY8" fmla="*/ 365322 h 527268"/>
              <a:gd name="connsiteX9" fmla="*/ 236220 w 622833"/>
              <a:gd name="connsiteY9" fmla="*/ 350257 h 527268"/>
              <a:gd name="connsiteX10" fmla="*/ 229553 w 622833"/>
              <a:gd name="connsiteY10" fmla="*/ 350257 h 527268"/>
              <a:gd name="connsiteX11" fmla="*/ 163830 w 622833"/>
              <a:gd name="connsiteY11" fmla="*/ 415224 h 527268"/>
              <a:gd name="connsiteX12" fmla="*/ 229553 w 622833"/>
              <a:gd name="connsiteY12" fmla="*/ 480191 h 527268"/>
              <a:gd name="connsiteX13" fmla="*/ 256223 w 622833"/>
              <a:gd name="connsiteY13" fmla="*/ 474542 h 527268"/>
              <a:gd name="connsiteX14" fmla="*/ 284798 w 622833"/>
              <a:gd name="connsiteY14" fmla="*/ 450062 h 527268"/>
              <a:gd name="connsiteX15" fmla="*/ 294323 w 622833"/>
              <a:gd name="connsiteY15" fmla="*/ 416166 h 527268"/>
              <a:gd name="connsiteX16" fmla="*/ 271463 w 622833"/>
              <a:gd name="connsiteY16" fmla="*/ 365322 h 527268"/>
              <a:gd name="connsiteX17" fmla="*/ 574358 w 622833"/>
              <a:gd name="connsiteY17" fmla="*/ 439705 h 527268"/>
              <a:gd name="connsiteX18" fmla="*/ 518160 w 622833"/>
              <a:gd name="connsiteY18" fmla="*/ 467951 h 527268"/>
              <a:gd name="connsiteX19" fmla="*/ 458153 w 622833"/>
              <a:gd name="connsiteY19" fmla="*/ 467951 h 527268"/>
              <a:gd name="connsiteX20" fmla="*/ 458153 w 622833"/>
              <a:gd name="connsiteY20" fmla="*/ 301297 h 527268"/>
              <a:gd name="connsiteX21" fmla="*/ 297180 w 622833"/>
              <a:gd name="connsiteY21" fmla="*/ 301297 h 527268"/>
              <a:gd name="connsiteX22" fmla="*/ 338138 w 622833"/>
              <a:gd name="connsiteY22" fmla="*/ 239154 h 527268"/>
              <a:gd name="connsiteX23" fmla="*/ 388620 w 622833"/>
              <a:gd name="connsiteY23" fmla="*/ 175129 h 527268"/>
              <a:gd name="connsiteX24" fmla="*/ 397193 w 622833"/>
              <a:gd name="connsiteY24" fmla="*/ 175129 h 527268"/>
              <a:gd name="connsiteX25" fmla="*/ 370523 w 622833"/>
              <a:gd name="connsiteY25" fmla="*/ 241037 h 527268"/>
              <a:gd name="connsiteX26" fmla="*/ 405765 w 622833"/>
              <a:gd name="connsiteY26" fmla="*/ 255161 h 527268"/>
              <a:gd name="connsiteX27" fmla="*/ 424815 w 622833"/>
              <a:gd name="connsiteY27" fmla="*/ 207141 h 527268"/>
              <a:gd name="connsiteX28" fmla="*/ 443865 w 622833"/>
              <a:gd name="connsiteY28" fmla="*/ 255161 h 527268"/>
              <a:gd name="connsiteX29" fmla="*/ 479108 w 622833"/>
              <a:gd name="connsiteY29" fmla="*/ 241037 h 527268"/>
              <a:gd name="connsiteX30" fmla="*/ 452438 w 622833"/>
              <a:gd name="connsiteY30" fmla="*/ 175129 h 527268"/>
              <a:gd name="connsiteX31" fmla="*/ 461010 w 622833"/>
              <a:gd name="connsiteY31" fmla="*/ 175129 h 527268"/>
              <a:gd name="connsiteX32" fmla="*/ 511493 w 622833"/>
              <a:gd name="connsiteY32" fmla="*/ 239154 h 527268"/>
              <a:gd name="connsiteX33" fmla="*/ 570548 w 622833"/>
              <a:gd name="connsiteY33" fmla="*/ 339900 h 527268"/>
              <a:gd name="connsiteX34" fmla="*/ 574358 w 622833"/>
              <a:gd name="connsiteY34" fmla="*/ 439705 h 527268"/>
              <a:gd name="connsiteX35" fmla="*/ 419100 w 622833"/>
              <a:gd name="connsiteY35" fmla="*/ 489607 h 527268"/>
              <a:gd name="connsiteX36" fmla="*/ 38100 w 622833"/>
              <a:gd name="connsiteY36" fmla="*/ 489607 h 527268"/>
              <a:gd name="connsiteX37" fmla="*/ 38100 w 622833"/>
              <a:gd name="connsiteY37" fmla="*/ 338959 h 527268"/>
              <a:gd name="connsiteX38" fmla="*/ 419100 w 622833"/>
              <a:gd name="connsiteY38" fmla="*/ 338959 h 527268"/>
              <a:gd name="connsiteX39" fmla="*/ 419100 w 622833"/>
              <a:gd name="connsiteY39" fmla="*/ 489607 h 527268"/>
              <a:gd name="connsiteX40" fmla="*/ 337185 w 622833"/>
              <a:gd name="connsiteY40" fmla="*/ 64967 h 527268"/>
              <a:gd name="connsiteX41" fmla="*/ 425768 w 622833"/>
              <a:gd name="connsiteY41" fmla="*/ 37662 h 527268"/>
              <a:gd name="connsiteX42" fmla="*/ 514350 w 622833"/>
              <a:gd name="connsiteY42" fmla="*/ 64967 h 527268"/>
              <a:gd name="connsiteX43" fmla="*/ 461963 w 622833"/>
              <a:gd name="connsiteY43" fmla="*/ 137467 h 527268"/>
              <a:gd name="connsiteX44" fmla="*/ 388620 w 622833"/>
              <a:gd name="connsiteY44" fmla="*/ 137467 h 527268"/>
              <a:gd name="connsiteX45" fmla="*/ 337185 w 622833"/>
              <a:gd name="connsiteY45" fmla="*/ 64967 h 527268"/>
              <a:gd name="connsiteX46" fmla="*/ 607695 w 622833"/>
              <a:gd name="connsiteY46" fmla="*/ 326718 h 527268"/>
              <a:gd name="connsiteX47" fmla="*/ 542925 w 622833"/>
              <a:gd name="connsiteY47" fmla="*/ 216557 h 527268"/>
              <a:gd name="connsiteX48" fmla="*/ 495300 w 622833"/>
              <a:gd name="connsiteY48" fmla="*/ 156298 h 527268"/>
              <a:gd name="connsiteX49" fmla="*/ 558165 w 622833"/>
              <a:gd name="connsiteY49" fmla="*/ 67792 h 527268"/>
              <a:gd name="connsiteX50" fmla="*/ 554355 w 622833"/>
              <a:gd name="connsiteY50" fmla="*/ 58376 h 527268"/>
              <a:gd name="connsiteX51" fmla="*/ 425768 w 622833"/>
              <a:gd name="connsiteY51" fmla="*/ 0 h 527268"/>
              <a:gd name="connsiteX52" fmla="*/ 297180 w 622833"/>
              <a:gd name="connsiteY52" fmla="*/ 57435 h 527268"/>
              <a:gd name="connsiteX53" fmla="*/ 293370 w 622833"/>
              <a:gd name="connsiteY53" fmla="*/ 66850 h 527268"/>
              <a:gd name="connsiteX54" fmla="*/ 356235 w 622833"/>
              <a:gd name="connsiteY54" fmla="*/ 155356 h 527268"/>
              <a:gd name="connsiteX55" fmla="*/ 308610 w 622833"/>
              <a:gd name="connsiteY55" fmla="*/ 215615 h 527268"/>
              <a:gd name="connsiteX56" fmla="*/ 255270 w 622833"/>
              <a:gd name="connsiteY56" fmla="*/ 301297 h 527268"/>
              <a:gd name="connsiteX57" fmla="*/ 0 w 622833"/>
              <a:gd name="connsiteY57" fmla="*/ 301297 h 527268"/>
              <a:gd name="connsiteX58" fmla="*/ 0 w 622833"/>
              <a:gd name="connsiteY58" fmla="*/ 527269 h 527268"/>
              <a:gd name="connsiteX59" fmla="*/ 457200 w 622833"/>
              <a:gd name="connsiteY59" fmla="*/ 527269 h 527268"/>
              <a:gd name="connsiteX60" fmla="*/ 457200 w 622833"/>
              <a:gd name="connsiteY60" fmla="*/ 505613 h 527268"/>
              <a:gd name="connsiteX61" fmla="*/ 519113 w 622833"/>
              <a:gd name="connsiteY61" fmla="*/ 505613 h 527268"/>
              <a:gd name="connsiteX62" fmla="*/ 605790 w 622833"/>
              <a:gd name="connsiteY62" fmla="*/ 460419 h 527268"/>
              <a:gd name="connsiteX63" fmla="*/ 607695 w 622833"/>
              <a:gd name="connsiteY63" fmla="*/ 326718 h 52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2833" h="527268">
                <a:moveTo>
                  <a:pt x="236220" y="440646"/>
                </a:moveTo>
                <a:cubicBezTo>
                  <a:pt x="234315" y="441588"/>
                  <a:pt x="231458" y="441588"/>
                  <a:pt x="229553" y="441588"/>
                </a:cubicBezTo>
                <a:cubicBezTo>
                  <a:pt x="214313" y="441588"/>
                  <a:pt x="201930" y="429348"/>
                  <a:pt x="201930" y="414283"/>
                </a:cubicBezTo>
                <a:cubicBezTo>
                  <a:pt x="201930" y="399218"/>
                  <a:pt x="214313" y="386978"/>
                  <a:pt x="229553" y="386978"/>
                </a:cubicBezTo>
                <a:lnTo>
                  <a:pt x="229553" y="386978"/>
                </a:lnTo>
                <a:cubicBezTo>
                  <a:pt x="244793" y="386978"/>
                  <a:pt x="256223" y="399218"/>
                  <a:pt x="256223" y="414283"/>
                </a:cubicBezTo>
                <a:cubicBezTo>
                  <a:pt x="256223" y="426523"/>
                  <a:pt x="247650" y="436880"/>
                  <a:pt x="236220" y="440646"/>
                </a:cubicBezTo>
                <a:moveTo>
                  <a:pt x="271463" y="365322"/>
                </a:moveTo>
                <a:lnTo>
                  <a:pt x="271463" y="365322"/>
                </a:lnTo>
                <a:cubicBezTo>
                  <a:pt x="261938" y="356848"/>
                  <a:pt x="249555" y="351199"/>
                  <a:pt x="236220" y="350257"/>
                </a:cubicBezTo>
                <a:cubicBezTo>
                  <a:pt x="234315" y="350257"/>
                  <a:pt x="231458" y="350257"/>
                  <a:pt x="229553" y="350257"/>
                </a:cubicBezTo>
                <a:cubicBezTo>
                  <a:pt x="193358" y="350257"/>
                  <a:pt x="163830" y="379445"/>
                  <a:pt x="163830" y="415224"/>
                </a:cubicBezTo>
                <a:cubicBezTo>
                  <a:pt x="163830" y="451003"/>
                  <a:pt x="193358" y="480191"/>
                  <a:pt x="229553" y="480191"/>
                </a:cubicBezTo>
                <a:cubicBezTo>
                  <a:pt x="239078" y="480191"/>
                  <a:pt x="248603" y="478308"/>
                  <a:pt x="256223" y="474542"/>
                </a:cubicBezTo>
                <a:cubicBezTo>
                  <a:pt x="267653" y="468893"/>
                  <a:pt x="278130" y="460419"/>
                  <a:pt x="284798" y="450062"/>
                </a:cubicBezTo>
                <a:cubicBezTo>
                  <a:pt x="290513" y="440646"/>
                  <a:pt x="294323" y="428406"/>
                  <a:pt x="294323" y="416166"/>
                </a:cubicBezTo>
                <a:cubicBezTo>
                  <a:pt x="294323" y="394510"/>
                  <a:pt x="285750" y="376621"/>
                  <a:pt x="271463" y="365322"/>
                </a:cubicBezTo>
                <a:moveTo>
                  <a:pt x="574358" y="439705"/>
                </a:moveTo>
                <a:cubicBezTo>
                  <a:pt x="563880" y="456653"/>
                  <a:pt x="544830" y="466068"/>
                  <a:pt x="518160" y="467951"/>
                </a:cubicBezTo>
                <a:cubicBezTo>
                  <a:pt x="515303" y="467951"/>
                  <a:pt x="482918" y="467951"/>
                  <a:pt x="458153" y="467951"/>
                </a:cubicBezTo>
                <a:lnTo>
                  <a:pt x="458153" y="301297"/>
                </a:lnTo>
                <a:lnTo>
                  <a:pt x="297180" y="301297"/>
                </a:lnTo>
                <a:cubicBezTo>
                  <a:pt x="308610" y="280582"/>
                  <a:pt x="321945" y="259868"/>
                  <a:pt x="338138" y="239154"/>
                </a:cubicBezTo>
                <a:lnTo>
                  <a:pt x="388620" y="175129"/>
                </a:lnTo>
                <a:lnTo>
                  <a:pt x="397193" y="175129"/>
                </a:lnTo>
                <a:lnTo>
                  <a:pt x="370523" y="241037"/>
                </a:lnTo>
                <a:lnTo>
                  <a:pt x="405765" y="255161"/>
                </a:lnTo>
                <a:lnTo>
                  <a:pt x="424815" y="207141"/>
                </a:lnTo>
                <a:lnTo>
                  <a:pt x="443865" y="255161"/>
                </a:lnTo>
                <a:lnTo>
                  <a:pt x="479108" y="241037"/>
                </a:lnTo>
                <a:lnTo>
                  <a:pt x="452438" y="175129"/>
                </a:lnTo>
                <a:lnTo>
                  <a:pt x="461010" y="175129"/>
                </a:lnTo>
                <a:lnTo>
                  <a:pt x="511493" y="239154"/>
                </a:lnTo>
                <a:cubicBezTo>
                  <a:pt x="537210" y="272108"/>
                  <a:pt x="557213" y="306004"/>
                  <a:pt x="570548" y="339900"/>
                </a:cubicBezTo>
                <a:cubicBezTo>
                  <a:pt x="588645" y="380387"/>
                  <a:pt x="588645" y="416166"/>
                  <a:pt x="574358" y="439705"/>
                </a:cubicBezTo>
                <a:moveTo>
                  <a:pt x="419100" y="489607"/>
                </a:moveTo>
                <a:lnTo>
                  <a:pt x="38100" y="489607"/>
                </a:lnTo>
                <a:lnTo>
                  <a:pt x="38100" y="338959"/>
                </a:lnTo>
                <a:lnTo>
                  <a:pt x="419100" y="338959"/>
                </a:lnTo>
                <a:lnTo>
                  <a:pt x="419100" y="489607"/>
                </a:lnTo>
                <a:close/>
                <a:moveTo>
                  <a:pt x="337185" y="64967"/>
                </a:moveTo>
                <a:cubicBezTo>
                  <a:pt x="347663" y="54610"/>
                  <a:pt x="371475" y="37662"/>
                  <a:pt x="425768" y="37662"/>
                </a:cubicBezTo>
                <a:cubicBezTo>
                  <a:pt x="480060" y="37662"/>
                  <a:pt x="504825" y="54610"/>
                  <a:pt x="514350" y="64967"/>
                </a:cubicBezTo>
                <a:lnTo>
                  <a:pt x="461963" y="137467"/>
                </a:lnTo>
                <a:lnTo>
                  <a:pt x="388620" y="137467"/>
                </a:lnTo>
                <a:lnTo>
                  <a:pt x="337185" y="64967"/>
                </a:lnTo>
                <a:close/>
                <a:moveTo>
                  <a:pt x="607695" y="326718"/>
                </a:moveTo>
                <a:cubicBezTo>
                  <a:pt x="592455" y="289056"/>
                  <a:pt x="571500" y="252336"/>
                  <a:pt x="542925" y="216557"/>
                </a:cubicBezTo>
                <a:lnTo>
                  <a:pt x="495300" y="156298"/>
                </a:lnTo>
                <a:lnTo>
                  <a:pt x="558165" y="67792"/>
                </a:lnTo>
                <a:lnTo>
                  <a:pt x="554355" y="58376"/>
                </a:lnTo>
                <a:cubicBezTo>
                  <a:pt x="554355" y="55552"/>
                  <a:pt x="530543" y="0"/>
                  <a:pt x="425768" y="0"/>
                </a:cubicBezTo>
                <a:cubicBezTo>
                  <a:pt x="320993" y="0"/>
                  <a:pt x="298133" y="55552"/>
                  <a:pt x="297180" y="57435"/>
                </a:cubicBezTo>
                <a:lnTo>
                  <a:pt x="293370" y="66850"/>
                </a:lnTo>
                <a:lnTo>
                  <a:pt x="356235" y="155356"/>
                </a:lnTo>
                <a:lnTo>
                  <a:pt x="308610" y="215615"/>
                </a:lnTo>
                <a:cubicBezTo>
                  <a:pt x="286703" y="242920"/>
                  <a:pt x="268605" y="272108"/>
                  <a:pt x="255270" y="301297"/>
                </a:cubicBezTo>
                <a:lnTo>
                  <a:pt x="0" y="301297"/>
                </a:lnTo>
                <a:lnTo>
                  <a:pt x="0" y="527269"/>
                </a:lnTo>
                <a:lnTo>
                  <a:pt x="457200" y="527269"/>
                </a:lnTo>
                <a:lnTo>
                  <a:pt x="457200" y="505613"/>
                </a:lnTo>
                <a:cubicBezTo>
                  <a:pt x="483870" y="505613"/>
                  <a:pt x="517208" y="505613"/>
                  <a:pt x="519113" y="505613"/>
                </a:cubicBezTo>
                <a:cubicBezTo>
                  <a:pt x="568643" y="502789"/>
                  <a:pt x="593408" y="479250"/>
                  <a:pt x="605790" y="460419"/>
                </a:cubicBezTo>
                <a:cubicBezTo>
                  <a:pt x="627698" y="426523"/>
                  <a:pt x="628650" y="377562"/>
                  <a:pt x="607695" y="326718"/>
                </a:cubicBezTo>
              </a:path>
            </a:pathLst>
          </a:custGeom>
          <a:solidFill>
            <a:schemeClr val="tx2"/>
          </a:solidFill>
          <a:ln w="9525" cap="flat">
            <a:noFill/>
            <a:prstDash val="solid"/>
            <a:miter/>
          </a:ln>
        </p:spPr>
        <p:txBody>
          <a:bodyPr rtlCol="0" anchor="ctr"/>
          <a:lstStyle/>
          <a:p>
            <a:endParaRPr lang="en-US"/>
          </a:p>
        </p:txBody>
      </p:sp>
      <p:sp>
        <p:nvSpPr>
          <p:cNvPr id="141" name="TextBox 43">
            <a:extLst>
              <a:ext uri="{FF2B5EF4-FFF2-40B4-BE49-F238E27FC236}">
                <a16:creationId xmlns:a16="http://schemas.microsoft.com/office/drawing/2014/main" id="{B21E6562-48FA-454F-AC83-2F6F7019DB80}"/>
              </a:ext>
            </a:extLst>
          </p:cNvPr>
          <p:cNvSpPr txBox="1"/>
          <p:nvPr/>
        </p:nvSpPr>
        <p:spPr>
          <a:xfrm>
            <a:off x="6140658" y="1914780"/>
            <a:ext cx="699230" cy="215444"/>
          </a:xfrm>
          <a:prstGeom prst="rect">
            <a:avLst/>
          </a:prstGeom>
          <a:noFill/>
        </p:spPr>
        <p:txBody>
          <a:bodyPr wrap="none" lIns="0" rIns="0" rtlCol="0" anchor="ctr" anchorCtr="0">
            <a:noAutofit/>
          </a:bodyPr>
          <a:lstStyle/>
          <a:p>
            <a:pPr algn="ctr"/>
            <a:r>
              <a:rPr lang="en-US" sz="800"/>
              <a:t>Money bag</a:t>
            </a:r>
          </a:p>
        </p:txBody>
      </p:sp>
      <p:sp>
        <p:nvSpPr>
          <p:cNvPr id="143" name="Freeform: Shape 198">
            <a:extLst>
              <a:ext uri="{FF2B5EF4-FFF2-40B4-BE49-F238E27FC236}">
                <a16:creationId xmlns:a16="http://schemas.microsoft.com/office/drawing/2014/main" id="{42056584-512D-5846-A589-735CF6489152}"/>
              </a:ext>
            </a:extLst>
          </p:cNvPr>
          <p:cNvSpPr>
            <a:spLocks noChangeAspect="1"/>
          </p:cNvSpPr>
          <p:nvPr/>
        </p:nvSpPr>
        <p:spPr>
          <a:xfrm>
            <a:off x="797175" y="4144524"/>
            <a:ext cx="542925" cy="485775"/>
          </a:xfrm>
          <a:custGeom>
            <a:avLst/>
            <a:gdLst>
              <a:gd name="connsiteX0" fmla="*/ 173831 w 542925"/>
              <a:gd name="connsiteY0" fmla="*/ 230981 h 485775"/>
              <a:gd name="connsiteX1" fmla="*/ 107156 w 542925"/>
              <a:gd name="connsiteY1" fmla="*/ 230981 h 485775"/>
              <a:gd name="connsiteX2" fmla="*/ 107156 w 542925"/>
              <a:gd name="connsiteY2" fmla="*/ 164306 h 485775"/>
              <a:gd name="connsiteX3" fmla="*/ 173831 w 542925"/>
              <a:gd name="connsiteY3" fmla="*/ 164306 h 485775"/>
              <a:gd name="connsiteX4" fmla="*/ 173831 w 542925"/>
              <a:gd name="connsiteY4" fmla="*/ 230981 h 485775"/>
              <a:gd name="connsiteX5" fmla="*/ 440531 w 542925"/>
              <a:gd name="connsiteY5" fmla="*/ 164306 h 485775"/>
              <a:gd name="connsiteX6" fmla="*/ 373856 w 542925"/>
              <a:gd name="connsiteY6" fmla="*/ 164306 h 485775"/>
              <a:gd name="connsiteX7" fmla="*/ 373856 w 542925"/>
              <a:gd name="connsiteY7" fmla="*/ 230981 h 485775"/>
              <a:gd name="connsiteX8" fmla="*/ 440531 w 542925"/>
              <a:gd name="connsiteY8" fmla="*/ 230981 h 485775"/>
              <a:gd name="connsiteX9" fmla="*/ 440531 w 542925"/>
              <a:gd name="connsiteY9" fmla="*/ 164306 h 485775"/>
              <a:gd name="connsiteX10" fmla="*/ 307181 w 542925"/>
              <a:gd name="connsiteY10" fmla="*/ 164306 h 485775"/>
              <a:gd name="connsiteX11" fmla="*/ 240506 w 542925"/>
              <a:gd name="connsiteY11" fmla="*/ 164306 h 485775"/>
              <a:gd name="connsiteX12" fmla="*/ 240506 w 542925"/>
              <a:gd name="connsiteY12" fmla="*/ 230981 h 485775"/>
              <a:gd name="connsiteX13" fmla="*/ 307181 w 542925"/>
              <a:gd name="connsiteY13" fmla="*/ 230981 h 485775"/>
              <a:gd name="connsiteX14" fmla="*/ 307181 w 542925"/>
              <a:gd name="connsiteY14" fmla="*/ 164306 h 485775"/>
              <a:gd name="connsiteX15" fmla="*/ 540544 w 542925"/>
              <a:gd name="connsiteY15" fmla="*/ 7144 h 485775"/>
              <a:gd name="connsiteX16" fmla="*/ 540544 w 542925"/>
              <a:gd name="connsiteY16" fmla="*/ 388144 h 485775"/>
              <a:gd name="connsiteX17" fmla="*/ 235744 w 542925"/>
              <a:gd name="connsiteY17" fmla="*/ 388144 h 485775"/>
              <a:gd name="connsiteX18" fmla="*/ 121444 w 542925"/>
              <a:gd name="connsiteY18" fmla="*/ 483394 h 485775"/>
              <a:gd name="connsiteX19" fmla="*/ 121444 w 542925"/>
              <a:gd name="connsiteY19" fmla="*/ 388144 h 485775"/>
              <a:gd name="connsiteX20" fmla="*/ 7144 w 542925"/>
              <a:gd name="connsiteY20" fmla="*/ 388144 h 485775"/>
              <a:gd name="connsiteX21" fmla="*/ 7144 w 542925"/>
              <a:gd name="connsiteY21" fmla="*/ 7144 h 485775"/>
              <a:gd name="connsiteX22" fmla="*/ 540544 w 542925"/>
              <a:gd name="connsiteY22" fmla="*/ 7144 h 485775"/>
              <a:gd name="connsiteX23" fmla="*/ 502444 w 542925"/>
              <a:gd name="connsiteY23" fmla="*/ 45244 h 485775"/>
              <a:gd name="connsiteX24" fmla="*/ 45244 w 542925"/>
              <a:gd name="connsiteY24" fmla="*/ 45244 h 485775"/>
              <a:gd name="connsiteX25" fmla="*/ 45244 w 542925"/>
              <a:gd name="connsiteY25" fmla="*/ 350044 h 485775"/>
              <a:gd name="connsiteX26" fmla="*/ 121444 w 542925"/>
              <a:gd name="connsiteY26" fmla="*/ 350044 h 485775"/>
              <a:gd name="connsiteX27" fmla="*/ 159544 w 542925"/>
              <a:gd name="connsiteY27" fmla="*/ 350044 h 485775"/>
              <a:gd name="connsiteX28" fmla="*/ 159544 w 542925"/>
              <a:gd name="connsiteY28" fmla="*/ 388144 h 485775"/>
              <a:gd name="connsiteX29" fmla="*/ 159544 w 542925"/>
              <a:gd name="connsiteY29" fmla="*/ 402050 h 485775"/>
              <a:gd name="connsiteX30" fmla="*/ 211360 w 542925"/>
              <a:gd name="connsiteY30" fmla="*/ 358902 h 485775"/>
              <a:gd name="connsiteX31" fmla="*/ 221932 w 542925"/>
              <a:gd name="connsiteY31" fmla="*/ 350044 h 485775"/>
              <a:gd name="connsiteX32" fmla="*/ 235744 w 542925"/>
              <a:gd name="connsiteY32" fmla="*/ 350044 h 485775"/>
              <a:gd name="connsiteX33" fmla="*/ 502444 w 542925"/>
              <a:gd name="connsiteY33" fmla="*/ 350044 h 485775"/>
              <a:gd name="connsiteX34" fmla="*/ 502444 w 542925"/>
              <a:gd name="connsiteY34" fmla="*/ 4524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925" h="485775">
                <a:moveTo>
                  <a:pt x="173831" y="230981"/>
                </a:moveTo>
                <a:lnTo>
                  <a:pt x="107156" y="230981"/>
                </a:lnTo>
                <a:lnTo>
                  <a:pt x="107156" y="164306"/>
                </a:lnTo>
                <a:lnTo>
                  <a:pt x="173831" y="164306"/>
                </a:lnTo>
                <a:lnTo>
                  <a:pt x="173831" y="230981"/>
                </a:lnTo>
                <a:close/>
                <a:moveTo>
                  <a:pt x="440531" y="164306"/>
                </a:moveTo>
                <a:lnTo>
                  <a:pt x="373856" y="164306"/>
                </a:lnTo>
                <a:lnTo>
                  <a:pt x="373856" y="230981"/>
                </a:lnTo>
                <a:lnTo>
                  <a:pt x="440531" y="230981"/>
                </a:lnTo>
                <a:lnTo>
                  <a:pt x="440531" y="164306"/>
                </a:lnTo>
                <a:close/>
                <a:moveTo>
                  <a:pt x="307181" y="164306"/>
                </a:moveTo>
                <a:lnTo>
                  <a:pt x="240506" y="164306"/>
                </a:lnTo>
                <a:lnTo>
                  <a:pt x="240506" y="230981"/>
                </a:lnTo>
                <a:lnTo>
                  <a:pt x="307181" y="230981"/>
                </a:lnTo>
                <a:lnTo>
                  <a:pt x="307181" y="164306"/>
                </a:lnTo>
                <a:close/>
                <a:moveTo>
                  <a:pt x="540544" y="7144"/>
                </a:moveTo>
                <a:lnTo>
                  <a:pt x="540544" y="388144"/>
                </a:lnTo>
                <a:lnTo>
                  <a:pt x="235744" y="388144"/>
                </a:lnTo>
                <a:lnTo>
                  <a:pt x="121444" y="483394"/>
                </a:lnTo>
                <a:lnTo>
                  <a:pt x="121444" y="388144"/>
                </a:lnTo>
                <a:lnTo>
                  <a:pt x="7144" y="388144"/>
                </a:lnTo>
                <a:lnTo>
                  <a:pt x="7144" y="7144"/>
                </a:lnTo>
                <a:lnTo>
                  <a:pt x="540544" y="7144"/>
                </a:lnTo>
                <a:close/>
                <a:moveTo>
                  <a:pt x="502444" y="45244"/>
                </a:moveTo>
                <a:lnTo>
                  <a:pt x="45244" y="45244"/>
                </a:lnTo>
                <a:lnTo>
                  <a:pt x="45244" y="350044"/>
                </a:lnTo>
                <a:lnTo>
                  <a:pt x="121444" y="350044"/>
                </a:lnTo>
                <a:lnTo>
                  <a:pt x="159544" y="350044"/>
                </a:lnTo>
                <a:lnTo>
                  <a:pt x="159544" y="388144"/>
                </a:lnTo>
                <a:lnTo>
                  <a:pt x="159544" y="402050"/>
                </a:lnTo>
                <a:lnTo>
                  <a:pt x="211360" y="358902"/>
                </a:lnTo>
                <a:lnTo>
                  <a:pt x="221932" y="350044"/>
                </a:lnTo>
                <a:lnTo>
                  <a:pt x="235744" y="350044"/>
                </a:lnTo>
                <a:lnTo>
                  <a:pt x="502444" y="350044"/>
                </a:lnTo>
                <a:lnTo>
                  <a:pt x="502444" y="45244"/>
                </a:lnTo>
                <a:close/>
              </a:path>
            </a:pathLst>
          </a:custGeom>
          <a:solidFill>
            <a:schemeClr val="tx2"/>
          </a:solidFill>
          <a:ln w="9525" cap="flat">
            <a:noFill/>
            <a:prstDash val="solid"/>
            <a:miter/>
          </a:ln>
        </p:spPr>
        <p:txBody>
          <a:bodyPr rtlCol="0" anchor="ctr"/>
          <a:lstStyle/>
          <a:p>
            <a:endParaRPr lang="en-US"/>
          </a:p>
        </p:txBody>
      </p:sp>
      <p:sp>
        <p:nvSpPr>
          <p:cNvPr id="144" name="TextBox 44">
            <a:extLst>
              <a:ext uri="{FF2B5EF4-FFF2-40B4-BE49-F238E27FC236}">
                <a16:creationId xmlns:a16="http://schemas.microsoft.com/office/drawing/2014/main" id="{BDCF9492-06D7-D44B-A063-3EE7BAB9E0B9}"/>
              </a:ext>
            </a:extLst>
          </p:cNvPr>
          <p:cNvSpPr txBox="1"/>
          <p:nvPr/>
        </p:nvSpPr>
        <p:spPr>
          <a:xfrm>
            <a:off x="662918" y="4695590"/>
            <a:ext cx="811441" cy="338554"/>
          </a:xfrm>
          <a:prstGeom prst="rect">
            <a:avLst/>
          </a:prstGeom>
          <a:noFill/>
        </p:spPr>
        <p:txBody>
          <a:bodyPr wrap="none" lIns="0" rIns="0" rtlCol="0" anchor="ctr" anchorCtr="0">
            <a:noAutofit/>
          </a:bodyPr>
          <a:lstStyle/>
          <a:p>
            <a:pPr algn="ctr"/>
            <a:r>
              <a:rPr lang="en-US" sz="800"/>
              <a:t>Speech</a:t>
            </a:r>
            <a:br>
              <a:rPr lang="en-US" sz="800"/>
            </a:br>
            <a:r>
              <a:rPr lang="en-US" sz="800"/>
              <a:t>bubble active</a:t>
            </a:r>
          </a:p>
        </p:txBody>
      </p:sp>
      <p:sp>
        <p:nvSpPr>
          <p:cNvPr id="146" name="Freeform: Shape 26">
            <a:extLst>
              <a:ext uri="{FF2B5EF4-FFF2-40B4-BE49-F238E27FC236}">
                <a16:creationId xmlns:a16="http://schemas.microsoft.com/office/drawing/2014/main" id="{337273C9-8C98-C046-85AB-3ABC667C03B3}"/>
              </a:ext>
            </a:extLst>
          </p:cNvPr>
          <p:cNvSpPr>
            <a:spLocks noChangeAspect="1"/>
          </p:cNvSpPr>
          <p:nvPr/>
        </p:nvSpPr>
        <p:spPr>
          <a:xfrm>
            <a:off x="9819661" y="2347406"/>
            <a:ext cx="561975" cy="390525"/>
          </a:xfrm>
          <a:custGeom>
            <a:avLst/>
            <a:gdLst>
              <a:gd name="connsiteX0" fmla="*/ 82677 w 561975"/>
              <a:gd name="connsiteY0" fmla="*/ 83249 h 390525"/>
              <a:gd name="connsiteX1" fmla="*/ 301752 w 561975"/>
              <a:gd name="connsiteY1" fmla="*/ 83249 h 390525"/>
              <a:gd name="connsiteX2" fmla="*/ 301752 w 561975"/>
              <a:gd name="connsiteY2" fmla="*/ 121349 h 390525"/>
              <a:gd name="connsiteX3" fmla="*/ 82677 w 561975"/>
              <a:gd name="connsiteY3" fmla="*/ 121349 h 390525"/>
              <a:gd name="connsiteX4" fmla="*/ 82677 w 561975"/>
              <a:gd name="connsiteY4" fmla="*/ 83249 h 390525"/>
              <a:gd name="connsiteX5" fmla="*/ 82677 w 561975"/>
              <a:gd name="connsiteY5" fmla="*/ 197644 h 390525"/>
              <a:gd name="connsiteX6" fmla="*/ 254127 w 561975"/>
              <a:gd name="connsiteY6" fmla="*/ 197644 h 390525"/>
              <a:gd name="connsiteX7" fmla="*/ 254127 w 561975"/>
              <a:gd name="connsiteY7" fmla="*/ 159544 h 390525"/>
              <a:gd name="connsiteX8" fmla="*/ 82677 w 561975"/>
              <a:gd name="connsiteY8" fmla="*/ 159544 h 390525"/>
              <a:gd name="connsiteX9" fmla="*/ 82677 w 561975"/>
              <a:gd name="connsiteY9" fmla="*/ 197644 h 390525"/>
              <a:gd name="connsiteX10" fmla="*/ 559594 w 561975"/>
              <a:gd name="connsiteY10" fmla="*/ 254794 h 390525"/>
              <a:gd name="connsiteX11" fmla="*/ 559594 w 561975"/>
              <a:gd name="connsiteY11" fmla="*/ 388144 h 390525"/>
              <a:gd name="connsiteX12" fmla="*/ 521494 w 561975"/>
              <a:gd name="connsiteY12" fmla="*/ 388144 h 390525"/>
              <a:gd name="connsiteX13" fmla="*/ 521494 w 561975"/>
              <a:gd name="connsiteY13" fmla="*/ 292894 h 390525"/>
              <a:gd name="connsiteX14" fmla="*/ 350044 w 561975"/>
              <a:gd name="connsiteY14" fmla="*/ 292894 h 390525"/>
              <a:gd name="connsiteX15" fmla="*/ 350044 w 561975"/>
              <a:gd name="connsiteY15" fmla="*/ 388144 h 390525"/>
              <a:gd name="connsiteX16" fmla="*/ 311944 w 561975"/>
              <a:gd name="connsiteY16" fmla="*/ 388144 h 390525"/>
              <a:gd name="connsiteX17" fmla="*/ 311944 w 561975"/>
              <a:gd name="connsiteY17" fmla="*/ 311944 h 390525"/>
              <a:gd name="connsiteX18" fmla="*/ 7144 w 561975"/>
              <a:gd name="connsiteY18" fmla="*/ 311944 h 390525"/>
              <a:gd name="connsiteX19" fmla="*/ 7144 w 561975"/>
              <a:gd name="connsiteY19" fmla="*/ 7144 h 390525"/>
              <a:gd name="connsiteX20" fmla="*/ 426244 w 561975"/>
              <a:gd name="connsiteY20" fmla="*/ 7144 h 390525"/>
              <a:gd name="connsiteX21" fmla="*/ 426244 w 561975"/>
              <a:gd name="connsiteY21" fmla="*/ 93345 h 390525"/>
              <a:gd name="connsiteX22" fmla="*/ 435769 w 561975"/>
              <a:gd name="connsiteY22" fmla="*/ 92869 h 390525"/>
              <a:gd name="connsiteX23" fmla="*/ 531019 w 561975"/>
              <a:gd name="connsiteY23" fmla="*/ 188119 h 390525"/>
              <a:gd name="connsiteX24" fmla="*/ 503682 w 561975"/>
              <a:gd name="connsiteY24" fmla="*/ 254794 h 390525"/>
              <a:gd name="connsiteX25" fmla="*/ 559594 w 561975"/>
              <a:gd name="connsiteY25" fmla="*/ 254794 h 390525"/>
              <a:gd name="connsiteX26" fmla="*/ 435769 w 561975"/>
              <a:gd name="connsiteY26" fmla="*/ 130969 h 390525"/>
              <a:gd name="connsiteX27" fmla="*/ 378619 w 561975"/>
              <a:gd name="connsiteY27" fmla="*/ 188119 h 390525"/>
              <a:gd name="connsiteX28" fmla="*/ 435769 w 561975"/>
              <a:gd name="connsiteY28" fmla="*/ 245269 h 390525"/>
              <a:gd name="connsiteX29" fmla="*/ 492919 w 561975"/>
              <a:gd name="connsiteY29" fmla="*/ 188119 h 390525"/>
              <a:gd name="connsiteX30" fmla="*/ 435769 w 561975"/>
              <a:gd name="connsiteY30" fmla="*/ 130969 h 390525"/>
              <a:gd name="connsiteX31" fmla="*/ 367855 w 561975"/>
              <a:gd name="connsiteY31" fmla="*/ 254794 h 390525"/>
              <a:gd name="connsiteX32" fmla="*/ 340519 w 561975"/>
              <a:gd name="connsiteY32" fmla="*/ 188119 h 390525"/>
              <a:gd name="connsiteX33" fmla="*/ 388144 w 561975"/>
              <a:gd name="connsiteY33" fmla="*/ 105728 h 390525"/>
              <a:gd name="connsiteX34" fmla="*/ 388144 w 561975"/>
              <a:gd name="connsiteY34" fmla="*/ 45244 h 390525"/>
              <a:gd name="connsiteX35" fmla="*/ 45244 w 561975"/>
              <a:gd name="connsiteY35" fmla="*/ 45244 h 390525"/>
              <a:gd name="connsiteX36" fmla="*/ 45244 w 561975"/>
              <a:gd name="connsiteY36" fmla="*/ 273844 h 390525"/>
              <a:gd name="connsiteX37" fmla="*/ 311944 w 561975"/>
              <a:gd name="connsiteY37" fmla="*/ 273844 h 390525"/>
              <a:gd name="connsiteX38" fmla="*/ 311944 w 561975"/>
              <a:gd name="connsiteY38" fmla="*/ 254794 h 390525"/>
              <a:gd name="connsiteX39" fmla="*/ 367855 w 561975"/>
              <a:gd name="connsiteY39" fmla="*/ 25479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61975" h="390525">
                <a:moveTo>
                  <a:pt x="82677" y="83249"/>
                </a:moveTo>
                <a:lnTo>
                  <a:pt x="301752" y="83249"/>
                </a:lnTo>
                <a:lnTo>
                  <a:pt x="301752" y="121349"/>
                </a:lnTo>
                <a:lnTo>
                  <a:pt x="82677" y="121349"/>
                </a:lnTo>
                <a:lnTo>
                  <a:pt x="82677" y="83249"/>
                </a:lnTo>
                <a:close/>
                <a:moveTo>
                  <a:pt x="82677" y="197644"/>
                </a:moveTo>
                <a:lnTo>
                  <a:pt x="254127" y="197644"/>
                </a:lnTo>
                <a:lnTo>
                  <a:pt x="254127" y="159544"/>
                </a:lnTo>
                <a:lnTo>
                  <a:pt x="82677" y="159544"/>
                </a:lnTo>
                <a:lnTo>
                  <a:pt x="82677" y="197644"/>
                </a:lnTo>
                <a:close/>
                <a:moveTo>
                  <a:pt x="559594" y="254794"/>
                </a:moveTo>
                <a:lnTo>
                  <a:pt x="559594" y="388144"/>
                </a:lnTo>
                <a:lnTo>
                  <a:pt x="521494" y="388144"/>
                </a:lnTo>
                <a:lnTo>
                  <a:pt x="521494" y="292894"/>
                </a:lnTo>
                <a:lnTo>
                  <a:pt x="350044" y="292894"/>
                </a:lnTo>
                <a:lnTo>
                  <a:pt x="350044" y="388144"/>
                </a:lnTo>
                <a:lnTo>
                  <a:pt x="311944" y="388144"/>
                </a:lnTo>
                <a:lnTo>
                  <a:pt x="311944" y="311944"/>
                </a:lnTo>
                <a:lnTo>
                  <a:pt x="7144" y="311944"/>
                </a:lnTo>
                <a:lnTo>
                  <a:pt x="7144" y="7144"/>
                </a:lnTo>
                <a:lnTo>
                  <a:pt x="426244" y="7144"/>
                </a:lnTo>
                <a:lnTo>
                  <a:pt x="426244" y="93345"/>
                </a:lnTo>
                <a:cubicBezTo>
                  <a:pt x="429387" y="93059"/>
                  <a:pt x="432530" y="92869"/>
                  <a:pt x="435769" y="92869"/>
                </a:cubicBezTo>
                <a:cubicBezTo>
                  <a:pt x="488251" y="92869"/>
                  <a:pt x="531019" y="135636"/>
                  <a:pt x="531019" y="188119"/>
                </a:cubicBezTo>
                <a:cubicBezTo>
                  <a:pt x="531019" y="214027"/>
                  <a:pt x="520541" y="237553"/>
                  <a:pt x="503682" y="254794"/>
                </a:cubicBezTo>
                <a:lnTo>
                  <a:pt x="559594" y="254794"/>
                </a:lnTo>
                <a:close/>
                <a:moveTo>
                  <a:pt x="435769" y="130969"/>
                </a:moveTo>
                <a:cubicBezTo>
                  <a:pt x="404241" y="130969"/>
                  <a:pt x="378619" y="156591"/>
                  <a:pt x="378619" y="188119"/>
                </a:cubicBezTo>
                <a:cubicBezTo>
                  <a:pt x="378619" y="219647"/>
                  <a:pt x="404241" y="245269"/>
                  <a:pt x="435769" y="245269"/>
                </a:cubicBezTo>
                <a:cubicBezTo>
                  <a:pt x="467296" y="245269"/>
                  <a:pt x="492919" y="219647"/>
                  <a:pt x="492919" y="188119"/>
                </a:cubicBezTo>
                <a:cubicBezTo>
                  <a:pt x="492919" y="156591"/>
                  <a:pt x="467296" y="130969"/>
                  <a:pt x="435769" y="130969"/>
                </a:cubicBezTo>
                <a:close/>
                <a:moveTo>
                  <a:pt x="367855" y="254794"/>
                </a:moveTo>
                <a:cubicBezTo>
                  <a:pt x="350996" y="237553"/>
                  <a:pt x="340519" y="214027"/>
                  <a:pt x="340519" y="188119"/>
                </a:cubicBezTo>
                <a:cubicBezTo>
                  <a:pt x="340519" y="152972"/>
                  <a:pt x="359759" y="122301"/>
                  <a:pt x="388144" y="105728"/>
                </a:cubicBezTo>
                <a:lnTo>
                  <a:pt x="388144" y="45244"/>
                </a:lnTo>
                <a:lnTo>
                  <a:pt x="45244" y="45244"/>
                </a:lnTo>
                <a:lnTo>
                  <a:pt x="45244" y="273844"/>
                </a:lnTo>
                <a:lnTo>
                  <a:pt x="311944" y="273844"/>
                </a:lnTo>
                <a:lnTo>
                  <a:pt x="311944" y="254794"/>
                </a:lnTo>
                <a:lnTo>
                  <a:pt x="367855" y="254794"/>
                </a:lnTo>
                <a:close/>
              </a:path>
            </a:pathLst>
          </a:custGeom>
          <a:solidFill>
            <a:schemeClr val="tx2"/>
          </a:solidFill>
          <a:ln w="9525" cap="flat">
            <a:noFill/>
            <a:prstDash val="solid"/>
            <a:miter/>
          </a:ln>
        </p:spPr>
        <p:txBody>
          <a:bodyPr rtlCol="0" anchor="ctr"/>
          <a:lstStyle/>
          <a:p>
            <a:endParaRPr lang="en-US"/>
          </a:p>
        </p:txBody>
      </p:sp>
      <p:sp>
        <p:nvSpPr>
          <p:cNvPr id="147" name="TextBox 45">
            <a:extLst>
              <a:ext uri="{FF2B5EF4-FFF2-40B4-BE49-F238E27FC236}">
                <a16:creationId xmlns:a16="http://schemas.microsoft.com/office/drawing/2014/main" id="{7160FD8F-C5BA-0941-AB82-795163C2EFD3}"/>
              </a:ext>
            </a:extLst>
          </p:cNvPr>
          <p:cNvSpPr txBox="1"/>
          <p:nvPr/>
        </p:nvSpPr>
        <p:spPr>
          <a:xfrm>
            <a:off x="9719774" y="2832126"/>
            <a:ext cx="761748" cy="215444"/>
          </a:xfrm>
          <a:prstGeom prst="rect">
            <a:avLst/>
          </a:prstGeom>
          <a:noFill/>
        </p:spPr>
        <p:txBody>
          <a:bodyPr wrap="none" lIns="0" rIns="0" rtlCol="0" anchor="ctr" anchorCtr="0">
            <a:noAutofit/>
          </a:bodyPr>
          <a:lstStyle/>
          <a:p>
            <a:pPr algn="ctr"/>
            <a:r>
              <a:rPr lang="en-US" sz="800"/>
              <a:t>Presentation</a:t>
            </a:r>
          </a:p>
        </p:txBody>
      </p:sp>
      <p:sp>
        <p:nvSpPr>
          <p:cNvPr id="155" name="Freeform: Shape 28">
            <a:extLst>
              <a:ext uri="{FF2B5EF4-FFF2-40B4-BE49-F238E27FC236}">
                <a16:creationId xmlns:a16="http://schemas.microsoft.com/office/drawing/2014/main" id="{904DF107-D077-6040-B4DF-89887948E117}"/>
              </a:ext>
            </a:extLst>
          </p:cNvPr>
          <p:cNvSpPr>
            <a:spLocks noChangeAspect="1"/>
          </p:cNvSpPr>
          <p:nvPr/>
        </p:nvSpPr>
        <p:spPr>
          <a:xfrm>
            <a:off x="10764918" y="2280731"/>
            <a:ext cx="485775" cy="523875"/>
          </a:xfrm>
          <a:custGeom>
            <a:avLst/>
            <a:gdLst>
              <a:gd name="connsiteX0" fmla="*/ 407194 w 485775"/>
              <a:gd name="connsiteY0" fmla="*/ 411194 h 523875"/>
              <a:gd name="connsiteX1" fmla="*/ 292894 w 485775"/>
              <a:gd name="connsiteY1" fmla="*/ 525494 h 523875"/>
              <a:gd name="connsiteX2" fmla="*/ 26194 w 485775"/>
              <a:gd name="connsiteY2" fmla="*/ 525494 h 523875"/>
              <a:gd name="connsiteX3" fmla="*/ 26194 w 485775"/>
              <a:gd name="connsiteY3" fmla="*/ 487394 h 523875"/>
              <a:gd name="connsiteX4" fmla="*/ 292894 w 485775"/>
              <a:gd name="connsiteY4" fmla="*/ 487394 h 523875"/>
              <a:gd name="connsiteX5" fmla="*/ 369094 w 485775"/>
              <a:gd name="connsiteY5" fmla="*/ 411194 h 523875"/>
              <a:gd name="connsiteX6" fmla="*/ 292894 w 485775"/>
              <a:gd name="connsiteY6" fmla="*/ 334994 h 523875"/>
              <a:gd name="connsiteX7" fmla="*/ 121444 w 485775"/>
              <a:gd name="connsiteY7" fmla="*/ 334994 h 523875"/>
              <a:gd name="connsiteX8" fmla="*/ 7144 w 485775"/>
              <a:gd name="connsiteY8" fmla="*/ 220694 h 523875"/>
              <a:gd name="connsiteX9" fmla="*/ 121444 w 485775"/>
              <a:gd name="connsiteY9" fmla="*/ 106394 h 523875"/>
              <a:gd name="connsiteX10" fmla="*/ 408813 w 485775"/>
              <a:gd name="connsiteY10" fmla="*/ 106394 h 523875"/>
              <a:gd name="connsiteX11" fmla="*/ 336518 w 485775"/>
              <a:gd name="connsiteY11" fmla="*/ 34100 h 523875"/>
              <a:gd name="connsiteX12" fmla="*/ 363474 w 485775"/>
              <a:gd name="connsiteY12" fmla="*/ 7144 h 523875"/>
              <a:gd name="connsiteX13" fmla="*/ 481679 w 485775"/>
              <a:gd name="connsiteY13" fmla="*/ 125349 h 523875"/>
              <a:gd name="connsiteX14" fmla="*/ 363474 w 485775"/>
              <a:gd name="connsiteY14" fmla="*/ 243650 h 523875"/>
              <a:gd name="connsiteX15" fmla="*/ 336518 w 485775"/>
              <a:gd name="connsiteY15" fmla="*/ 216694 h 523875"/>
              <a:gd name="connsiteX16" fmla="*/ 408813 w 485775"/>
              <a:gd name="connsiteY16" fmla="*/ 144399 h 523875"/>
              <a:gd name="connsiteX17" fmla="*/ 121444 w 485775"/>
              <a:gd name="connsiteY17" fmla="*/ 144399 h 523875"/>
              <a:gd name="connsiteX18" fmla="*/ 45244 w 485775"/>
              <a:gd name="connsiteY18" fmla="*/ 220599 h 523875"/>
              <a:gd name="connsiteX19" fmla="*/ 121444 w 485775"/>
              <a:gd name="connsiteY19" fmla="*/ 296799 h 523875"/>
              <a:gd name="connsiteX20" fmla="*/ 292894 w 485775"/>
              <a:gd name="connsiteY20" fmla="*/ 296799 h 523875"/>
              <a:gd name="connsiteX21" fmla="*/ 407194 w 485775"/>
              <a:gd name="connsiteY21" fmla="*/ 411194 h 523875"/>
              <a:gd name="connsiteX22" fmla="*/ 83344 w 485775"/>
              <a:gd name="connsiteY22" fmla="*/ 220694 h 523875"/>
              <a:gd name="connsiteX23" fmla="*/ 121444 w 485775"/>
              <a:gd name="connsiteY23" fmla="*/ 258794 h 523875"/>
              <a:gd name="connsiteX24" fmla="*/ 159544 w 485775"/>
              <a:gd name="connsiteY24" fmla="*/ 220694 h 523875"/>
              <a:gd name="connsiteX25" fmla="*/ 121444 w 485775"/>
              <a:gd name="connsiteY25" fmla="*/ 182594 h 523875"/>
              <a:gd name="connsiteX26" fmla="*/ 83344 w 485775"/>
              <a:gd name="connsiteY26" fmla="*/ 220694 h 523875"/>
              <a:gd name="connsiteX27" fmla="*/ 330994 w 485775"/>
              <a:gd name="connsiteY27" fmla="*/ 411194 h 523875"/>
              <a:gd name="connsiteX28" fmla="*/ 292894 w 485775"/>
              <a:gd name="connsiteY28" fmla="*/ 373094 h 523875"/>
              <a:gd name="connsiteX29" fmla="*/ 254794 w 485775"/>
              <a:gd name="connsiteY29" fmla="*/ 411194 h 523875"/>
              <a:gd name="connsiteX30" fmla="*/ 292894 w 485775"/>
              <a:gd name="connsiteY30" fmla="*/ 449294 h 523875"/>
              <a:gd name="connsiteX31" fmla="*/ 330994 w 485775"/>
              <a:gd name="connsiteY31" fmla="*/ 411194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5775" h="523875">
                <a:moveTo>
                  <a:pt x="407194" y="411194"/>
                </a:moveTo>
                <a:cubicBezTo>
                  <a:pt x="407194" y="474250"/>
                  <a:pt x="355949" y="525494"/>
                  <a:pt x="292894" y="525494"/>
                </a:cubicBezTo>
                <a:lnTo>
                  <a:pt x="26194" y="525494"/>
                </a:lnTo>
                <a:lnTo>
                  <a:pt x="26194" y="487394"/>
                </a:lnTo>
                <a:lnTo>
                  <a:pt x="292894" y="487394"/>
                </a:lnTo>
                <a:cubicBezTo>
                  <a:pt x="334899" y="487394"/>
                  <a:pt x="369094" y="453200"/>
                  <a:pt x="369094" y="411194"/>
                </a:cubicBezTo>
                <a:cubicBezTo>
                  <a:pt x="369094" y="369189"/>
                  <a:pt x="334899" y="334994"/>
                  <a:pt x="292894" y="334994"/>
                </a:cubicBezTo>
                <a:lnTo>
                  <a:pt x="121444" y="334994"/>
                </a:lnTo>
                <a:cubicBezTo>
                  <a:pt x="58388" y="334994"/>
                  <a:pt x="7144" y="283750"/>
                  <a:pt x="7144" y="220694"/>
                </a:cubicBezTo>
                <a:cubicBezTo>
                  <a:pt x="7144" y="157639"/>
                  <a:pt x="58388" y="106394"/>
                  <a:pt x="121444" y="106394"/>
                </a:cubicBezTo>
                <a:lnTo>
                  <a:pt x="408813" y="106394"/>
                </a:lnTo>
                <a:lnTo>
                  <a:pt x="336518" y="34100"/>
                </a:lnTo>
                <a:lnTo>
                  <a:pt x="363474" y="7144"/>
                </a:lnTo>
                <a:lnTo>
                  <a:pt x="481679" y="125349"/>
                </a:lnTo>
                <a:lnTo>
                  <a:pt x="363474" y="243650"/>
                </a:lnTo>
                <a:lnTo>
                  <a:pt x="336518" y="216694"/>
                </a:lnTo>
                <a:lnTo>
                  <a:pt x="408813" y="144399"/>
                </a:lnTo>
                <a:lnTo>
                  <a:pt x="121444" y="144399"/>
                </a:lnTo>
                <a:cubicBezTo>
                  <a:pt x="79438" y="144399"/>
                  <a:pt x="45244" y="178594"/>
                  <a:pt x="45244" y="220599"/>
                </a:cubicBezTo>
                <a:cubicBezTo>
                  <a:pt x="45244" y="262604"/>
                  <a:pt x="79438" y="296799"/>
                  <a:pt x="121444" y="296799"/>
                </a:cubicBezTo>
                <a:lnTo>
                  <a:pt x="292894" y="296799"/>
                </a:lnTo>
                <a:cubicBezTo>
                  <a:pt x="355854" y="296894"/>
                  <a:pt x="407194" y="348139"/>
                  <a:pt x="407194" y="411194"/>
                </a:cubicBezTo>
                <a:close/>
                <a:moveTo>
                  <a:pt x="83344" y="220694"/>
                </a:moveTo>
                <a:cubicBezTo>
                  <a:pt x="83344" y="241745"/>
                  <a:pt x="100394" y="258794"/>
                  <a:pt x="121444" y="258794"/>
                </a:cubicBezTo>
                <a:cubicBezTo>
                  <a:pt x="142494" y="258794"/>
                  <a:pt x="159544" y="241745"/>
                  <a:pt x="159544" y="220694"/>
                </a:cubicBezTo>
                <a:cubicBezTo>
                  <a:pt x="159544" y="199644"/>
                  <a:pt x="142494" y="182594"/>
                  <a:pt x="121444" y="182594"/>
                </a:cubicBezTo>
                <a:cubicBezTo>
                  <a:pt x="100394" y="182594"/>
                  <a:pt x="83344" y="199644"/>
                  <a:pt x="83344" y="220694"/>
                </a:cubicBezTo>
                <a:close/>
                <a:moveTo>
                  <a:pt x="330994" y="411194"/>
                </a:moveTo>
                <a:cubicBezTo>
                  <a:pt x="330994" y="390144"/>
                  <a:pt x="313944" y="373094"/>
                  <a:pt x="292894" y="373094"/>
                </a:cubicBezTo>
                <a:cubicBezTo>
                  <a:pt x="271844" y="373094"/>
                  <a:pt x="254794" y="390144"/>
                  <a:pt x="254794" y="411194"/>
                </a:cubicBezTo>
                <a:cubicBezTo>
                  <a:pt x="254794" y="432244"/>
                  <a:pt x="271844" y="449294"/>
                  <a:pt x="292894" y="449294"/>
                </a:cubicBezTo>
                <a:cubicBezTo>
                  <a:pt x="313944" y="449294"/>
                  <a:pt x="330994" y="432244"/>
                  <a:pt x="330994" y="411194"/>
                </a:cubicBezTo>
                <a:close/>
              </a:path>
            </a:pathLst>
          </a:custGeom>
          <a:solidFill>
            <a:schemeClr val="tx2"/>
          </a:solidFill>
          <a:ln w="9525" cap="flat">
            <a:noFill/>
            <a:prstDash val="solid"/>
            <a:miter/>
          </a:ln>
        </p:spPr>
        <p:txBody>
          <a:bodyPr rtlCol="0" anchor="ctr"/>
          <a:lstStyle/>
          <a:p>
            <a:endParaRPr lang="en-US"/>
          </a:p>
        </p:txBody>
      </p:sp>
      <p:sp>
        <p:nvSpPr>
          <p:cNvPr id="156" name="TextBox 46">
            <a:extLst>
              <a:ext uri="{FF2B5EF4-FFF2-40B4-BE49-F238E27FC236}">
                <a16:creationId xmlns:a16="http://schemas.microsoft.com/office/drawing/2014/main" id="{B6D826B5-7484-4D47-BF73-3042AEE79C66}"/>
              </a:ext>
            </a:extLst>
          </p:cNvPr>
          <p:cNvSpPr txBox="1"/>
          <p:nvPr/>
        </p:nvSpPr>
        <p:spPr>
          <a:xfrm>
            <a:off x="10735135" y="2832126"/>
            <a:ext cx="545342" cy="215444"/>
          </a:xfrm>
          <a:prstGeom prst="rect">
            <a:avLst/>
          </a:prstGeom>
          <a:noFill/>
        </p:spPr>
        <p:txBody>
          <a:bodyPr wrap="none" lIns="0" rIns="0" rtlCol="0" anchor="ctr" anchorCtr="0">
            <a:noAutofit/>
          </a:bodyPr>
          <a:lstStyle/>
          <a:p>
            <a:pPr algn="ctr"/>
            <a:r>
              <a:rPr lang="en-US" sz="800"/>
              <a:t>Process</a:t>
            </a:r>
          </a:p>
        </p:txBody>
      </p:sp>
      <p:sp>
        <p:nvSpPr>
          <p:cNvPr id="2" name="Graphic 157">
            <a:extLst>
              <a:ext uri="{FF2B5EF4-FFF2-40B4-BE49-F238E27FC236}">
                <a16:creationId xmlns:a16="http://schemas.microsoft.com/office/drawing/2014/main" id="{9A081C95-F63D-5941-B7CF-6C095734C3D1}"/>
              </a:ext>
            </a:extLst>
          </p:cNvPr>
          <p:cNvSpPr>
            <a:spLocks noChangeAspect="1"/>
          </p:cNvSpPr>
          <p:nvPr/>
        </p:nvSpPr>
        <p:spPr>
          <a:xfrm>
            <a:off x="9833948" y="1310296"/>
            <a:ext cx="533400" cy="533400"/>
          </a:xfrm>
          <a:custGeom>
            <a:avLst/>
            <a:gdLst>
              <a:gd name="connsiteX0" fmla="*/ 502520 w 533400"/>
              <a:gd name="connsiteY0" fmla="*/ 375504 h 533400"/>
              <a:gd name="connsiteX1" fmla="*/ 490118 w 533400"/>
              <a:gd name="connsiteY1" fmla="*/ 195701 h 533400"/>
              <a:gd name="connsiteX2" fmla="*/ 533400 w 533400"/>
              <a:gd name="connsiteY2" fmla="*/ 133350 h 533400"/>
              <a:gd name="connsiteX3" fmla="*/ 466725 w 533400"/>
              <a:gd name="connsiteY3" fmla="*/ 66675 h 533400"/>
              <a:gd name="connsiteX4" fmla="*/ 421376 w 533400"/>
              <a:gd name="connsiteY4" fmla="*/ 84611 h 533400"/>
              <a:gd name="connsiteX5" fmla="*/ 323612 w 533400"/>
              <a:gd name="connsiteY5" fmla="*/ 35728 h 533400"/>
              <a:gd name="connsiteX6" fmla="*/ 285750 w 533400"/>
              <a:gd name="connsiteY6" fmla="*/ 0 h 533400"/>
              <a:gd name="connsiteX7" fmla="*/ 247974 w 533400"/>
              <a:gd name="connsiteY7" fmla="*/ 34919 h 533400"/>
              <a:gd name="connsiteX8" fmla="*/ 115529 w 533400"/>
              <a:gd name="connsiteY8" fmla="*/ 97660 h 533400"/>
              <a:gd name="connsiteX9" fmla="*/ 66675 w 533400"/>
              <a:gd name="connsiteY9" fmla="*/ 76200 h 533400"/>
              <a:gd name="connsiteX10" fmla="*/ 0 w 533400"/>
              <a:gd name="connsiteY10" fmla="*/ 142875 h 533400"/>
              <a:gd name="connsiteX11" fmla="*/ 52778 w 533400"/>
              <a:gd name="connsiteY11" fmla="*/ 208074 h 533400"/>
              <a:gd name="connsiteX12" fmla="*/ 61646 w 533400"/>
              <a:gd name="connsiteY12" fmla="*/ 318897 h 533400"/>
              <a:gd name="connsiteX13" fmla="*/ 19050 w 533400"/>
              <a:gd name="connsiteY13" fmla="*/ 381000 h 533400"/>
              <a:gd name="connsiteX14" fmla="*/ 85725 w 533400"/>
              <a:gd name="connsiteY14" fmla="*/ 447675 h 533400"/>
              <a:gd name="connsiteX15" fmla="*/ 133226 w 533400"/>
              <a:gd name="connsiteY15" fmla="*/ 427701 h 533400"/>
              <a:gd name="connsiteX16" fmla="*/ 182270 w 533400"/>
              <a:gd name="connsiteY16" fmla="*/ 453666 h 533400"/>
              <a:gd name="connsiteX17" fmla="*/ 180975 w 533400"/>
              <a:gd name="connsiteY17" fmla="*/ 466725 h 533400"/>
              <a:gd name="connsiteX18" fmla="*/ 247650 w 533400"/>
              <a:gd name="connsiteY18" fmla="*/ 533400 h 533400"/>
              <a:gd name="connsiteX19" fmla="*/ 314144 w 533400"/>
              <a:gd name="connsiteY19" fmla="*/ 470354 h 533400"/>
              <a:gd name="connsiteX20" fmla="*/ 458229 w 533400"/>
              <a:gd name="connsiteY20" fmla="*/ 435778 h 533400"/>
              <a:gd name="connsiteX21" fmla="*/ 485775 w 533400"/>
              <a:gd name="connsiteY21" fmla="*/ 447675 h 533400"/>
              <a:gd name="connsiteX22" fmla="*/ 523875 w 533400"/>
              <a:gd name="connsiteY22" fmla="*/ 409575 h 533400"/>
              <a:gd name="connsiteX23" fmla="*/ 502520 w 533400"/>
              <a:gd name="connsiteY23" fmla="*/ 375504 h 533400"/>
              <a:gd name="connsiteX24" fmla="*/ 402022 w 533400"/>
              <a:gd name="connsiteY24" fmla="*/ 117539 h 533400"/>
              <a:gd name="connsiteX25" fmla="*/ 400050 w 533400"/>
              <a:gd name="connsiteY25" fmla="*/ 133350 h 533400"/>
              <a:gd name="connsiteX26" fmla="*/ 410947 w 533400"/>
              <a:gd name="connsiteY26" fmla="*/ 169774 h 533400"/>
              <a:gd name="connsiteX27" fmla="*/ 388649 w 533400"/>
              <a:gd name="connsiteY27" fmla="*/ 196120 h 533400"/>
              <a:gd name="connsiteX28" fmla="*/ 361950 w 533400"/>
              <a:gd name="connsiteY28" fmla="*/ 190500 h 533400"/>
              <a:gd name="connsiteX29" fmla="*/ 358978 w 533400"/>
              <a:gd name="connsiteY29" fmla="*/ 190652 h 533400"/>
              <a:gd name="connsiteX30" fmla="*/ 319135 w 533400"/>
              <a:gd name="connsiteY30" fmla="*/ 76095 h 533400"/>
              <a:gd name="connsiteX31" fmla="*/ 402022 w 533400"/>
              <a:gd name="connsiteY31" fmla="*/ 117539 h 533400"/>
              <a:gd name="connsiteX32" fmla="*/ 390525 w 533400"/>
              <a:gd name="connsiteY32" fmla="*/ 257175 h 533400"/>
              <a:gd name="connsiteX33" fmla="*/ 390077 w 533400"/>
              <a:gd name="connsiteY33" fmla="*/ 261595 h 533400"/>
              <a:gd name="connsiteX34" fmla="*/ 368522 w 533400"/>
              <a:gd name="connsiteY34" fmla="*/ 284921 h 533400"/>
              <a:gd name="connsiteX35" fmla="*/ 361950 w 533400"/>
              <a:gd name="connsiteY35" fmla="*/ 285750 h 533400"/>
              <a:gd name="connsiteX36" fmla="*/ 360512 w 533400"/>
              <a:gd name="connsiteY36" fmla="*/ 285607 h 533400"/>
              <a:gd name="connsiteX37" fmla="*/ 348405 w 533400"/>
              <a:gd name="connsiteY37" fmla="*/ 282178 h 533400"/>
              <a:gd name="connsiteX38" fmla="*/ 335109 w 533400"/>
              <a:gd name="connsiteY38" fmla="*/ 266614 h 533400"/>
              <a:gd name="connsiteX39" fmla="*/ 333375 w 533400"/>
              <a:gd name="connsiteY39" fmla="*/ 257175 h 533400"/>
              <a:gd name="connsiteX40" fmla="*/ 335642 w 533400"/>
              <a:gd name="connsiteY40" fmla="*/ 246040 h 533400"/>
              <a:gd name="connsiteX41" fmla="*/ 337023 w 533400"/>
              <a:gd name="connsiteY41" fmla="*/ 243497 h 533400"/>
              <a:gd name="connsiteX42" fmla="*/ 361102 w 533400"/>
              <a:gd name="connsiteY42" fmla="*/ 228695 h 533400"/>
              <a:gd name="connsiteX43" fmla="*/ 361950 w 533400"/>
              <a:gd name="connsiteY43" fmla="*/ 228600 h 533400"/>
              <a:gd name="connsiteX44" fmla="*/ 372951 w 533400"/>
              <a:gd name="connsiteY44" fmla="*/ 230810 h 533400"/>
              <a:gd name="connsiteX45" fmla="*/ 390144 w 533400"/>
              <a:gd name="connsiteY45" fmla="*/ 253346 h 533400"/>
              <a:gd name="connsiteX46" fmla="*/ 390525 w 533400"/>
              <a:gd name="connsiteY46" fmla="*/ 257175 h 533400"/>
              <a:gd name="connsiteX47" fmla="*/ 287198 w 533400"/>
              <a:gd name="connsiteY47" fmla="*/ 100270 h 533400"/>
              <a:gd name="connsiteX48" fmla="*/ 322993 w 533400"/>
              <a:gd name="connsiteY48" fmla="*/ 203178 h 533400"/>
              <a:gd name="connsiteX49" fmla="*/ 295351 w 533400"/>
              <a:gd name="connsiteY49" fmla="*/ 255518 h 533400"/>
              <a:gd name="connsiteX50" fmla="*/ 237192 w 533400"/>
              <a:gd name="connsiteY50" fmla="*/ 269205 h 533400"/>
              <a:gd name="connsiteX51" fmla="*/ 237153 w 533400"/>
              <a:gd name="connsiteY51" fmla="*/ 269157 h 533400"/>
              <a:gd name="connsiteX52" fmla="*/ 287198 w 533400"/>
              <a:gd name="connsiteY52" fmla="*/ 100270 h 533400"/>
              <a:gd name="connsiteX53" fmla="*/ 132359 w 533400"/>
              <a:gd name="connsiteY53" fmla="*/ 131836 h 533400"/>
              <a:gd name="connsiteX54" fmla="*/ 255375 w 533400"/>
              <a:gd name="connsiteY54" fmla="*/ 73571 h 533400"/>
              <a:gd name="connsiteX55" fmla="*/ 200816 w 533400"/>
              <a:gd name="connsiteY55" fmla="*/ 257718 h 533400"/>
              <a:gd name="connsiteX56" fmla="*/ 124825 w 533400"/>
              <a:gd name="connsiteY56" fmla="*/ 175403 h 533400"/>
              <a:gd name="connsiteX57" fmla="*/ 133350 w 533400"/>
              <a:gd name="connsiteY57" fmla="*/ 142875 h 533400"/>
              <a:gd name="connsiteX58" fmla="*/ 132359 w 533400"/>
              <a:gd name="connsiteY58" fmla="*/ 131836 h 533400"/>
              <a:gd name="connsiteX59" fmla="*/ 49368 w 533400"/>
              <a:gd name="connsiteY59" fmla="*/ 165459 h 533400"/>
              <a:gd name="connsiteX60" fmla="*/ 38100 w 533400"/>
              <a:gd name="connsiteY60" fmla="*/ 142875 h 533400"/>
              <a:gd name="connsiteX61" fmla="*/ 66675 w 533400"/>
              <a:gd name="connsiteY61" fmla="*/ 114300 h 533400"/>
              <a:gd name="connsiteX62" fmla="*/ 95250 w 533400"/>
              <a:gd name="connsiteY62" fmla="*/ 142875 h 533400"/>
              <a:gd name="connsiteX63" fmla="*/ 87354 w 533400"/>
              <a:gd name="connsiteY63" fmla="*/ 162487 h 533400"/>
              <a:gd name="connsiteX64" fmla="*/ 66675 w 533400"/>
              <a:gd name="connsiteY64" fmla="*/ 171450 h 533400"/>
              <a:gd name="connsiteX65" fmla="*/ 49368 w 533400"/>
              <a:gd name="connsiteY65" fmla="*/ 165459 h 533400"/>
              <a:gd name="connsiteX66" fmla="*/ 113929 w 533400"/>
              <a:gd name="connsiteY66" fmla="*/ 384639 h 533400"/>
              <a:gd name="connsiteX67" fmla="*/ 95517 w 533400"/>
              <a:gd name="connsiteY67" fmla="*/ 407737 h 533400"/>
              <a:gd name="connsiteX68" fmla="*/ 85725 w 533400"/>
              <a:gd name="connsiteY68" fmla="*/ 409575 h 533400"/>
              <a:gd name="connsiteX69" fmla="*/ 57150 w 533400"/>
              <a:gd name="connsiteY69" fmla="*/ 381000 h 533400"/>
              <a:gd name="connsiteX70" fmla="*/ 65046 w 533400"/>
              <a:gd name="connsiteY70" fmla="*/ 361388 h 533400"/>
              <a:gd name="connsiteX71" fmla="*/ 85725 w 533400"/>
              <a:gd name="connsiteY71" fmla="*/ 352425 h 533400"/>
              <a:gd name="connsiteX72" fmla="*/ 92316 w 533400"/>
              <a:gd name="connsiteY72" fmla="*/ 353263 h 533400"/>
              <a:gd name="connsiteX73" fmla="*/ 103032 w 533400"/>
              <a:gd name="connsiteY73" fmla="*/ 358416 h 533400"/>
              <a:gd name="connsiteX74" fmla="*/ 113357 w 533400"/>
              <a:gd name="connsiteY74" fmla="*/ 374075 h 533400"/>
              <a:gd name="connsiteX75" fmla="*/ 114300 w 533400"/>
              <a:gd name="connsiteY75" fmla="*/ 381000 h 533400"/>
              <a:gd name="connsiteX76" fmla="*/ 113929 w 533400"/>
              <a:gd name="connsiteY76" fmla="*/ 384639 h 533400"/>
              <a:gd name="connsiteX77" fmla="*/ 127359 w 533400"/>
              <a:gd name="connsiteY77" fmla="*/ 329003 h 533400"/>
              <a:gd name="connsiteX78" fmla="*/ 99622 w 533400"/>
              <a:gd name="connsiteY78" fmla="*/ 315801 h 533400"/>
              <a:gd name="connsiteX79" fmla="*/ 90754 w 533400"/>
              <a:gd name="connsiteY79" fmla="*/ 204978 h 533400"/>
              <a:gd name="connsiteX80" fmla="*/ 97479 w 533400"/>
              <a:gd name="connsiteY80" fmla="*/ 201949 h 533400"/>
              <a:gd name="connsiteX81" fmla="*/ 173307 w 533400"/>
              <a:gd name="connsiteY81" fmla="*/ 284102 h 533400"/>
              <a:gd name="connsiteX82" fmla="*/ 171450 w 533400"/>
              <a:gd name="connsiteY82" fmla="*/ 295275 h 533400"/>
              <a:gd name="connsiteX83" fmla="*/ 171755 w 533400"/>
              <a:gd name="connsiteY83" fmla="*/ 298275 h 533400"/>
              <a:gd name="connsiteX84" fmla="*/ 127359 w 533400"/>
              <a:gd name="connsiteY84" fmla="*/ 329003 h 533400"/>
              <a:gd name="connsiteX85" fmla="*/ 200149 w 533400"/>
              <a:gd name="connsiteY85" fmla="*/ 420024 h 533400"/>
              <a:gd name="connsiteX86" fmla="*/ 151105 w 533400"/>
              <a:gd name="connsiteY86" fmla="*/ 394059 h 533400"/>
              <a:gd name="connsiteX87" fmla="*/ 152400 w 533400"/>
              <a:gd name="connsiteY87" fmla="*/ 381000 h 533400"/>
              <a:gd name="connsiteX88" fmla="*/ 149076 w 533400"/>
              <a:gd name="connsiteY88" fmla="*/ 360312 h 533400"/>
              <a:gd name="connsiteX89" fmla="*/ 193367 w 533400"/>
              <a:gd name="connsiteY89" fmla="*/ 329651 h 533400"/>
              <a:gd name="connsiteX90" fmla="*/ 198072 w 533400"/>
              <a:gd name="connsiteY90" fmla="*/ 331422 h 533400"/>
              <a:gd name="connsiteX91" fmla="*/ 215208 w 533400"/>
              <a:gd name="connsiteY91" fmla="*/ 408527 h 533400"/>
              <a:gd name="connsiteX92" fmla="*/ 200149 w 533400"/>
              <a:gd name="connsiteY92" fmla="*/ 420024 h 533400"/>
              <a:gd name="connsiteX93" fmla="*/ 272625 w 533400"/>
              <a:gd name="connsiteY93" fmla="*/ 480317 h 533400"/>
              <a:gd name="connsiteX94" fmla="*/ 247650 w 533400"/>
              <a:gd name="connsiteY94" fmla="*/ 495300 h 533400"/>
              <a:gd name="connsiteX95" fmla="*/ 220018 w 533400"/>
              <a:gd name="connsiteY95" fmla="*/ 473650 h 533400"/>
              <a:gd name="connsiteX96" fmla="*/ 219075 w 533400"/>
              <a:gd name="connsiteY96" fmla="*/ 466725 h 533400"/>
              <a:gd name="connsiteX97" fmla="*/ 224457 w 533400"/>
              <a:gd name="connsiteY97" fmla="*/ 450161 h 533400"/>
              <a:gd name="connsiteX98" fmla="*/ 237858 w 533400"/>
              <a:gd name="connsiteY98" fmla="*/ 439988 h 533400"/>
              <a:gd name="connsiteX99" fmla="*/ 241078 w 533400"/>
              <a:gd name="connsiteY99" fmla="*/ 438988 h 533400"/>
              <a:gd name="connsiteX100" fmla="*/ 247650 w 533400"/>
              <a:gd name="connsiteY100" fmla="*/ 438150 h 533400"/>
              <a:gd name="connsiteX101" fmla="*/ 261661 w 533400"/>
              <a:gd name="connsiteY101" fmla="*/ 441970 h 533400"/>
              <a:gd name="connsiteX102" fmla="*/ 263871 w 533400"/>
              <a:gd name="connsiteY102" fmla="*/ 443236 h 533400"/>
              <a:gd name="connsiteX103" fmla="*/ 274501 w 533400"/>
              <a:gd name="connsiteY103" fmla="*/ 457276 h 533400"/>
              <a:gd name="connsiteX104" fmla="*/ 276225 w 533400"/>
              <a:gd name="connsiteY104" fmla="*/ 466725 h 533400"/>
              <a:gd name="connsiteX105" fmla="*/ 272625 w 533400"/>
              <a:gd name="connsiteY105" fmla="*/ 480317 h 533400"/>
              <a:gd name="connsiteX106" fmla="*/ 261518 w 533400"/>
              <a:gd name="connsiteY106" fmla="*/ 401517 h 533400"/>
              <a:gd name="connsiteX107" fmla="*/ 252403 w 533400"/>
              <a:gd name="connsiteY107" fmla="*/ 400288 h 533400"/>
              <a:gd name="connsiteX108" fmla="*/ 235277 w 533400"/>
              <a:gd name="connsiteY108" fmla="*/ 323221 h 533400"/>
              <a:gd name="connsiteX109" fmla="*/ 245840 w 533400"/>
              <a:gd name="connsiteY109" fmla="*/ 306314 h 533400"/>
              <a:gd name="connsiteX110" fmla="*/ 305391 w 533400"/>
              <a:gd name="connsiteY110" fmla="*/ 292303 h 533400"/>
              <a:gd name="connsiteX111" fmla="*/ 314658 w 533400"/>
              <a:gd name="connsiteY111" fmla="*/ 304114 h 533400"/>
              <a:gd name="connsiteX112" fmla="*/ 261518 w 533400"/>
              <a:gd name="connsiteY112" fmla="*/ 401517 h 533400"/>
              <a:gd name="connsiteX113" fmla="*/ 305257 w 533400"/>
              <a:gd name="connsiteY113" fmla="*/ 433311 h 533400"/>
              <a:gd name="connsiteX114" fmla="*/ 294951 w 533400"/>
              <a:gd name="connsiteY114" fmla="*/ 419795 h 533400"/>
              <a:gd name="connsiteX115" fmla="*/ 348091 w 533400"/>
              <a:gd name="connsiteY115" fmla="*/ 322374 h 533400"/>
              <a:gd name="connsiteX116" fmla="*/ 361950 w 533400"/>
              <a:gd name="connsiteY116" fmla="*/ 323850 h 533400"/>
              <a:gd name="connsiteX117" fmla="*/ 387448 w 533400"/>
              <a:gd name="connsiteY117" fmla="*/ 318764 h 533400"/>
              <a:gd name="connsiteX118" fmla="*/ 450256 w 533400"/>
              <a:gd name="connsiteY118" fmla="*/ 396069 h 533400"/>
              <a:gd name="connsiteX119" fmla="*/ 449437 w 533400"/>
              <a:gd name="connsiteY119" fmla="*/ 398717 h 533400"/>
              <a:gd name="connsiteX120" fmla="*/ 305257 w 533400"/>
              <a:gd name="connsiteY120" fmla="*/ 433311 h 533400"/>
              <a:gd name="connsiteX121" fmla="*/ 416995 w 533400"/>
              <a:gd name="connsiteY121" fmla="*/ 294723 h 533400"/>
              <a:gd name="connsiteX122" fmla="*/ 428625 w 533400"/>
              <a:gd name="connsiteY122" fmla="*/ 257175 h 533400"/>
              <a:gd name="connsiteX123" fmla="*/ 417728 w 533400"/>
              <a:gd name="connsiteY123" fmla="*/ 220751 h 533400"/>
              <a:gd name="connsiteX124" fmla="*/ 440026 w 533400"/>
              <a:gd name="connsiteY124" fmla="*/ 194405 h 533400"/>
              <a:gd name="connsiteX125" fmla="*/ 452123 w 533400"/>
              <a:gd name="connsiteY125" fmla="*/ 198368 h 533400"/>
              <a:gd name="connsiteX126" fmla="*/ 462639 w 533400"/>
              <a:gd name="connsiteY126" fmla="*/ 350901 h 533400"/>
              <a:gd name="connsiteX127" fmla="*/ 416995 w 533400"/>
              <a:gd name="connsiteY127" fmla="*/ 294723 h 533400"/>
              <a:gd name="connsiteX128" fmla="*/ 467573 w 533400"/>
              <a:gd name="connsiteY128" fmla="*/ 161839 h 533400"/>
              <a:gd name="connsiteX129" fmla="*/ 466725 w 533400"/>
              <a:gd name="connsiteY129" fmla="*/ 161925 h 533400"/>
              <a:gd name="connsiteX130" fmla="*/ 449170 w 533400"/>
              <a:gd name="connsiteY130" fmla="*/ 155734 h 533400"/>
              <a:gd name="connsiteX131" fmla="*/ 438531 w 533400"/>
              <a:gd name="connsiteY131" fmla="*/ 137179 h 533400"/>
              <a:gd name="connsiteX132" fmla="*/ 438150 w 533400"/>
              <a:gd name="connsiteY132" fmla="*/ 133350 h 533400"/>
              <a:gd name="connsiteX133" fmla="*/ 466725 w 533400"/>
              <a:gd name="connsiteY133" fmla="*/ 104775 h 533400"/>
              <a:gd name="connsiteX134" fmla="*/ 495300 w 533400"/>
              <a:gd name="connsiteY134" fmla="*/ 133350 h 533400"/>
              <a:gd name="connsiteX135" fmla="*/ 487185 w 533400"/>
              <a:gd name="connsiteY135" fmla="*/ 153219 h 533400"/>
              <a:gd name="connsiteX136" fmla="*/ 467573 w 533400"/>
              <a:gd name="connsiteY136" fmla="*/ 161839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533400" h="533400">
                <a:moveTo>
                  <a:pt x="502520" y="375504"/>
                </a:moveTo>
                <a:lnTo>
                  <a:pt x="490118" y="195701"/>
                </a:lnTo>
                <a:cubicBezTo>
                  <a:pt x="515360" y="186204"/>
                  <a:pt x="533400" y="161877"/>
                  <a:pt x="533400" y="133350"/>
                </a:cubicBezTo>
                <a:cubicBezTo>
                  <a:pt x="533400" y="96584"/>
                  <a:pt x="503482" y="66675"/>
                  <a:pt x="466725" y="66675"/>
                </a:cubicBezTo>
                <a:cubicBezTo>
                  <a:pt x="449209" y="66675"/>
                  <a:pt x="433292" y="73523"/>
                  <a:pt x="421376" y="84611"/>
                </a:cubicBezTo>
                <a:lnTo>
                  <a:pt x="323612" y="35728"/>
                </a:lnTo>
                <a:cubicBezTo>
                  <a:pt x="322364" y="15812"/>
                  <a:pt x="305981" y="0"/>
                  <a:pt x="285750" y="0"/>
                </a:cubicBezTo>
                <a:cubicBezTo>
                  <a:pt x="265795" y="0"/>
                  <a:pt x="249612" y="15392"/>
                  <a:pt x="247974" y="34919"/>
                </a:cubicBezTo>
                <a:lnTo>
                  <a:pt x="115529" y="97660"/>
                </a:lnTo>
                <a:cubicBezTo>
                  <a:pt x="103337" y="84496"/>
                  <a:pt x="85982" y="76200"/>
                  <a:pt x="66675" y="76200"/>
                </a:cubicBezTo>
                <a:cubicBezTo>
                  <a:pt x="29909" y="76200"/>
                  <a:pt x="0" y="106109"/>
                  <a:pt x="0" y="142875"/>
                </a:cubicBezTo>
                <a:cubicBezTo>
                  <a:pt x="0" y="174869"/>
                  <a:pt x="22670" y="201654"/>
                  <a:pt x="52778" y="208074"/>
                </a:cubicBezTo>
                <a:lnTo>
                  <a:pt x="61646" y="318897"/>
                </a:lnTo>
                <a:cubicBezTo>
                  <a:pt x="36757" y="328584"/>
                  <a:pt x="19050" y="352739"/>
                  <a:pt x="19050" y="381000"/>
                </a:cubicBezTo>
                <a:cubicBezTo>
                  <a:pt x="19050" y="417757"/>
                  <a:pt x="48959" y="447675"/>
                  <a:pt x="85725" y="447675"/>
                </a:cubicBezTo>
                <a:cubicBezTo>
                  <a:pt x="104308" y="447675"/>
                  <a:pt x="121129" y="440017"/>
                  <a:pt x="133226" y="427701"/>
                </a:cubicBezTo>
                <a:lnTo>
                  <a:pt x="182270" y="453666"/>
                </a:lnTo>
                <a:cubicBezTo>
                  <a:pt x="181432" y="457895"/>
                  <a:pt x="180975" y="462258"/>
                  <a:pt x="180975" y="466725"/>
                </a:cubicBezTo>
                <a:cubicBezTo>
                  <a:pt x="180975" y="503482"/>
                  <a:pt x="210884" y="533400"/>
                  <a:pt x="247650" y="533400"/>
                </a:cubicBezTo>
                <a:cubicBezTo>
                  <a:pt x="283188" y="533400"/>
                  <a:pt x="312239" y="505425"/>
                  <a:pt x="314144" y="470354"/>
                </a:cubicBezTo>
                <a:lnTo>
                  <a:pt x="458229" y="435778"/>
                </a:lnTo>
                <a:cubicBezTo>
                  <a:pt x="465163" y="443074"/>
                  <a:pt x="474907" y="447675"/>
                  <a:pt x="485775" y="447675"/>
                </a:cubicBezTo>
                <a:cubicBezTo>
                  <a:pt x="506816" y="447675"/>
                  <a:pt x="523875" y="430616"/>
                  <a:pt x="523875" y="409575"/>
                </a:cubicBezTo>
                <a:cubicBezTo>
                  <a:pt x="523875" y="394573"/>
                  <a:pt x="515122" y="381724"/>
                  <a:pt x="502520" y="375504"/>
                </a:cubicBezTo>
                <a:close/>
                <a:moveTo>
                  <a:pt x="402022" y="117539"/>
                </a:moveTo>
                <a:cubicBezTo>
                  <a:pt x="400783" y="122615"/>
                  <a:pt x="400050" y="127892"/>
                  <a:pt x="400050" y="133350"/>
                </a:cubicBezTo>
                <a:cubicBezTo>
                  <a:pt x="400050" y="146790"/>
                  <a:pt x="404079" y="159296"/>
                  <a:pt x="410947" y="169774"/>
                </a:cubicBezTo>
                <a:lnTo>
                  <a:pt x="388649" y="196120"/>
                </a:lnTo>
                <a:cubicBezTo>
                  <a:pt x="380467" y="192529"/>
                  <a:pt x="371446" y="190500"/>
                  <a:pt x="361950" y="190500"/>
                </a:cubicBezTo>
                <a:cubicBezTo>
                  <a:pt x="360950" y="190500"/>
                  <a:pt x="359969" y="190605"/>
                  <a:pt x="358978" y="190652"/>
                </a:cubicBezTo>
                <a:lnTo>
                  <a:pt x="319135" y="76095"/>
                </a:lnTo>
                <a:lnTo>
                  <a:pt x="402022" y="117539"/>
                </a:lnTo>
                <a:close/>
                <a:moveTo>
                  <a:pt x="390525" y="257175"/>
                </a:moveTo>
                <a:cubicBezTo>
                  <a:pt x="390525" y="258689"/>
                  <a:pt x="390306" y="260137"/>
                  <a:pt x="390077" y="261595"/>
                </a:cubicBezTo>
                <a:cubicBezTo>
                  <a:pt x="388277" y="273072"/>
                  <a:pt x="379695" y="282264"/>
                  <a:pt x="368522" y="284921"/>
                </a:cubicBezTo>
                <a:cubicBezTo>
                  <a:pt x="366398" y="285417"/>
                  <a:pt x="364217" y="285750"/>
                  <a:pt x="361950" y="285750"/>
                </a:cubicBezTo>
                <a:cubicBezTo>
                  <a:pt x="361455" y="285750"/>
                  <a:pt x="360998" y="285626"/>
                  <a:pt x="360512" y="285607"/>
                </a:cubicBezTo>
                <a:cubicBezTo>
                  <a:pt x="356130" y="285388"/>
                  <a:pt x="352044" y="284159"/>
                  <a:pt x="348405" y="282178"/>
                </a:cubicBezTo>
                <a:cubicBezTo>
                  <a:pt x="342233" y="278816"/>
                  <a:pt x="337480" y="273320"/>
                  <a:pt x="335109" y="266614"/>
                </a:cubicBezTo>
                <a:cubicBezTo>
                  <a:pt x="334051" y="263642"/>
                  <a:pt x="333375" y="260499"/>
                  <a:pt x="333375" y="257175"/>
                </a:cubicBezTo>
                <a:cubicBezTo>
                  <a:pt x="333375" y="253222"/>
                  <a:pt x="334185" y="249460"/>
                  <a:pt x="335642" y="246040"/>
                </a:cubicBezTo>
                <a:cubicBezTo>
                  <a:pt x="336023" y="245145"/>
                  <a:pt x="336556" y="244335"/>
                  <a:pt x="337023" y="243497"/>
                </a:cubicBezTo>
                <a:cubicBezTo>
                  <a:pt x="341757" y="234906"/>
                  <a:pt x="350691" y="229000"/>
                  <a:pt x="361102" y="228695"/>
                </a:cubicBezTo>
                <a:cubicBezTo>
                  <a:pt x="361388" y="228676"/>
                  <a:pt x="361664" y="228600"/>
                  <a:pt x="361950" y="228600"/>
                </a:cubicBezTo>
                <a:cubicBezTo>
                  <a:pt x="365846" y="228600"/>
                  <a:pt x="369560" y="229391"/>
                  <a:pt x="372951" y="230810"/>
                </a:cubicBezTo>
                <a:cubicBezTo>
                  <a:pt x="382124" y="234648"/>
                  <a:pt x="388763" y="243173"/>
                  <a:pt x="390144" y="253346"/>
                </a:cubicBezTo>
                <a:cubicBezTo>
                  <a:pt x="390306" y="254613"/>
                  <a:pt x="390525" y="255861"/>
                  <a:pt x="390525" y="257175"/>
                </a:cubicBezTo>
                <a:close/>
                <a:moveTo>
                  <a:pt x="287198" y="100270"/>
                </a:moveTo>
                <a:lnTo>
                  <a:pt x="322993" y="203178"/>
                </a:lnTo>
                <a:cubicBezTo>
                  <a:pt x="306657" y="214998"/>
                  <a:pt x="295885" y="233982"/>
                  <a:pt x="295351" y="255518"/>
                </a:cubicBezTo>
                <a:lnTo>
                  <a:pt x="237192" y="269205"/>
                </a:lnTo>
                <a:cubicBezTo>
                  <a:pt x="237173" y="269186"/>
                  <a:pt x="237163" y="269167"/>
                  <a:pt x="237153" y="269157"/>
                </a:cubicBezTo>
                <a:lnTo>
                  <a:pt x="287198" y="100270"/>
                </a:lnTo>
                <a:close/>
                <a:moveTo>
                  <a:pt x="132359" y="131836"/>
                </a:moveTo>
                <a:lnTo>
                  <a:pt x="255375" y="73571"/>
                </a:lnTo>
                <a:lnTo>
                  <a:pt x="200816" y="257718"/>
                </a:lnTo>
                <a:lnTo>
                  <a:pt x="124825" y="175403"/>
                </a:lnTo>
                <a:cubicBezTo>
                  <a:pt x="130235" y="165773"/>
                  <a:pt x="133350" y="154686"/>
                  <a:pt x="133350" y="142875"/>
                </a:cubicBezTo>
                <a:cubicBezTo>
                  <a:pt x="133350" y="139103"/>
                  <a:pt x="132959" y="135436"/>
                  <a:pt x="132359" y="131836"/>
                </a:cubicBezTo>
                <a:close/>
                <a:moveTo>
                  <a:pt x="49368" y="165459"/>
                </a:moveTo>
                <a:cubicBezTo>
                  <a:pt x="42567" y="160230"/>
                  <a:pt x="38100" y="152105"/>
                  <a:pt x="38100" y="142875"/>
                </a:cubicBezTo>
                <a:cubicBezTo>
                  <a:pt x="38100" y="127121"/>
                  <a:pt x="50921" y="114300"/>
                  <a:pt x="66675" y="114300"/>
                </a:cubicBezTo>
                <a:cubicBezTo>
                  <a:pt x="82429" y="114300"/>
                  <a:pt x="95250" y="127121"/>
                  <a:pt x="95250" y="142875"/>
                </a:cubicBezTo>
                <a:cubicBezTo>
                  <a:pt x="95250" y="150485"/>
                  <a:pt x="92221" y="157363"/>
                  <a:pt x="87354" y="162487"/>
                </a:cubicBezTo>
                <a:cubicBezTo>
                  <a:pt x="82144" y="167973"/>
                  <a:pt x="74828" y="171450"/>
                  <a:pt x="66675" y="171450"/>
                </a:cubicBezTo>
                <a:cubicBezTo>
                  <a:pt x="60141" y="171450"/>
                  <a:pt x="54188" y="169164"/>
                  <a:pt x="49368" y="165459"/>
                </a:cubicBezTo>
                <a:close/>
                <a:moveTo>
                  <a:pt x="113929" y="384639"/>
                </a:moveTo>
                <a:cubicBezTo>
                  <a:pt x="112547" y="395326"/>
                  <a:pt x="105327" y="404127"/>
                  <a:pt x="95517" y="407737"/>
                </a:cubicBezTo>
                <a:cubicBezTo>
                  <a:pt x="92450" y="408861"/>
                  <a:pt x="89183" y="409575"/>
                  <a:pt x="85725" y="409575"/>
                </a:cubicBezTo>
                <a:cubicBezTo>
                  <a:pt x="69971" y="409575"/>
                  <a:pt x="57150" y="396754"/>
                  <a:pt x="57150" y="381000"/>
                </a:cubicBezTo>
                <a:cubicBezTo>
                  <a:pt x="57150" y="373390"/>
                  <a:pt x="60179" y="366512"/>
                  <a:pt x="65046" y="361388"/>
                </a:cubicBezTo>
                <a:cubicBezTo>
                  <a:pt x="70256" y="355892"/>
                  <a:pt x="77572" y="352425"/>
                  <a:pt x="85725" y="352425"/>
                </a:cubicBezTo>
                <a:cubicBezTo>
                  <a:pt x="88001" y="352425"/>
                  <a:pt x="90192" y="352758"/>
                  <a:pt x="92316" y="353263"/>
                </a:cubicBezTo>
                <a:cubicBezTo>
                  <a:pt x="96288" y="354206"/>
                  <a:pt x="99889" y="355997"/>
                  <a:pt x="103032" y="358416"/>
                </a:cubicBezTo>
                <a:cubicBezTo>
                  <a:pt x="108061" y="362283"/>
                  <a:pt x="111766" y="367741"/>
                  <a:pt x="113357" y="374075"/>
                </a:cubicBezTo>
                <a:cubicBezTo>
                  <a:pt x="113909" y="376304"/>
                  <a:pt x="114300" y="378600"/>
                  <a:pt x="114300" y="381000"/>
                </a:cubicBezTo>
                <a:cubicBezTo>
                  <a:pt x="114300" y="382248"/>
                  <a:pt x="114090" y="383438"/>
                  <a:pt x="113929" y="384639"/>
                </a:cubicBezTo>
                <a:close/>
                <a:moveTo>
                  <a:pt x="127359" y="329003"/>
                </a:moveTo>
                <a:cubicBezTo>
                  <a:pt x="119396" y="322612"/>
                  <a:pt x="109957" y="318002"/>
                  <a:pt x="99622" y="315801"/>
                </a:cubicBezTo>
                <a:lnTo>
                  <a:pt x="90754" y="204978"/>
                </a:lnTo>
                <a:cubicBezTo>
                  <a:pt x="93059" y="204083"/>
                  <a:pt x="95307" y="203083"/>
                  <a:pt x="97479" y="201949"/>
                </a:cubicBezTo>
                <a:lnTo>
                  <a:pt x="173307" y="284102"/>
                </a:lnTo>
                <a:cubicBezTo>
                  <a:pt x="172212" y="287655"/>
                  <a:pt x="171450" y="291360"/>
                  <a:pt x="171450" y="295275"/>
                </a:cubicBezTo>
                <a:cubicBezTo>
                  <a:pt x="171450" y="296304"/>
                  <a:pt x="171669" y="297266"/>
                  <a:pt x="171755" y="298275"/>
                </a:cubicBezTo>
                <a:lnTo>
                  <a:pt x="127359" y="329003"/>
                </a:lnTo>
                <a:close/>
                <a:moveTo>
                  <a:pt x="200149" y="420024"/>
                </a:moveTo>
                <a:lnTo>
                  <a:pt x="151105" y="394059"/>
                </a:lnTo>
                <a:cubicBezTo>
                  <a:pt x="151943" y="389830"/>
                  <a:pt x="152400" y="385467"/>
                  <a:pt x="152400" y="381000"/>
                </a:cubicBezTo>
                <a:cubicBezTo>
                  <a:pt x="152400" y="373780"/>
                  <a:pt x="151209" y="366836"/>
                  <a:pt x="149076" y="360312"/>
                </a:cubicBezTo>
                <a:lnTo>
                  <a:pt x="193367" y="329651"/>
                </a:lnTo>
                <a:cubicBezTo>
                  <a:pt x="194881" y="330365"/>
                  <a:pt x="196453" y="330908"/>
                  <a:pt x="198072" y="331422"/>
                </a:cubicBezTo>
                <a:lnTo>
                  <a:pt x="215208" y="408527"/>
                </a:lnTo>
                <a:cubicBezTo>
                  <a:pt x="209645" y="411642"/>
                  <a:pt x="204578" y="415509"/>
                  <a:pt x="200149" y="420024"/>
                </a:cubicBezTo>
                <a:close/>
                <a:moveTo>
                  <a:pt x="272625" y="480317"/>
                </a:moveTo>
                <a:cubicBezTo>
                  <a:pt x="267776" y="489195"/>
                  <a:pt x="258461" y="495300"/>
                  <a:pt x="247650" y="495300"/>
                </a:cubicBezTo>
                <a:cubicBezTo>
                  <a:pt x="234296" y="495300"/>
                  <a:pt x="223142" y="486051"/>
                  <a:pt x="220018" y="473650"/>
                </a:cubicBezTo>
                <a:cubicBezTo>
                  <a:pt x="219466" y="471421"/>
                  <a:pt x="219075" y="469125"/>
                  <a:pt x="219075" y="466725"/>
                </a:cubicBezTo>
                <a:cubicBezTo>
                  <a:pt x="219075" y="460534"/>
                  <a:pt x="221104" y="454838"/>
                  <a:pt x="224457" y="450161"/>
                </a:cubicBezTo>
                <a:cubicBezTo>
                  <a:pt x="227771" y="445532"/>
                  <a:pt x="232429" y="441989"/>
                  <a:pt x="237858" y="439988"/>
                </a:cubicBezTo>
                <a:cubicBezTo>
                  <a:pt x="238906" y="439598"/>
                  <a:pt x="239973" y="439245"/>
                  <a:pt x="241078" y="438988"/>
                </a:cubicBezTo>
                <a:cubicBezTo>
                  <a:pt x="243202" y="438483"/>
                  <a:pt x="245383" y="438150"/>
                  <a:pt x="247650" y="438150"/>
                </a:cubicBezTo>
                <a:cubicBezTo>
                  <a:pt x="252765" y="438150"/>
                  <a:pt x="257508" y="439607"/>
                  <a:pt x="261661" y="441970"/>
                </a:cubicBezTo>
                <a:cubicBezTo>
                  <a:pt x="262404" y="442389"/>
                  <a:pt x="263176" y="442760"/>
                  <a:pt x="263871" y="443236"/>
                </a:cubicBezTo>
                <a:cubicBezTo>
                  <a:pt x="268776" y="446637"/>
                  <a:pt x="272482" y="451552"/>
                  <a:pt x="274501" y="457276"/>
                </a:cubicBezTo>
                <a:cubicBezTo>
                  <a:pt x="275549" y="460258"/>
                  <a:pt x="276225" y="463401"/>
                  <a:pt x="276225" y="466725"/>
                </a:cubicBezTo>
                <a:cubicBezTo>
                  <a:pt x="276225" y="471669"/>
                  <a:pt x="274844" y="476260"/>
                  <a:pt x="272625" y="480317"/>
                </a:cubicBezTo>
                <a:close/>
                <a:moveTo>
                  <a:pt x="261518" y="401517"/>
                </a:moveTo>
                <a:cubicBezTo>
                  <a:pt x="258547" y="400888"/>
                  <a:pt x="255499" y="400507"/>
                  <a:pt x="252403" y="400288"/>
                </a:cubicBezTo>
                <a:lnTo>
                  <a:pt x="235277" y="323221"/>
                </a:lnTo>
                <a:cubicBezTo>
                  <a:pt x="240201" y="318687"/>
                  <a:pt x="243840" y="312877"/>
                  <a:pt x="245840" y="306314"/>
                </a:cubicBezTo>
                <a:lnTo>
                  <a:pt x="305391" y="292303"/>
                </a:lnTo>
                <a:cubicBezTo>
                  <a:pt x="308048" y="296570"/>
                  <a:pt x="311134" y="300552"/>
                  <a:pt x="314658" y="304114"/>
                </a:cubicBezTo>
                <a:lnTo>
                  <a:pt x="261518" y="401517"/>
                </a:lnTo>
                <a:close/>
                <a:moveTo>
                  <a:pt x="305257" y="433311"/>
                </a:moveTo>
                <a:cubicBezTo>
                  <a:pt x="302381" y="428377"/>
                  <a:pt x="298942" y="423824"/>
                  <a:pt x="294951" y="419795"/>
                </a:cubicBezTo>
                <a:lnTo>
                  <a:pt x="348091" y="322374"/>
                </a:lnTo>
                <a:cubicBezTo>
                  <a:pt x="352558" y="323326"/>
                  <a:pt x="357197" y="323850"/>
                  <a:pt x="361950" y="323850"/>
                </a:cubicBezTo>
                <a:cubicBezTo>
                  <a:pt x="370980" y="323850"/>
                  <a:pt x="379590" y="322031"/>
                  <a:pt x="387448" y="318764"/>
                </a:cubicBezTo>
                <a:lnTo>
                  <a:pt x="450256" y="396069"/>
                </a:lnTo>
                <a:cubicBezTo>
                  <a:pt x="449932" y="396926"/>
                  <a:pt x="449704" y="397831"/>
                  <a:pt x="449437" y="398717"/>
                </a:cubicBezTo>
                <a:lnTo>
                  <a:pt x="305257" y="433311"/>
                </a:lnTo>
                <a:close/>
                <a:moveTo>
                  <a:pt x="416995" y="294723"/>
                </a:moveTo>
                <a:cubicBezTo>
                  <a:pt x="424320" y="284016"/>
                  <a:pt x="428625" y="271091"/>
                  <a:pt x="428625" y="257175"/>
                </a:cubicBezTo>
                <a:cubicBezTo>
                  <a:pt x="428625" y="243735"/>
                  <a:pt x="424596" y="231229"/>
                  <a:pt x="417728" y="220751"/>
                </a:cubicBezTo>
                <a:lnTo>
                  <a:pt x="440026" y="194405"/>
                </a:lnTo>
                <a:cubicBezTo>
                  <a:pt x="443884" y="196101"/>
                  <a:pt x="447932" y="197425"/>
                  <a:pt x="452123" y="198368"/>
                </a:cubicBezTo>
                <a:lnTo>
                  <a:pt x="462639" y="350901"/>
                </a:lnTo>
                <a:lnTo>
                  <a:pt x="416995" y="294723"/>
                </a:lnTo>
                <a:close/>
                <a:moveTo>
                  <a:pt x="467573" y="161839"/>
                </a:moveTo>
                <a:cubicBezTo>
                  <a:pt x="467287" y="161849"/>
                  <a:pt x="467011" y="161925"/>
                  <a:pt x="466725" y="161925"/>
                </a:cubicBezTo>
                <a:cubicBezTo>
                  <a:pt x="460077" y="161925"/>
                  <a:pt x="454038" y="159553"/>
                  <a:pt x="449170" y="155734"/>
                </a:cubicBezTo>
                <a:cubicBezTo>
                  <a:pt x="443465" y="151247"/>
                  <a:pt x="439550" y="144704"/>
                  <a:pt x="438531" y="137179"/>
                </a:cubicBezTo>
                <a:cubicBezTo>
                  <a:pt x="438369" y="135912"/>
                  <a:pt x="438150" y="134664"/>
                  <a:pt x="438150" y="133350"/>
                </a:cubicBezTo>
                <a:cubicBezTo>
                  <a:pt x="438150" y="117596"/>
                  <a:pt x="450971" y="104775"/>
                  <a:pt x="466725" y="104775"/>
                </a:cubicBezTo>
                <a:cubicBezTo>
                  <a:pt x="482479" y="104775"/>
                  <a:pt x="495300" y="117596"/>
                  <a:pt x="495300" y="133350"/>
                </a:cubicBezTo>
                <a:cubicBezTo>
                  <a:pt x="495300" y="141075"/>
                  <a:pt x="492185" y="148076"/>
                  <a:pt x="487185" y="153219"/>
                </a:cubicBezTo>
                <a:cubicBezTo>
                  <a:pt x="482184" y="158382"/>
                  <a:pt x="475259" y="161611"/>
                  <a:pt x="467573" y="161839"/>
                </a:cubicBezTo>
                <a:close/>
              </a:path>
            </a:pathLst>
          </a:custGeom>
          <a:solidFill>
            <a:schemeClr val="tx2"/>
          </a:solidFill>
          <a:ln w="9525" cap="flat">
            <a:noFill/>
            <a:prstDash val="solid"/>
            <a:miter/>
          </a:ln>
        </p:spPr>
        <p:txBody>
          <a:bodyPr rtlCol="0" anchor="ctr"/>
          <a:lstStyle/>
          <a:p>
            <a:endParaRPr lang="en-US"/>
          </a:p>
        </p:txBody>
      </p:sp>
      <p:sp>
        <p:nvSpPr>
          <p:cNvPr id="159" name="TextBox 47">
            <a:extLst>
              <a:ext uri="{FF2B5EF4-FFF2-40B4-BE49-F238E27FC236}">
                <a16:creationId xmlns:a16="http://schemas.microsoft.com/office/drawing/2014/main" id="{F177F304-8AC4-5444-A7C8-EDEF429DC195}"/>
              </a:ext>
            </a:extLst>
          </p:cNvPr>
          <p:cNvSpPr txBox="1"/>
          <p:nvPr/>
        </p:nvSpPr>
        <p:spPr>
          <a:xfrm>
            <a:off x="9623595" y="1914780"/>
            <a:ext cx="954107" cy="215444"/>
          </a:xfrm>
          <a:prstGeom prst="rect">
            <a:avLst/>
          </a:prstGeom>
          <a:noFill/>
        </p:spPr>
        <p:txBody>
          <a:bodyPr wrap="none" lIns="0" rIns="0" rtlCol="0" anchor="ctr" anchorCtr="0">
            <a:noAutofit/>
          </a:bodyPr>
          <a:lstStyle/>
          <a:p>
            <a:pPr algn="ctr"/>
            <a:r>
              <a:rPr lang="en-US" sz="800"/>
              <a:t>Network random</a:t>
            </a:r>
          </a:p>
        </p:txBody>
      </p:sp>
      <p:sp>
        <p:nvSpPr>
          <p:cNvPr id="8" name="Graphic 160">
            <a:extLst>
              <a:ext uri="{FF2B5EF4-FFF2-40B4-BE49-F238E27FC236}">
                <a16:creationId xmlns:a16="http://schemas.microsoft.com/office/drawing/2014/main" id="{E5639C7D-7385-414B-A369-9870CCCA9F35}"/>
              </a:ext>
            </a:extLst>
          </p:cNvPr>
          <p:cNvSpPr>
            <a:spLocks noChangeAspect="1"/>
          </p:cNvSpPr>
          <p:nvPr/>
        </p:nvSpPr>
        <p:spPr>
          <a:xfrm>
            <a:off x="8054710" y="3253532"/>
            <a:ext cx="470668" cy="470668"/>
          </a:xfrm>
          <a:custGeom>
            <a:avLst/>
            <a:gdLst>
              <a:gd name="connsiteX0" fmla="*/ 470668 w 470668"/>
              <a:gd name="connsiteY0" fmla="*/ 443732 h 470668"/>
              <a:gd name="connsiteX1" fmla="*/ 337976 w 470668"/>
              <a:gd name="connsiteY1" fmla="*/ 311039 h 470668"/>
              <a:gd name="connsiteX2" fmla="*/ 381000 w 470668"/>
              <a:gd name="connsiteY2" fmla="*/ 190500 h 470668"/>
              <a:gd name="connsiteX3" fmla="*/ 190500 w 470668"/>
              <a:gd name="connsiteY3" fmla="*/ 0 h 470668"/>
              <a:gd name="connsiteX4" fmla="*/ 0 w 470668"/>
              <a:gd name="connsiteY4" fmla="*/ 190500 h 470668"/>
              <a:gd name="connsiteX5" fmla="*/ 190500 w 470668"/>
              <a:gd name="connsiteY5" fmla="*/ 381000 h 470668"/>
              <a:gd name="connsiteX6" fmla="*/ 311039 w 470668"/>
              <a:gd name="connsiteY6" fmla="*/ 337976 h 470668"/>
              <a:gd name="connsiteX7" fmla="*/ 443732 w 470668"/>
              <a:gd name="connsiteY7" fmla="*/ 470668 h 470668"/>
              <a:gd name="connsiteX8" fmla="*/ 470668 w 470668"/>
              <a:gd name="connsiteY8" fmla="*/ 443732 h 470668"/>
              <a:gd name="connsiteX9" fmla="*/ 38100 w 470668"/>
              <a:gd name="connsiteY9" fmla="*/ 190500 h 470668"/>
              <a:gd name="connsiteX10" fmla="*/ 190500 w 470668"/>
              <a:gd name="connsiteY10" fmla="*/ 38100 h 470668"/>
              <a:gd name="connsiteX11" fmla="*/ 342900 w 470668"/>
              <a:gd name="connsiteY11" fmla="*/ 190500 h 470668"/>
              <a:gd name="connsiteX12" fmla="*/ 190500 w 470668"/>
              <a:gd name="connsiteY12" fmla="*/ 342900 h 470668"/>
              <a:gd name="connsiteX13" fmla="*/ 38100 w 470668"/>
              <a:gd name="connsiteY13" fmla="*/ 190500 h 470668"/>
              <a:gd name="connsiteX14" fmla="*/ 214313 w 470668"/>
              <a:gd name="connsiteY14" fmla="*/ 280988 h 470668"/>
              <a:gd name="connsiteX15" fmla="*/ 190500 w 470668"/>
              <a:gd name="connsiteY15" fmla="*/ 304800 h 470668"/>
              <a:gd name="connsiteX16" fmla="*/ 166688 w 470668"/>
              <a:gd name="connsiteY16" fmla="*/ 280988 h 470668"/>
              <a:gd name="connsiteX17" fmla="*/ 190500 w 470668"/>
              <a:gd name="connsiteY17" fmla="*/ 257175 h 470668"/>
              <a:gd name="connsiteX18" fmla="*/ 214313 w 470668"/>
              <a:gd name="connsiteY18" fmla="*/ 280988 h 470668"/>
              <a:gd name="connsiteX19" fmla="*/ 254308 w 470668"/>
              <a:gd name="connsiteY19" fmla="*/ 130064 h 470668"/>
              <a:gd name="connsiteX20" fmla="*/ 236249 w 470668"/>
              <a:gd name="connsiteY20" fmla="*/ 186623 h 470668"/>
              <a:gd name="connsiteX21" fmla="*/ 223371 w 470668"/>
              <a:gd name="connsiteY21" fmla="*/ 198606 h 470668"/>
              <a:gd name="connsiteX22" fmla="*/ 209550 w 470668"/>
              <a:gd name="connsiteY22" fmla="*/ 230286 h 470668"/>
              <a:gd name="connsiteX23" fmla="*/ 209550 w 470668"/>
              <a:gd name="connsiteY23" fmla="*/ 238125 h 470668"/>
              <a:gd name="connsiteX24" fmla="*/ 171450 w 470668"/>
              <a:gd name="connsiteY24" fmla="*/ 238125 h 470668"/>
              <a:gd name="connsiteX25" fmla="*/ 171450 w 470668"/>
              <a:gd name="connsiteY25" fmla="*/ 230286 h 470668"/>
              <a:gd name="connsiteX26" fmla="*/ 197444 w 470668"/>
              <a:gd name="connsiteY26" fmla="*/ 170698 h 470668"/>
              <a:gd name="connsiteX27" fmla="*/ 209807 w 470668"/>
              <a:gd name="connsiteY27" fmla="*/ 159210 h 470668"/>
              <a:gd name="connsiteX28" fmla="*/ 216713 w 470668"/>
              <a:gd name="connsiteY28" fmla="*/ 136236 h 470668"/>
              <a:gd name="connsiteX29" fmla="*/ 193691 w 470668"/>
              <a:gd name="connsiteY29" fmla="*/ 114481 h 470668"/>
              <a:gd name="connsiteX30" fmla="*/ 172812 w 470668"/>
              <a:gd name="connsiteY30" fmla="*/ 121044 h 470668"/>
              <a:gd name="connsiteX31" fmla="*/ 163925 w 470668"/>
              <a:gd name="connsiteY31" fmla="*/ 140894 h 470668"/>
              <a:gd name="connsiteX32" fmla="*/ 163925 w 470668"/>
              <a:gd name="connsiteY32" fmla="*/ 152400 h 470668"/>
              <a:gd name="connsiteX33" fmla="*/ 125825 w 470668"/>
              <a:gd name="connsiteY33" fmla="*/ 152400 h 470668"/>
              <a:gd name="connsiteX34" fmla="*/ 125825 w 470668"/>
              <a:gd name="connsiteY34" fmla="*/ 140894 h 470668"/>
              <a:gd name="connsiteX35" fmla="*/ 147428 w 470668"/>
              <a:gd name="connsiteY35" fmla="*/ 92640 h 470668"/>
              <a:gd name="connsiteX36" fmla="*/ 197977 w 470668"/>
              <a:gd name="connsiteY36" fmla="*/ 76619 h 470668"/>
              <a:gd name="connsiteX37" fmla="*/ 254308 w 470668"/>
              <a:gd name="connsiteY37" fmla="*/ 130064 h 47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70668" h="470668">
                <a:moveTo>
                  <a:pt x="470668" y="443732"/>
                </a:moveTo>
                <a:lnTo>
                  <a:pt x="337976" y="311039"/>
                </a:lnTo>
                <a:cubicBezTo>
                  <a:pt x="364846" y="278197"/>
                  <a:pt x="381000" y="236249"/>
                  <a:pt x="381000" y="190500"/>
                </a:cubicBezTo>
                <a:cubicBezTo>
                  <a:pt x="381000" y="85287"/>
                  <a:pt x="295713" y="0"/>
                  <a:pt x="190500" y="0"/>
                </a:cubicBezTo>
                <a:cubicBezTo>
                  <a:pt x="85287" y="0"/>
                  <a:pt x="0" y="85287"/>
                  <a:pt x="0" y="190500"/>
                </a:cubicBezTo>
                <a:cubicBezTo>
                  <a:pt x="0" y="295713"/>
                  <a:pt x="85287" y="381000"/>
                  <a:pt x="190500" y="381000"/>
                </a:cubicBezTo>
                <a:cubicBezTo>
                  <a:pt x="236249" y="381000"/>
                  <a:pt x="278197" y="364846"/>
                  <a:pt x="311039" y="337976"/>
                </a:cubicBezTo>
                <a:lnTo>
                  <a:pt x="443732" y="470668"/>
                </a:lnTo>
                <a:lnTo>
                  <a:pt x="470668" y="443732"/>
                </a:lnTo>
                <a:close/>
                <a:moveTo>
                  <a:pt x="38100" y="190500"/>
                </a:moveTo>
                <a:cubicBezTo>
                  <a:pt x="38100" y="106470"/>
                  <a:pt x="106470" y="38100"/>
                  <a:pt x="190500" y="38100"/>
                </a:cubicBezTo>
                <a:cubicBezTo>
                  <a:pt x="274530" y="38100"/>
                  <a:pt x="342900" y="106470"/>
                  <a:pt x="342900" y="190500"/>
                </a:cubicBezTo>
                <a:cubicBezTo>
                  <a:pt x="342900" y="274530"/>
                  <a:pt x="274530" y="342900"/>
                  <a:pt x="190500" y="342900"/>
                </a:cubicBezTo>
                <a:cubicBezTo>
                  <a:pt x="106470" y="342900"/>
                  <a:pt x="38100" y="274530"/>
                  <a:pt x="38100" y="190500"/>
                </a:cubicBezTo>
                <a:close/>
                <a:moveTo>
                  <a:pt x="214313" y="280988"/>
                </a:moveTo>
                <a:cubicBezTo>
                  <a:pt x="214313" y="294142"/>
                  <a:pt x="203654" y="304800"/>
                  <a:pt x="190500" y="304800"/>
                </a:cubicBezTo>
                <a:cubicBezTo>
                  <a:pt x="177346" y="304800"/>
                  <a:pt x="166688" y="294142"/>
                  <a:pt x="166688" y="280988"/>
                </a:cubicBezTo>
                <a:cubicBezTo>
                  <a:pt x="166688" y="267833"/>
                  <a:pt x="177346" y="257175"/>
                  <a:pt x="190500" y="257175"/>
                </a:cubicBezTo>
                <a:cubicBezTo>
                  <a:pt x="203654" y="257175"/>
                  <a:pt x="214313" y="267833"/>
                  <a:pt x="214313" y="280988"/>
                </a:cubicBezTo>
                <a:close/>
                <a:moveTo>
                  <a:pt x="254308" y="130064"/>
                </a:moveTo>
                <a:cubicBezTo>
                  <a:pt x="257756" y="151095"/>
                  <a:pt x="251174" y="171707"/>
                  <a:pt x="236249" y="186623"/>
                </a:cubicBezTo>
                <a:lnTo>
                  <a:pt x="223371" y="198606"/>
                </a:lnTo>
                <a:cubicBezTo>
                  <a:pt x="214579" y="206769"/>
                  <a:pt x="209550" y="218303"/>
                  <a:pt x="209550" y="230286"/>
                </a:cubicBezTo>
                <a:lnTo>
                  <a:pt x="209550" y="238125"/>
                </a:lnTo>
                <a:lnTo>
                  <a:pt x="171450" y="238125"/>
                </a:lnTo>
                <a:lnTo>
                  <a:pt x="171450" y="230286"/>
                </a:lnTo>
                <a:cubicBezTo>
                  <a:pt x="171450" y="207750"/>
                  <a:pt x="180927" y="186033"/>
                  <a:pt x="197444" y="170698"/>
                </a:cubicBezTo>
                <a:lnTo>
                  <a:pt x="209807" y="159210"/>
                </a:lnTo>
                <a:cubicBezTo>
                  <a:pt x="215446" y="153553"/>
                  <a:pt x="218142" y="145009"/>
                  <a:pt x="216713" y="136236"/>
                </a:cubicBezTo>
                <a:cubicBezTo>
                  <a:pt x="214855" y="124930"/>
                  <a:pt x="205178" y="115786"/>
                  <a:pt x="193691" y="114481"/>
                </a:cubicBezTo>
                <a:cubicBezTo>
                  <a:pt x="185947" y="113605"/>
                  <a:pt x="178527" y="115929"/>
                  <a:pt x="172812" y="121044"/>
                </a:cubicBezTo>
                <a:cubicBezTo>
                  <a:pt x="167164" y="126092"/>
                  <a:pt x="163925" y="133321"/>
                  <a:pt x="163925" y="140894"/>
                </a:cubicBezTo>
                <a:lnTo>
                  <a:pt x="163925" y="152400"/>
                </a:lnTo>
                <a:lnTo>
                  <a:pt x="125825" y="152400"/>
                </a:lnTo>
                <a:lnTo>
                  <a:pt x="125825" y="140894"/>
                </a:lnTo>
                <a:cubicBezTo>
                  <a:pt x="125825" y="122482"/>
                  <a:pt x="133702" y="104899"/>
                  <a:pt x="147428" y="92640"/>
                </a:cubicBezTo>
                <a:cubicBezTo>
                  <a:pt x="161144" y="80381"/>
                  <a:pt x="179556" y="74533"/>
                  <a:pt x="197977" y="76619"/>
                </a:cubicBezTo>
                <a:cubicBezTo>
                  <a:pt x="226495" y="79848"/>
                  <a:pt x="249669" y="101822"/>
                  <a:pt x="254308" y="130064"/>
                </a:cubicBezTo>
                <a:close/>
              </a:path>
            </a:pathLst>
          </a:custGeom>
          <a:solidFill>
            <a:schemeClr val="tx2"/>
          </a:solidFill>
          <a:ln w="9525" cap="flat">
            <a:noFill/>
            <a:prstDash val="solid"/>
            <a:miter/>
          </a:ln>
        </p:spPr>
        <p:txBody>
          <a:bodyPr rtlCol="0" anchor="ctr"/>
          <a:lstStyle/>
          <a:p>
            <a:endParaRPr lang="en-US"/>
          </a:p>
        </p:txBody>
      </p:sp>
      <p:sp>
        <p:nvSpPr>
          <p:cNvPr id="162" name="TextBox 48">
            <a:extLst>
              <a:ext uri="{FF2B5EF4-FFF2-40B4-BE49-F238E27FC236}">
                <a16:creationId xmlns:a16="http://schemas.microsoft.com/office/drawing/2014/main" id="{FE76172B-1D2D-4949-9B6A-41A1C9E67FE3}"/>
              </a:ext>
            </a:extLst>
          </p:cNvPr>
          <p:cNvSpPr txBox="1"/>
          <p:nvPr/>
        </p:nvSpPr>
        <p:spPr>
          <a:xfrm>
            <a:off x="7822285" y="3779422"/>
            <a:ext cx="922047" cy="215444"/>
          </a:xfrm>
          <a:prstGeom prst="rect">
            <a:avLst/>
          </a:prstGeom>
          <a:noFill/>
        </p:spPr>
        <p:txBody>
          <a:bodyPr wrap="none" lIns="0" rIns="0" rtlCol="0" anchor="ctr" anchorCtr="0">
            <a:noAutofit/>
          </a:bodyPr>
          <a:lstStyle/>
          <a:p>
            <a:pPr algn="ctr"/>
            <a:r>
              <a:rPr lang="en-US" sz="800"/>
              <a:t>Search question</a:t>
            </a:r>
          </a:p>
        </p:txBody>
      </p:sp>
      <p:sp>
        <p:nvSpPr>
          <p:cNvPr id="166" name="Title">
            <a:extLst>
              <a:ext uri="{FF2B5EF4-FFF2-40B4-BE49-F238E27FC236}">
                <a16:creationId xmlns:a16="http://schemas.microsoft.com/office/drawing/2014/main" id="{92F803E8-86A3-6D4B-A26A-EAA02EA05030}"/>
              </a:ext>
            </a:extLst>
          </p:cNvPr>
          <p:cNvSpPr>
            <a:spLocks noGrp="1"/>
          </p:cNvSpPr>
          <p:nvPr>
            <p:ph type="title"/>
          </p:nvPr>
        </p:nvSpPr>
        <p:spPr>
          <a:xfrm>
            <a:off x="457200" y="361950"/>
            <a:ext cx="11274552" cy="451231"/>
          </a:xfrm>
        </p:spPr>
        <p:txBody>
          <a:bodyPr/>
          <a:lstStyle/>
          <a:p>
            <a:r>
              <a:rPr lang="en-US"/>
              <a:t>Popular icons</a:t>
            </a:r>
          </a:p>
        </p:txBody>
      </p:sp>
      <p:sp>
        <p:nvSpPr>
          <p:cNvPr id="167" name="Freeform: Shape 12">
            <a:extLst>
              <a:ext uri="{FF2B5EF4-FFF2-40B4-BE49-F238E27FC236}">
                <a16:creationId xmlns:a16="http://schemas.microsoft.com/office/drawing/2014/main" id="{5C60A5F5-BB86-5848-9E40-F60E652E6521}"/>
              </a:ext>
            </a:extLst>
          </p:cNvPr>
          <p:cNvSpPr>
            <a:spLocks noChangeAspect="1"/>
          </p:cNvSpPr>
          <p:nvPr/>
        </p:nvSpPr>
        <p:spPr>
          <a:xfrm>
            <a:off x="3566117" y="2342643"/>
            <a:ext cx="447675" cy="400050"/>
          </a:xfrm>
          <a:custGeom>
            <a:avLst/>
            <a:gdLst>
              <a:gd name="connsiteX0" fmla="*/ 366998 w 447675"/>
              <a:gd name="connsiteY0" fmla="*/ 278606 h 400050"/>
              <a:gd name="connsiteX1" fmla="*/ 407194 w 447675"/>
              <a:gd name="connsiteY1" fmla="*/ 204787 h 400050"/>
              <a:gd name="connsiteX2" fmla="*/ 319088 w 447675"/>
              <a:gd name="connsiteY2" fmla="*/ 116681 h 400050"/>
              <a:gd name="connsiteX3" fmla="*/ 238601 w 447675"/>
              <a:gd name="connsiteY3" fmla="*/ 169069 h 400050"/>
              <a:gd name="connsiteX4" fmla="*/ 186023 w 447675"/>
              <a:gd name="connsiteY4" fmla="*/ 169069 h 400050"/>
              <a:gd name="connsiteX5" fmla="*/ 226219 w 447675"/>
              <a:gd name="connsiteY5" fmla="*/ 95250 h 400050"/>
              <a:gd name="connsiteX6" fmla="*/ 138113 w 447675"/>
              <a:gd name="connsiteY6" fmla="*/ 7144 h 400050"/>
              <a:gd name="connsiteX7" fmla="*/ 50006 w 447675"/>
              <a:gd name="connsiteY7" fmla="*/ 95250 h 400050"/>
              <a:gd name="connsiteX8" fmla="*/ 90202 w 447675"/>
              <a:gd name="connsiteY8" fmla="*/ 169069 h 400050"/>
              <a:gd name="connsiteX9" fmla="*/ 7144 w 447675"/>
              <a:gd name="connsiteY9" fmla="*/ 169069 h 400050"/>
              <a:gd name="connsiteX10" fmla="*/ 7144 w 447675"/>
              <a:gd name="connsiteY10" fmla="*/ 342900 h 400050"/>
              <a:gd name="connsiteX11" fmla="*/ 40481 w 447675"/>
              <a:gd name="connsiteY11" fmla="*/ 342900 h 400050"/>
              <a:gd name="connsiteX12" fmla="*/ 40481 w 447675"/>
              <a:gd name="connsiteY12" fmla="*/ 202406 h 400050"/>
              <a:gd name="connsiteX13" fmla="*/ 231077 w 447675"/>
              <a:gd name="connsiteY13" fmla="*/ 202406 h 400050"/>
              <a:gd name="connsiteX14" fmla="*/ 230981 w 447675"/>
              <a:gd name="connsiteY14" fmla="*/ 204787 h 400050"/>
              <a:gd name="connsiteX15" fmla="*/ 271177 w 447675"/>
              <a:gd name="connsiteY15" fmla="*/ 278606 h 400050"/>
              <a:gd name="connsiteX16" fmla="*/ 197644 w 447675"/>
              <a:gd name="connsiteY16" fmla="*/ 278606 h 400050"/>
              <a:gd name="connsiteX17" fmla="*/ 197644 w 447675"/>
              <a:gd name="connsiteY17" fmla="*/ 400050 h 400050"/>
              <a:gd name="connsiteX18" fmla="*/ 230981 w 447675"/>
              <a:gd name="connsiteY18" fmla="*/ 400050 h 400050"/>
              <a:gd name="connsiteX19" fmla="*/ 230981 w 447675"/>
              <a:gd name="connsiteY19" fmla="*/ 311944 h 400050"/>
              <a:gd name="connsiteX20" fmla="*/ 407194 w 447675"/>
              <a:gd name="connsiteY20" fmla="*/ 311944 h 400050"/>
              <a:gd name="connsiteX21" fmla="*/ 407194 w 447675"/>
              <a:gd name="connsiteY21" fmla="*/ 400050 h 400050"/>
              <a:gd name="connsiteX22" fmla="*/ 440531 w 447675"/>
              <a:gd name="connsiteY22" fmla="*/ 400050 h 400050"/>
              <a:gd name="connsiteX23" fmla="*/ 440531 w 447675"/>
              <a:gd name="connsiteY23" fmla="*/ 278606 h 400050"/>
              <a:gd name="connsiteX24" fmla="*/ 366998 w 447675"/>
              <a:gd name="connsiteY24" fmla="*/ 278606 h 400050"/>
              <a:gd name="connsiteX25" fmla="*/ 138113 w 447675"/>
              <a:gd name="connsiteY25" fmla="*/ 40481 h 400050"/>
              <a:gd name="connsiteX26" fmla="*/ 192881 w 447675"/>
              <a:gd name="connsiteY26" fmla="*/ 95250 h 400050"/>
              <a:gd name="connsiteX27" fmla="*/ 138113 w 447675"/>
              <a:gd name="connsiteY27" fmla="*/ 150019 h 400050"/>
              <a:gd name="connsiteX28" fmla="*/ 83344 w 447675"/>
              <a:gd name="connsiteY28" fmla="*/ 95250 h 400050"/>
              <a:gd name="connsiteX29" fmla="*/ 138113 w 447675"/>
              <a:gd name="connsiteY29" fmla="*/ 40481 h 400050"/>
              <a:gd name="connsiteX30" fmla="*/ 319088 w 447675"/>
              <a:gd name="connsiteY30" fmla="*/ 150019 h 400050"/>
              <a:gd name="connsiteX31" fmla="*/ 373856 w 447675"/>
              <a:gd name="connsiteY31" fmla="*/ 204787 h 400050"/>
              <a:gd name="connsiteX32" fmla="*/ 319088 w 447675"/>
              <a:gd name="connsiteY32" fmla="*/ 259556 h 400050"/>
              <a:gd name="connsiteX33" fmla="*/ 264319 w 447675"/>
              <a:gd name="connsiteY33" fmla="*/ 204787 h 400050"/>
              <a:gd name="connsiteX34" fmla="*/ 319088 w 447675"/>
              <a:gd name="connsiteY34" fmla="*/ 150019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7675" h="400050">
                <a:moveTo>
                  <a:pt x="366998" y="278606"/>
                </a:moveTo>
                <a:cubicBezTo>
                  <a:pt x="391096" y="262890"/>
                  <a:pt x="407194" y="235649"/>
                  <a:pt x="407194" y="204787"/>
                </a:cubicBezTo>
                <a:cubicBezTo>
                  <a:pt x="407194" y="156210"/>
                  <a:pt x="367665" y="116681"/>
                  <a:pt x="319088" y="116681"/>
                </a:cubicBezTo>
                <a:cubicBezTo>
                  <a:pt x="283178" y="116681"/>
                  <a:pt x="252317" y="138208"/>
                  <a:pt x="238601" y="169069"/>
                </a:cubicBezTo>
                <a:lnTo>
                  <a:pt x="186023" y="169069"/>
                </a:lnTo>
                <a:cubicBezTo>
                  <a:pt x="210122" y="153353"/>
                  <a:pt x="226219" y="126111"/>
                  <a:pt x="226219" y="95250"/>
                </a:cubicBezTo>
                <a:cubicBezTo>
                  <a:pt x="226219" y="46672"/>
                  <a:pt x="186690" y="7144"/>
                  <a:pt x="138113" y="7144"/>
                </a:cubicBezTo>
                <a:cubicBezTo>
                  <a:pt x="89535" y="7144"/>
                  <a:pt x="50006" y="46672"/>
                  <a:pt x="50006" y="95250"/>
                </a:cubicBezTo>
                <a:cubicBezTo>
                  <a:pt x="50006" y="126111"/>
                  <a:pt x="66008" y="153353"/>
                  <a:pt x="90202" y="169069"/>
                </a:cubicBezTo>
                <a:lnTo>
                  <a:pt x="7144" y="169069"/>
                </a:lnTo>
                <a:lnTo>
                  <a:pt x="7144" y="342900"/>
                </a:lnTo>
                <a:lnTo>
                  <a:pt x="40481" y="342900"/>
                </a:lnTo>
                <a:lnTo>
                  <a:pt x="40481" y="202406"/>
                </a:lnTo>
                <a:lnTo>
                  <a:pt x="231077" y="202406"/>
                </a:lnTo>
                <a:cubicBezTo>
                  <a:pt x="231077" y="203168"/>
                  <a:pt x="230981" y="204025"/>
                  <a:pt x="230981" y="204787"/>
                </a:cubicBezTo>
                <a:cubicBezTo>
                  <a:pt x="230981" y="235649"/>
                  <a:pt x="246983" y="262890"/>
                  <a:pt x="271177" y="278606"/>
                </a:cubicBezTo>
                <a:lnTo>
                  <a:pt x="197644" y="278606"/>
                </a:lnTo>
                <a:lnTo>
                  <a:pt x="197644" y="400050"/>
                </a:lnTo>
                <a:lnTo>
                  <a:pt x="230981" y="400050"/>
                </a:lnTo>
                <a:lnTo>
                  <a:pt x="230981" y="311944"/>
                </a:lnTo>
                <a:lnTo>
                  <a:pt x="407194" y="311944"/>
                </a:lnTo>
                <a:lnTo>
                  <a:pt x="407194" y="400050"/>
                </a:lnTo>
                <a:lnTo>
                  <a:pt x="440531" y="400050"/>
                </a:lnTo>
                <a:lnTo>
                  <a:pt x="440531" y="278606"/>
                </a:lnTo>
                <a:lnTo>
                  <a:pt x="366998" y="278606"/>
                </a:lnTo>
                <a:close/>
                <a:moveTo>
                  <a:pt x="138113" y="40481"/>
                </a:moveTo>
                <a:cubicBezTo>
                  <a:pt x="168307" y="40481"/>
                  <a:pt x="192881" y="65056"/>
                  <a:pt x="192881" y="95250"/>
                </a:cubicBezTo>
                <a:cubicBezTo>
                  <a:pt x="192881" y="125444"/>
                  <a:pt x="168307" y="150019"/>
                  <a:pt x="138113" y="150019"/>
                </a:cubicBezTo>
                <a:cubicBezTo>
                  <a:pt x="107918" y="150019"/>
                  <a:pt x="83344" y="125444"/>
                  <a:pt x="83344" y="95250"/>
                </a:cubicBezTo>
                <a:cubicBezTo>
                  <a:pt x="83344" y="65056"/>
                  <a:pt x="107918" y="40481"/>
                  <a:pt x="138113" y="40481"/>
                </a:cubicBezTo>
                <a:close/>
                <a:moveTo>
                  <a:pt x="319088" y="150019"/>
                </a:moveTo>
                <a:cubicBezTo>
                  <a:pt x="349282" y="150019"/>
                  <a:pt x="373856" y="174593"/>
                  <a:pt x="373856" y="204787"/>
                </a:cubicBezTo>
                <a:cubicBezTo>
                  <a:pt x="373856" y="234982"/>
                  <a:pt x="349282" y="259556"/>
                  <a:pt x="319088" y="259556"/>
                </a:cubicBezTo>
                <a:cubicBezTo>
                  <a:pt x="288893" y="259556"/>
                  <a:pt x="264319" y="234982"/>
                  <a:pt x="264319" y="204787"/>
                </a:cubicBezTo>
                <a:cubicBezTo>
                  <a:pt x="264319" y="174593"/>
                  <a:pt x="288893" y="150019"/>
                  <a:pt x="319088" y="150019"/>
                </a:cubicBezTo>
                <a:close/>
              </a:path>
            </a:pathLst>
          </a:custGeom>
          <a:solidFill>
            <a:schemeClr val="tx2"/>
          </a:solidFill>
          <a:ln w="9525" cap="flat">
            <a:noFill/>
            <a:prstDash val="solid"/>
            <a:miter/>
          </a:ln>
        </p:spPr>
        <p:txBody>
          <a:bodyPr rtlCol="0" anchor="ctr"/>
          <a:lstStyle/>
          <a:p>
            <a:endParaRPr lang="en-US"/>
          </a:p>
        </p:txBody>
      </p:sp>
      <p:sp>
        <p:nvSpPr>
          <p:cNvPr id="168" name="TextBox 49">
            <a:extLst>
              <a:ext uri="{FF2B5EF4-FFF2-40B4-BE49-F238E27FC236}">
                <a16:creationId xmlns:a16="http://schemas.microsoft.com/office/drawing/2014/main" id="{A22D14CA-5DD3-644C-B5B8-4147047B9730}"/>
              </a:ext>
            </a:extLst>
          </p:cNvPr>
          <p:cNvSpPr txBox="1"/>
          <p:nvPr/>
        </p:nvSpPr>
        <p:spPr>
          <a:xfrm>
            <a:off x="3465184" y="2832126"/>
            <a:ext cx="649538" cy="215444"/>
          </a:xfrm>
          <a:prstGeom prst="rect">
            <a:avLst/>
          </a:prstGeom>
          <a:noFill/>
        </p:spPr>
        <p:txBody>
          <a:bodyPr wrap="none" lIns="0" rIns="0" rtlCol="0" anchor="ctr" anchorCtr="0">
            <a:noAutofit/>
          </a:bodyPr>
          <a:lstStyle/>
          <a:p>
            <a:pPr algn="ctr"/>
            <a:r>
              <a:rPr lang="en-US" sz="800"/>
              <a:t>People 02</a:t>
            </a:r>
          </a:p>
        </p:txBody>
      </p:sp>
      <p:sp>
        <p:nvSpPr>
          <p:cNvPr id="170" name="Freeform: Shape 201">
            <a:extLst>
              <a:ext uri="{FF2B5EF4-FFF2-40B4-BE49-F238E27FC236}">
                <a16:creationId xmlns:a16="http://schemas.microsoft.com/office/drawing/2014/main" id="{9B91B7DC-A332-3B47-B38E-AAF977451FD0}"/>
              </a:ext>
            </a:extLst>
          </p:cNvPr>
          <p:cNvSpPr>
            <a:spLocks noChangeAspect="1"/>
          </p:cNvSpPr>
          <p:nvPr/>
        </p:nvSpPr>
        <p:spPr>
          <a:xfrm>
            <a:off x="10736343" y="1305534"/>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45244 h 542925"/>
              <a:gd name="connsiteX6" fmla="*/ 421386 w 542925"/>
              <a:gd name="connsiteY6" fmla="*/ 99441 h 542925"/>
              <a:gd name="connsiteX7" fmla="*/ 99441 w 542925"/>
              <a:gd name="connsiteY7" fmla="*/ 421386 h 542925"/>
              <a:gd name="connsiteX8" fmla="*/ 45244 w 542925"/>
              <a:gd name="connsiteY8" fmla="*/ 273844 h 542925"/>
              <a:gd name="connsiteX9" fmla="*/ 273844 w 542925"/>
              <a:gd name="connsiteY9" fmla="*/ 45244 h 542925"/>
              <a:gd name="connsiteX10" fmla="*/ 273844 w 542925"/>
              <a:gd name="connsiteY10" fmla="*/ 502444 h 542925"/>
              <a:gd name="connsiteX11" fmla="*/ 126302 w 542925"/>
              <a:gd name="connsiteY11" fmla="*/ 448247 h 542925"/>
              <a:gd name="connsiteX12" fmla="*/ 448246 w 542925"/>
              <a:gd name="connsiteY12" fmla="*/ 126302 h 542925"/>
              <a:gd name="connsiteX13" fmla="*/ 502444 w 542925"/>
              <a:gd name="connsiteY13" fmla="*/ 273844 h 542925"/>
              <a:gd name="connsiteX14" fmla="*/ 273844 w 542925"/>
              <a:gd name="connsiteY14" fmla="*/ 5024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2925" h="542925">
                <a:moveTo>
                  <a:pt x="273844" y="7144"/>
                </a:moveTo>
                <a:cubicBezTo>
                  <a:pt x="126587" y="7144"/>
                  <a:pt x="7144" y="126587"/>
                  <a:pt x="7144" y="273844"/>
                </a:cubicBezTo>
                <a:cubicBezTo>
                  <a:pt x="7144" y="421100"/>
                  <a:pt x="126587" y="540544"/>
                  <a:pt x="273844" y="540544"/>
                </a:cubicBezTo>
                <a:cubicBezTo>
                  <a:pt x="421100" y="540544"/>
                  <a:pt x="540544" y="421100"/>
                  <a:pt x="540544" y="273844"/>
                </a:cubicBezTo>
                <a:cubicBezTo>
                  <a:pt x="540544" y="126587"/>
                  <a:pt x="421100" y="7144"/>
                  <a:pt x="273844" y="7144"/>
                </a:cubicBezTo>
                <a:close/>
                <a:moveTo>
                  <a:pt x="273844" y="45244"/>
                </a:moveTo>
                <a:cubicBezTo>
                  <a:pt x="330041" y="45244"/>
                  <a:pt x="381476" y="65627"/>
                  <a:pt x="421386" y="99441"/>
                </a:cubicBezTo>
                <a:lnTo>
                  <a:pt x="99441" y="421386"/>
                </a:lnTo>
                <a:cubicBezTo>
                  <a:pt x="65723" y="381572"/>
                  <a:pt x="45244" y="330041"/>
                  <a:pt x="45244" y="273844"/>
                </a:cubicBezTo>
                <a:cubicBezTo>
                  <a:pt x="45244" y="147828"/>
                  <a:pt x="147733" y="45244"/>
                  <a:pt x="273844" y="45244"/>
                </a:cubicBezTo>
                <a:close/>
                <a:moveTo>
                  <a:pt x="273844" y="502444"/>
                </a:moveTo>
                <a:cubicBezTo>
                  <a:pt x="217646" y="502444"/>
                  <a:pt x="166211" y="482060"/>
                  <a:pt x="126302" y="448247"/>
                </a:cubicBezTo>
                <a:lnTo>
                  <a:pt x="448246" y="126302"/>
                </a:lnTo>
                <a:cubicBezTo>
                  <a:pt x="481965" y="166116"/>
                  <a:pt x="502444" y="217646"/>
                  <a:pt x="502444" y="273844"/>
                </a:cubicBezTo>
                <a:cubicBezTo>
                  <a:pt x="502444" y="399860"/>
                  <a:pt x="399859" y="502444"/>
                  <a:pt x="273844" y="502444"/>
                </a:cubicBezTo>
                <a:close/>
              </a:path>
            </a:pathLst>
          </a:custGeom>
          <a:solidFill>
            <a:schemeClr val="tx2"/>
          </a:solidFill>
          <a:ln w="9525" cap="flat">
            <a:noFill/>
            <a:prstDash val="solid"/>
            <a:miter/>
          </a:ln>
        </p:spPr>
        <p:txBody>
          <a:bodyPr rtlCol="0" anchor="ctr"/>
          <a:lstStyle/>
          <a:p>
            <a:endParaRPr lang="en-US"/>
          </a:p>
        </p:txBody>
      </p:sp>
      <p:sp>
        <p:nvSpPr>
          <p:cNvPr id="171" name="TextBox 50">
            <a:extLst>
              <a:ext uri="{FF2B5EF4-FFF2-40B4-BE49-F238E27FC236}">
                <a16:creationId xmlns:a16="http://schemas.microsoft.com/office/drawing/2014/main" id="{6B6B8033-3DEC-9346-B00C-A4CAAAA35C36}"/>
              </a:ext>
            </a:extLst>
          </p:cNvPr>
          <p:cNvSpPr txBox="1"/>
          <p:nvPr/>
        </p:nvSpPr>
        <p:spPr>
          <a:xfrm>
            <a:off x="10667808" y="1914780"/>
            <a:ext cx="679994" cy="215444"/>
          </a:xfrm>
          <a:prstGeom prst="rect">
            <a:avLst/>
          </a:prstGeom>
          <a:noFill/>
        </p:spPr>
        <p:txBody>
          <a:bodyPr wrap="none" lIns="0" rIns="0" rtlCol="0" anchor="ctr" anchorCtr="0">
            <a:noAutofit/>
          </a:bodyPr>
          <a:lstStyle/>
          <a:p>
            <a:pPr algn="ctr"/>
            <a:r>
              <a:rPr lang="en-US" sz="800" dirty="0"/>
              <a:t>No symbol</a:t>
            </a:r>
          </a:p>
        </p:txBody>
      </p:sp>
      <p:sp>
        <p:nvSpPr>
          <p:cNvPr id="173" name="Freeform: Shape 160">
            <a:extLst>
              <a:ext uri="{FF2B5EF4-FFF2-40B4-BE49-F238E27FC236}">
                <a16:creationId xmlns:a16="http://schemas.microsoft.com/office/drawing/2014/main" id="{0F354B96-181E-A44F-9E85-938651AF2676}"/>
              </a:ext>
            </a:extLst>
          </p:cNvPr>
          <p:cNvSpPr>
            <a:spLocks noChangeAspect="1"/>
          </p:cNvSpPr>
          <p:nvPr/>
        </p:nvSpPr>
        <p:spPr>
          <a:xfrm>
            <a:off x="1712989" y="3210670"/>
            <a:ext cx="542925" cy="542925"/>
          </a:xfrm>
          <a:custGeom>
            <a:avLst/>
            <a:gdLst>
              <a:gd name="connsiteX0" fmla="*/ 364712 w 542925"/>
              <a:gd name="connsiteY0" fmla="*/ 188500 h 542925"/>
              <a:gd name="connsiteX1" fmla="*/ 338994 w 542925"/>
              <a:gd name="connsiteY1" fmla="*/ 269081 h 542925"/>
              <a:gd name="connsiteX2" fmla="*/ 318706 w 542925"/>
              <a:gd name="connsiteY2" fmla="*/ 287941 h 542925"/>
              <a:gd name="connsiteX3" fmla="*/ 292989 w 542925"/>
              <a:gd name="connsiteY3" fmla="*/ 346996 h 542925"/>
              <a:gd name="connsiteX4" fmla="*/ 292989 w 542925"/>
              <a:gd name="connsiteY4" fmla="*/ 359569 h 542925"/>
              <a:gd name="connsiteX5" fmla="*/ 254889 w 542925"/>
              <a:gd name="connsiteY5" fmla="*/ 359569 h 542925"/>
              <a:gd name="connsiteX6" fmla="*/ 254889 w 542925"/>
              <a:gd name="connsiteY6" fmla="*/ 346996 h 542925"/>
              <a:gd name="connsiteX7" fmla="*/ 292798 w 542925"/>
              <a:gd name="connsiteY7" fmla="*/ 260033 h 542925"/>
              <a:gd name="connsiteX8" fmla="*/ 312611 w 542925"/>
              <a:gd name="connsiteY8" fmla="*/ 241649 h 542925"/>
              <a:gd name="connsiteX9" fmla="*/ 327184 w 542925"/>
              <a:gd name="connsiteY9" fmla="*/ 194691 h 542925"/>
              <a:gd name="connsiteX10" fmla="*/ 280321 w 542925"/>
              <a:gd name="connsiteY10" fmla="*/ 150400 h 542925"/>
              <a:gd name="connsiteX11" fmla="*/ 238030 w 542925"/>
              <a:gd name="connsiteY11" fmla="*/ 163735 h 542925"/>
              <a:gd name="connsiteX12" fmla="*/ 220027 w 542925"/>
              <a:gd name="connsiteY12" fmla="*/ 204026 h 542925"/>
              <a:gd name="connsiteX13" fmla="*/ 220027 w 542925"/>
              <a:gd name="connsiteY13" fmla="*/ 219932 h 542925"/>
              <a:gd name="connsiteX14" fmla="*/ 181927 w 542925"/>
              <a:gd name="connsiteY14" fmla="*/ 219932 h 542925"/>
              <a:gd name="connsiteX15" fmla="*/ 181927 w 542925"/>
              <a:gd name="connsiteY15" fmla="*/ 204026 h 542925"/>
              <a:gd name="connsiteX16" fmla="*/ 212693 w 542925"/>
              <a:gd name="connsiteY16" fmla="*/ 135350 h 542925"/>
              <a:gd name="connsiteX17" fmla="*/ 284702 w 542925"/>
              <a:gd name="connsiteY17" fmla="*/ 112586 h 542925"/>
              <a:gd name="connsiteX18" fmla="*/ 364712 w 542925"/>
              <a:gd name="connsiteY18" fmla="*/ 188500 h 542925"/>
              <a:gd name="connsiteX19" fmla="*/ 273844 w 542925"/>
              <a:gd name="connsiteY19" fmla="*/ 388144 h 542925"/>
              <a:gd name="connsiteX20" fmla="*/ 247650 w 542925"/>
              <a:gd name="connsiteY20" fmla="*/ 414338 h 542925"/>
              <a:gd name="connsiteX21" fmla="*/ 273844 w 542925"/>
              <a:gd name="connsiteY21" fmla="*/ 440531 h 542925"/>
              <a:gd name="connsiteX22" fmla="*/ 300038 w 542925"/>
              <a:gd name="connsiteY22" fmla="*/ 414338 h 542925"/>
              <a:gd name="connsiteX23" fmla="*/ 273844 w 542925"/>
              <a:gd name="connsiteY23" fmla="*/ 388144 h 542925"/>
              <a:gd name="connsiteX24" fmla="*/ 540544 w 542925"/>
              <a:gd name="connsiteY24" fmla="*/ 273844 h 542925"/>
              <a:gd name="connsiteX25" fmla="*/ 273844 w 542925"/>
              <a:gd name="connsiteY25" fmla="*/ 540544 h 542925"/>
              <a:gd name="connsiteX26" fmla="*/ 7144 w 542925"/>
              <a:gd name="connsiteY26" fmla="*/ 273844 h 542925"/>
              <a:gd name="connsiteX27" fmla="*/ 273844 w 542925"/>
              <a:gd name="connsiteY27" fmla="*/ 7144 h 542925"/>
              <a:gd name="connsiteX28" fmla="*/ 540544 w 542925"/>
              <a:gd name="connsiteY28" fmla="*/ 273844 h 542925"/>
              <a:gd name="connsiteX29" fmla="*/ 502444 w 542925"/>
              <a:gd name="connsiteY29" fmla="*/ 273844 h 542925"/>
              <a:gd name="connsiteX30" fmla="*/ 273844 w 542925"/>
              <a:gd name="connsiteY30" fmla="*/ 45244 h 542925"/>
              <a:gd name="connsiteX31" fmla="*/ 45244 w 542925"/>
              <a:gd name="connsiteY31" fmla="*/ 273844 h 542925"/>
              <a:gd name="connsiteX32" fmla="*/ 273844 w 542925"/>
              <a:gd name="connsiteY32" fmla="*/ 502444 h 542925"/>
              <a:gd name="connsiteX33" fmla="*/ 502444 w 542925"/>
              <a:gd name="connsiteY33" fmla="*/ 2738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2925" h="542925">
                <a:moveTo>
                  <a:pt x="364712" y="188500"/>
                </a:moveTo>
                <a:cubicBezTo>
                  <a:pt x="369665" y="218504"/>
                  <a:pt x="360236" y="247841"/>
                  <a:pt x="338994" y="269081"/>
                </a:cubicBezTo>
                <a:lnTo>
                  <a:pt x="318706" y="287941"/>
                </a:lnTo>
                <a:cubicBezTo>
                  <a:pt x="302323" y="303181"/>
                  <a:pt x="292989" y="324612"/>
                  <a:pt x="292989" y="346996"/>
                </a:cubicBezTo>
                <a:lnTo>
                  <a:pt x="292989" y="359569"/>
                </a:lnTo>
                <a:lnTo>
                  <a:pt x="254889" y="359569"/>
                </a:lnTo>
                <a:lnTo>
                  <a:pt x="254889" y="346996"/>
                </a:lnTo>
                <a:cubicBezTo>
                  <a:pt x="254889" y="314135"/>
                  <a:pt x="268700" y="282416"/>
                  <a:pt x="292798" y="260033"/>
                </a:cubicBezTo>
                <a:lnTo>
                  <a:pt x="312611" y="241649"/>
                </a:lnTo>
                <a:cubicBezTo>
                  <a:pt x="324612" y="229648"/>
                  <a:pt x="330041" y="212408"/>
                  <a:pt x="327184" y="194691"/>
                </a:cubicBezTo>
                <a:cubicBezTo>
                  <a:pt x="323374" y="171641"/>
                  <a:pt x="303752" y="152972"/>
                  <a:pt x="280321" y="150400"/>
                </a:cubicBezTo>
                <a:cubicBezTo>
                  <a:pt x="264700" y="148590"/>
                  <a:pt x="249650" y="153353"/>
                  <a:pt x="238030" y="163735"/>
                </a:cubicBezTo>
                <a:cubicBezTo>
                  <a:pt x="226600" y="174022"/>
                  <a:pt x="220027" y="188690"/>
                  <a:pt x="220027" y="204026"/>
                </a:cubicBezTo>
                <a:lnTo>
                  <a:pt x="220027" y="219932"/>
                </a:lnTo>
                <a:lnTo>
                  <a:pt x="181927" y="219932"/>
                </a:lnTo>
                <a:lnTo>
                  <a:pt x="181927" y="204026"/>
                </a:lnTo>
                <a:cubicBezTo>
                  <a:pt x="181927" y="177832"/>
                  <a:pt x="193167" y="152781"/>
                  <a:pt x="212693" y="135350"/>
                </a:cubicBezTo>
                <a:cubicBezTo>
                  <a:pt x="232220" y="117920"/>
                  <a:pt x="258508" y="109633"/>
                  <a:pt x="284702" y="112586"/>
                </a:cubicBezTo>
                <a:cubicBezTo>
                  <a:pt x="325088" y="117062"/>
                  <a:pt x="358140" y="148400"/>
                  <a:pt x="364712" y="188500"/>
                </a:cubicBezTo>
                <a:close/>
                <a:moveTo>
                  <a:pt x="273844" y="388144"/>
                </a:moveTo>
                <a:cubicBezTo>
                  <a:pt x="259366" y="388144"/>
                  <a:pt x="247650" y="399860"/>
                  <a:pt x="247650" y="414338"/>
                </a:cubicBezTo>
                <a:cubicBezTo>
                  <a:pt x="247650" y="428816"/>
                  <a:pt x="259366" y="440531"/>
                  <a:pt x="273844" y="440531"/>
                </a:cubicBezTo>
                <a:cubicBezTo>
                  <a:pt x="288321" y="440531"/>
                  <a:pt x="300038" y="428816"/>
                  <a:pt x="300038" y="414338"/>
                </a:cubicBezTo>
                <a:cubicBezTo>
                  <a:pt x="300038" y="399860"/>
                  <a:pt x="288321" y="388144"/>
                  <a:pt x="273844" y="388144"/>
                </a:cubicBezTo>
                <a:close/>
                <a:moveTo>
                  <a:pt x="540544" y="273844"/>
                </a:moveTo>
                <a:cubicBezTo>
                  <a:pt x="540544" y="421100"/>
                  <a:pt x="421100" y="540544"/>
                  <a:pt x="273844" y="540544"/>
                </a:cubicBezTo>
                <a:cubicBezTo>
                  <a:pt x="126587" y="540544"/>
                  <a:pt x="7144" y="421100"/>
                  <a:pt x="7144" y="273844"/>
                </a:cubicBezTo>
                <a:cubicBezTo>
                  <a:pt x="7144" y="126587"/>
                  <a:pt x="126587" y="7144"/>
                  <a:pt x="273844" y="7144"/>
                </a:cubicBezTo>
                <a:cubicBezTo>
                  <a:pt x="421100" y="7144"/>
                  <a:pt x="540544" y="126587"/>
                  <a:pt x="540544" y="273844"/>
                </a:cubicBezTo>
                <a:close/>
                <a:moveTo>
                  <a:pt x="502444" y="273844"/>
                </a:moveTo>
                <a:cubicBezTo>
                  <a:pt x="502444" y="147828"/>
                  <a:pt x="399859" y="45244"/>
                  <a:pt x="273844" y="45244"/>
                </a:cubicBezTo>
                <a:cubicBezTo>
                  <a:pt x="147828" y="45244"/>
                  <a:pt x="45244" y="147828"/>
                  <a:pt x="45244" y="273844"/>
                </a:cubicBezTo>
                <a:cubicBezTo>
                  <a:pt x="45244" y="399860"/>
                  <a:pt x="147828" y="502444"/>
                  <a:pt x="273844" y="502444"/>
                </a:cubicBezTo>
                <a:cubicBezTo>
                  <a:pt x="399859" y="502444"/>
                  <a:pt x="502444" y="399860"/>
                  <a:pt x="502444" y="273844"/>
                </a:cubicBezTo>
                <a:close/>
              </a:path>
            </a:pathLst>
          </a:custGeom>
          <a:solidFill>
            <a:schemeClr val="tx2"/>
          </a:solidFill>
          <a:ln w="9525" cap="flat">
            <a:noFill/>
            <a:prstDash val="solid"/>
            <a:miter/>
          </a:ln>
        </p:spPr>
        <p:txBody>
          <a:bodyPr rtlCol="0" anchor="ctr"/>
          <a:lstStyle/>
          <a:p>
            <a:endParaRPr lang="en-US"/>
          </a:p>
        </p:txBody>
      </p:sp>
      <p:sp>
        <p:nvSpPr>
          <p:cNvPr id="174" name="TextBox 51">
            <a:extLst>
              <a:ext uri="{FF2B5EF4-FFF2-40B4-BE49-F238E27FC236}">
                <a16:creationId xmlns:a16="http://schemas.microsoft.com/office/drawing/2014/main" id="{55B7BF52-CFE8-4546-8AF6-6CC76B1B01F6}"/>
              </a:ext>
            </a:extLst>
          </p:cNvPr>
          <p:cNvSpPr txBox="1"/>
          <p:nvPr/>
        </p:nvSpPr>
        <p:spPr>
          <a:xfrm>
            <a:off x="1545068" y="3779422"/>
            <a:ext cx="878767" cy="338554"/>
          </a:xfrm>
          <a:prstGeom prst="rect">
            <a:avLst/>
          </a:prstGeom>
          <a:noFill/>
        </p:spPr>
        <p:txBody>
          <a:bodyPr wrap="none" lIns="0" rIns="0" rtlCol="0" anchor="ctr" anchorCtr="0">
            <a:noAutofit/>
          </a:bodyPr>
          <a:lstStyle/>
          <a:p>
            <a:pPr algn="ctr"/>
            <a:r>
              <a:rPr lang="en-US" sz="800"/>
              <a:t>Question mark </a:t>
            </a:r>
            <a:br>
              <a:rPr lang="en-US" sz="800"/>
            </a:br>
            <a:r>
              <a:rPr lang="en-US" sz="800"/>
              <a:t>circle</a:t>
            </a:r>
          </a:p>
        </p:txBody>
      </p:sp>
      <p:sp>
        <p:nvSpPr>
          <p:cNvPr id="178" name="TextBox 52">
            <a:extLst>
              <a:ext uri="{FF2B5EF4-FFF2-40B4-BE49-F238E27FC236}">
                <a16:creationId xmlns:a16="http://schemas.microsoft.com/office/drawing/2014/main" id="{13A73731-6099-D248-8C99-205900C8C73D}"/>
              </a:ext>
            </a:extLst>
          </p:cNvPr>
          <p:cNvSpPr txBox="1"/>
          <p:nvPr/>
        </p:nvSpPr>
        <p:spPr>
          <a:xfrm>
            <a:off x="3785311" y="232043"/>
            <a:ext cx="6544631" cy="646331"/>
          </a:xfrm>
          <a:prstGeom prst="rect">
            <a:avLst/>
          </a:prstGeom>
          <a:noFill/>
        </p:spPr>
        <p:txBody>
          <a:bodyPr wrap="square" lIns="0" tIns="45720" rIns="0" bIns="45720" rtlCol="0" anchor="t">
            <a:spAutoFit/>
          </a:bodyPr>
          <a:lstStyle/>
          <a:p>
            <a:pPr>
              <a:spcBef>
                <a:spcPts val="600"/>
              </a:spcBef>
            </a:pPr>
            <a:r>
              <a:rPr lang="en-US" b="1" dirty="0"/>
              <a:t>Can’t find what you need here? You can search and download all our icons in the </a:t>
            </a:r>
            <a:r>
              <a:rPr lang="en-US" b="1" dirty="0">
                <a:hlinkClick r:id="rId3"/>
              </a:rPr>
              <a:t>Brand Center</a:t>
            </a:r>
            <a:r>
              <a:rPr lang="en-US" b="1" dirty="0"/>
              <a:t>.</a:t>
            </a:r>
          </a:p>
        </p:txBody>
      </p:sp>
    </p:spTree>
    <p:extLst>
      <p:ext uri="{BB962C8B-B14F-4D97-AF65-F5344CB8AC3E}">
        <p14:creationId xmlns:p14="http://schemas.microsoft.com/office/powerpoint/2010/main" val="2392355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FD9928C2-5E16-41CD-B3BF-5AECA943F01F}"/>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1F96FF"/>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E9B924A7-02F5-4C39-8E5A-C6A769EF1BC6}"/>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331EE0B4-16F6-4391-A198-EB2A4B7271CC}"/>
    </a:ext>
  </a:extLst>
</a:theme>
</file>

<file path=ppt/theme/theme4.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19972B22E0C44EBC35B7C8F9E76D9E" ma:contentTypeVersion="4" ma:contentTypeDescription="Create a new document." ma:contentTypeScope="" ma:versionID="ff089d8139e51c3d045a313082beb305">
  <xsd:schema xmlns:xsd="http://www.w3.org/2001/XMLSchema" xmlns:xs="http://www.w3.org/2001/XMLSchema" xmlns:p="http://schemas.microsoft.com/office/2006/metadata/properties" xmlns:ns2="0703107b-2aa5-41ac-8948-5a2a1db25b04" targetNamespace="http://schemas.microsoft.com/office/2006/metadata/properties" ma:root="true" ma:fieldsID="801d988ec394798fe0b0289dc4f527a5" ns2:_="">
    <xsd:import namespace="0703107b-2aa5-41ac-8948-5a2a1db25b0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3107b-2aa5-41ac-8948-5a2a1db2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2.xml><?xml version="1.0" encoding="utf-8"?>
<ds:datastoreItem xmlns:ds="http://schemas.openxmlformats.org/officeDocument/2006/customXml" ds:itemID="{7226CA5E-8646-43C8-B351-BED58A72C9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03107b-2aa5-41ac-8948-5a2a1db25b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9EAD55-449F-4D7E-ADE7-D5D587B8A89C}">
  <ds:schemaRefs>
    <ds:schemaRef ds:uri="http://purl.org/dc/dcmitype/"/>
    <ds:schemaRef ds:uri="http://schemas.microsoft.com/office/2006/documentManagement/types"/>
    <ds:schemaRef ds:uri="e8db9336-2e0a-439c-92aa-d25193e77693"/>
    <ds:schemaRef ds:uri="728be415-658a-42da-8ffe-674acc25e01a"/>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White bkgrnd master</Template>
  <TotalTime>0</TotalTime>
  <Words>2646</Words>
  <Application>Microsoft Macintosh PowerPoint</Application>
  <PresentationFormat>Widescreen</PresentationFormat>
  <Paragraphs>447</Paragraphs>
  <Slides>18</Slides>
  <Notes>18</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18</vt:i4>
      </vt:variant>
    </vt:vector>
  </HeadingPairs>
  <TitlesOfParts>
    <vt:vector size="24" baseType="lpstr">
      <vt:lpstr>Gartner Sans Semibold</vt:lpstr>
      <vt:lpstr>Arial</vt:lpstr>
      <vt:lpstr>Gartner Sans</vt:lpstr>
      <vt:lpstr>White bkgrnd master</vt:lpstr>
      <vt:lpstr>Blue bkgrnd master</vt:lpstr>
      <vt:lpstr>Crystal bkgrnd master</vt:lpstr>
      <vt:lpstr>PowerPoint Presentation</vt:lpstr>
      <vt:lpstr>Adjusting The Title Slide Text Boxes</vt:lpstr>
      <vt:lpstr>Comply With the Information Classification Policy</vt:lpstr>
      <vt:lpstr>Slide Layouts</vt:lpstr>
      <vt:lpstr>PowerPoint Presentation</vt:lpstr>
      <vt:lpstr>Gartner Sans Semibold (Heading), 28-Point Size, Two Lines Maximum  Consectetur Adipiscing Elit Nam Mollis Lacus Id Risus</vt:lpstr>
      <vt:lpstr>Additional Resources</vt:lpstr>
      <vt:lpstr>New Template Formatting</vt:lpstr>
      <vt:lpstr>New Template Formatting (continued)</vt:lpstr>
      <vt:lpstr>Color: Brand</vt:lpstr>
      <vt:lpstr>Color: Utility Palette</vt:lpstr>
      <vt:lpstr>Color: Extended palette for charts</vt:lpstr>
      <vt:lpstr>Color: Graphs</vt:lpstr>
      <vt:lpstr>Graphic Elements </vt:lpstr>
      <vt:lpstr>Sample Table — Dark Version</vt:lpstr>
      <vt:lpstr>Sample Table — Light Version</vt:lpstr>
      <vt:lpstr>Popular icons</vt:lpstr>
      <vt:lpstr>Popular icons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Frank O'Connor</dc:creator>
  <cp:keywords/>
  <dc:description/>
  <cp:lastModifiedBy>Frank O'Connor</cp:lastModifiedBy>
  <cp:revision>1</cp:revision>
  <dcterms:created xsi:type="dcterms:W3CDTF">2026-08-17T10:41:14Z</dcterms:created>
  <dcterms:modified xsi:type="dcterms:W3CDTF">2026-08-17T10:41:33Z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0x010100E019972B22E0C44EBC35B7C8F9E76D9E</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dlc_DocIdPersistId">
    <vt:bool>false</vt:bool>
  </property>
  <property fmtid="{D5CDD505-2E9C-101B-9397-08002B2CF9AE}" pid="11" name="_ExtendedDescription">
    <vt:lpwstr/>
  </property>
  <property fmtid="{D5CDD505-2E9C-101B-9397-08002B2CF9AE}" pid="12" name="TriggerFlowInfo">
    <vt:lpwstr/>
  </property>
</Properties>
</file>