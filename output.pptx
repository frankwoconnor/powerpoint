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subtitle: Optional subtitle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 Presenter name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Month YYYY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RESTRICTED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28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bullets concise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 for three to five bullets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detail in notes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5285232" cy="4526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8D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19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5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Compare two meaningful alternatives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5352" y="1444752"/>
            <a:ext cx="5285232" cy="4526280"/>
          </a:xfrm>
          <a:prstGeom prst="roundRect">
            <a:avLst/>
          </a:prstGeom>
          <a:solidFill>
            <a:srgbClr val="E0F1FF"/>
          </a:solidFill>
          <a:ln w="12700">
            <a:solidFill>
              <a:srgbClr val="B8D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719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5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heading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01384" y="233172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point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0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1600200"/>
            <a:ext cx="10058400" cy="3474720"/>
          </a:xfrm>
          <a:prstGeom prst="roundRect">
            <a:avLst/>
          </a:prstGeom>
          <a:solidFill>
            <a:srgbClr val="002869"/>
          </a:solidFill>
          <a:ln w="12700">
            <a:solidFill>
              <a:srgbClr val="0028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03120"/>
            <a:ext cx="905256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Key takeaway</a:t>
            </a:r>
            <a:endParaRPr lang="en-US" sz="2800" dirty="0"/>
          </a:p>
          <a:p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memorable sentence.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title: Keep tables small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Dimension | Current | Target |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|---|---:|---:|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Measure A | 40% | 60% |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Markdown file is ready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icon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AI_Value_ROI_Presentation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MD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has been converted into the requested Markdown format, optimized for slide generation. It highlights the core themes, TCO challenges, role-based concerns, predictions, and strategic positions.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Gartner chats aren’t used to improve our models. Gemini is AI and can make mistakes, including about people. Your privacy &amp; GeminiOpens in a new window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Value Inflection Point - Transitioning from Hype to Hard ROI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28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887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Value Inflection Point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8D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Transitioning from Hype to Hard ROI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are Demanding Hard ROI over Experimental Pilots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exploratory Generative AI POCs to quantifiable financial metrics and ROI scorecards.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leadership actively seeks frameworks for AI steering committees and shadow AI management.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debt and siloed architectures are stalling deployments, forcing data pipeline overhauls.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is pivoting from basic text generation (Copilots) to workflow-integrated agentic systems.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Unanticipated TCO Escalation is Eroding Productivity Margins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Rapidly expanding token usage and high-density compute infrastructure costs are surging.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initial tool adoption is frequently followed by steep 60-day active usage drop-offs.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struggle to translate local productivity gains into bottom-line financial impact.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59.9% of inquiries focus on Cost, TCO, and FinOps metrics.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 of AI Value &amp; ROI Interactions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Inquiry Theme | % of Inquiries | Primary Focus Areas |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|---|---:|:---|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Cost, TCO &amp; FinOps | 59.9% | Token pricing, infrastructure scale, compute TCO |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Quantification Frameworks | 53.0% | Scorecards, KPIs, revenue attribution |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Productivity &amp; Efficiency | 51.9% | Automation, task velocity, adoption drop-off |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ROI &amp; Business Case | 38.9% | Payback modeling, NPV, executive pitches |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CIOs and Tech Leaders Struggle to Defend Investments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CIOs (17.7% of inquiries) struggle to justify multi-million dollar tech investments without direct revenue impact.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CTOs (13.0%) are weighing the run-cost economics of proprietary cloud APIs vs. hosted open-source models.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request: Standardized formulas to calculate *Cost per Task/Transaction* under AI vs. human labor.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request: Playbooks to reinvest saved productivity hours into revenue-generating activities.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Shifts in AI Adoption Priorities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58368" y="1444752"/>
            <a:ext cx="5285232" cy="45262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B8D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19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5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2023 - 2025: Hype &amp; Exploration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ROI: Employee satisfaction, perceived speed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Tooling: Generic Copilots and chat interfaces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Focus: Initial software license acquisition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Decentralized, organic "shadow AI"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5352" y="1444752"/>
            <a:ext cx="5285232" cy="4526280"/>
          </a:xfrm>
          <a:prstGeom prst="roundRect">
            <a:avLst/>
          </a:prstGeom>
          <a:solidFill>
            <a:srgbClr val="E0F1FF"/>
          </a:solidFill>
          <a:ln w="12700">
            <a:solidFill>
              <a:srgbClr val="B8D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17190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57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2026+: Value &amp; Accountability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01384" y="233172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ROI: Labor expense reduction, capacity capture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Tooling: Autonomous Agentic workflows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Focus: FinOps, unit economics, token consumption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 Centralized Governance, decentralized execution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1600200"/>
            <a:ext cx="10058400" cy="3474720"/>
          </a:xfrm>
          <a:prstGeom prst="roundRect">
            <a:avLst/>
          </a:prstGeom>
          <a:solidFill>
            <a:srgbClr val="002869"/>
          </a:solidFill>
          <a:ln w="12700">
            <a:solidFill>
              <a:srgbClr val="0028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103120"/>
            <a:ext cx="9052560" cy="2103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metrics are intermediate indicators—hours saved have zero financial value unless translated into reduced labor expense or increased output capacity.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Planning Assumptions (2026 - 2029)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2027, 75% of enterprises will link AI productivity gains to specific budget or headcount adjustments.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2028, 60% of organizations will abandon basic per-user SaaS license models for output-value pricing.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2027, AI FinOps will become a mandatory IT discipline in 80% of Global 2000 companies.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2028, domain-specific agentic systems will generate 3x the financial ROI of generic copilots.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Strong Positions for Leadership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strict FinOps controls before scaling AI deployment to prevent ROI destruction.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 "Value-Gate": Defund pilot projects failing to show positive NPV within 180 days.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AI investments on high-frequency, complex operational workflows over ad-hoc knowledge tasks.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automated usage telemetry—do not rely on employee self-reporting for productivity.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10835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Blind Spots to Address Immediately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914400" cy="32004"/>
          </a:xfrm>
          <a:prstGeom prst="rect">
            <a:avLst/>
          </a:prstGeom>
          <a:solidFill>
            <a:srgbClr val="0057A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528816"/>
            <a:ext cx="11155680" cy="10973"/>
          </a:xfrm>
          <a:prstGeom prst="rect">
            <a:avLst/>
          </a:prstGeom>
          <a:solidFill>
            <a:srgbClr val="70799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65392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292840" y="654710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9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" y="1508760"/>
            <a:ext cx="10332720" cy="4480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Reinvestment Gap: Are saved hours generating revenue or just enabling distraction?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Inaccuracy: Do ROI models account for the secondary cost of human review and error correction?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Depreciating Advantage: Does AI efficiency represent competitive advantage or just the baseline cost of doing business?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000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 Underestimation: Have data prep, middleware, and change management been factored into ROI models?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/>
  <cp:revision>1</cp:revision>
  <dcterms:created xsi:type="dcterms:W3CDTF">2026-08-17T11:38:14Z</dcterms:created>
  <dcterms:modified xsi:type="dcterms:W3CDTF">2026-08-17T11:38:14Z</dcterms:modified>
</cp:coreProperties>
</file>